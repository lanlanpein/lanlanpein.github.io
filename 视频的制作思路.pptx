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24"/>
  </p:notesMasterIdLst>
  <p:sldIdLst>
    <p:sldId id="256" r:id="rId4"/>
    <p:sldId id="257" r:id="rId5"/>
    <p:sldId id="278" r:id="rId6"/>
    <p:sldId id="258" r:id="rId7"/>
    <p:sldId id="263" r:id="rId8"/>
    <p:sldId id="282" r:id="rId9"/>
    <p:sldId id="259" r:id="rId10"/>
    <p:sldId id="281" r:id="rId11"/>
    <p:sldId id="266" r:id="rId12"/>
    <p:sldId id="260" r:id="rId13"/>
    <p:sldId id="283" r:id="rId14"/>
    <p:sldId id="290" r:id="rId15"/>
    <p:sldId id="261" r:id="rId16"/>
    <p:sldId id="270" r:id="rId17"/>
    <p:sldId id="262" r:id="rId18"/>
    <p:sldId id="286" r:id="rId19"/>
    <p:sldId id="288" r:id="rId20"/>
    <p:sldId id="289" r:id="rId21"/>
    <p:sldId id="291" r:id="rId22"/>
    <p:sldId id="275"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77DE3"/>
    <a:srgbClr val="234463"/>
    <a:srgbClr val="3298FD"/>
    <a:srgbClr val="F8FEFE"/>
    <a:srgbClr val="C9E7FF"/>
    <a:srgbClr val="CCF9F8"/>
    <a:srgbClr val="DDF0FF"/>
    <a:srgbClr val="3599FC"/>
    <a:srgbClr val="3893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196" autoAdjust="0"/>
  </p:normalViewPr>
  <p:slideViewPr>
    <p:cSldViewPr snapToGrid="0">
      <p:cViewPr varScale="1">
        <p:scale>
          <a:sx n="104" d="100"/>
          <a:sy n="104" d="100"/>
        </p:scale>
        <p:origin x="552" y="108"/>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notesMaster" Target="notesMasters/notes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5EC73-482F-4688-911A-6CA3265B495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27CD24-9ED0-449A-972E-1E3FE4FD2B68}"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without page number">
    <p:spTree>
      <p:nvGrpSpPr>
        <p:cNvPr id="1" name=""/>
        <p:cNvGrpSpPr/>
        <p:nvPr/>
      </p:nvGrpSpPr>
      <p:grpSpPr>
        <a:xfrm>
          <a:off x="0" y="0"/>
          <a:ext cx="0" cy="0"/>
          <a:chOff x="0" y="0"/>
          <a:chExt cx="0" cy="0"/>
        </a:xfrm>
      </p:grpSpPr>
      <p:sp>
        <p:nvSpPr>
          <p:cNvPr id="43" name="Shape 43"/>
          <p:cNvSpPr/>
          <p:nvPr/>
        </p:nvSpPr>
        <p:spPr>
          <a:xfrm>
            <a:off x="11423642" y="561569"/>
            <a:ext cx="765030" cy="1"/>
          </a:xfrm>
          <a:prstGeom prst="line">
            <a:avLst/>
          </a:prstGeom>
          <a:ln w="25400">
            <a:solidFill>
              <a:srgbClr val="DCDEE0"/>
            </a:solidFill>
            <a:miter lim="400000"/>
          </a:ln>
        </p:spPr>
        <p:txBody>
          <a:bodyPr lIns="25400" tIns="25400" rIns="25400" bIns="25400" anchor="ctr"/>
          <a:lstStyle/>
          <a:p>
            <a:pPr>
              <a:defRPr sz="3200"/>
            </a:pPr>
            <a:endParaRPr sz="1600"/>
          </a:p>
        </p:txBody>
      </p:sp>
      <p:sp>
        <p:nvSpPr>
          <p:cNvPr id="44" name="Shape 44"/>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08C58F9E-365B-4344-BF44-776C3954120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6FC6D3-97A0-4D76-87D9-C77C8DB4DF9C}"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blank without page number">
    <p:spTree>
      <p:nvGrpSpPr>
        <p:cNvPr id="1" name=""/>
        <p:cNvGrpSpPr/>
        <p:nvPr/>
      </p:nvGrpSpPr>
      <p:grpSpPr>
        <a:xfrm>
          <a:off x="0" y="0"/>
          <a:ext cx="0" cy="0"/>
          <a:chOff x="0" y="0"/>
          <a:chExt cx="0" cy="0"/>
        </a:xfrm>
      </p:grpSpPr>
      <p:sp>
        <p:nvSpPr>
          <p:cNvPr id="43" name="Shape 43"/>
          <p:cNvSpPr/>
          <p:nvPr/>
        </p:nvSpPr>
        <p:spPr>
          <a:xfrm>
            <a:off x="11423642" y="561569"/>
            <a:ext cx="765030" cy="1"/>
          </a:xfrm>
          <a:prstGeom prst="line">
            <a:avLst/>
          </a:prstGeom>
          <a:ln w="25400">
            <a:solidFill>
              <a:srgbClr val="DCDEE0"/>
            </a:solidFill>
            <a:miter lim="400000"/>
          </a:ln>
        </p:spPr>
        <p:txBody>
          <a:bodyPr lIns="25400" tIns="25400" rIns="25400" bIns="25400" anchor="ctr"/>
          <a:lstStyle/>
          <a:p>
            <a:pPr>
              <a:defRPr sz="3200"/>
            </a:pPr>
            <a:endParaRPr sz="1600"/>
          </a:p>
        </p:txBody>
      </p:sp>
      <p:sp>
        <p:nvSpPr>
          <p:cNvPr id="44" name="Shape 44"/>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3" Type="http://schemas.openxmlformats.org/officeDocument/2006/relationships/theme" Target="../theme/theme2.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C58F9E-365B-4344-BF44-776C3954120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6FC6D3-97A0-4D76-87D9-C77C8DB4DF9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C58F9E-365B-4344-BF44-776C3954120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6FC6D3-97A0-4D76-87D9-C77C8DB4DF9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7.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6" Type="http://schemas.openxmlformats.org/officeDocument/2006/relationships/slideLayout" Target="../slideLayouts/slideLayout7.xml"/><Relationship Id="rId25" Type="http://schemas.openxmlformats.org/officeDocument/2006/relationships/tags" Target="../tags/tag25.xml"/><Relationship Id="rId24" Type="http://schemas.openxmlformats.org/officeDocument/2006/relationships/tags" Target="../tags/tag24.xml"/><Relationship Id="rId23" Type="http://schemas.openxmlformats.org/officeDocument/2006/relationships/tags" Target="../tags/tag23.xml"/><Relationship Id="rId22" Type="http://schemas.openxmlformats.org/officeDocument/2006/relationships/tags" Target="../tags/tag22.xml"/><Relationship Id="rId21" Type="http://schemas.openxmlformats.org/officeDocument/2006/relationships/tags" Target="../tags/tag21.xml"/><Relationship Id="rId20" Type="http://schemas.openxmlformats.org/officeDocument/2006/relationships/tags" Target="../tags/tag20.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34.xml"/><Relationship Id="rId8" Type="http://schemas.openxmlformats.org/officeDocument/2006/relationships/tags" Target="../tags/tag33.xml"/><Relationship Id="rId7" Type="http://schemas.openxmlformats.org/officeDocument/2006/relationships/tags" Target="../tags/tag32.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 Id="rId3" Type="http://schemas.openxmlformats.org/officeDocument/2006/relationships/tags" Target="../tags/tag28.xml"/><Relationship Id="rId26" Type="http://schemas.openxmlformats.org/officeDocument/2006/relationships/slideLayout" Target="../slideLayouts/slideLayout19.xml"/><Relationship Id="rId25" Type="http://schemas.openxmlformats.org/officeDocument/2006/relationships/tags" Target="../tags/tag50.xml"/><Relationship Id="rId24" Type="http://schemas.openxmlformats.org/officeDocument/2006/relationships/tags" Target="../tags/tag49.xml"/><Relationship Id="rId23" Type="http://schemas.openxmlformats.org/officeDocument/2006/relationships/tags" Target="../tags/tag48.xml"/><Relationship Id="rId22" Type="http://schemas.openxmlformats.org/officeDocument/2006/relationships/tags" Target="../tags/tag47.xml"/><Relationship Id="rId21" Type="http://schemas.openxmlformats.org/officeDocument/2006/relationships/tags" Target="../tags/tag46.xml"/><Relationship Id="rId20" Type="http://schemas.openxmlformats.org/officeDocument/2006/relationships/tags" Target="../tags/tag45.xml"/><Relationship Id="rId2" Type="http://schemas.openxmlformats.org/officeDocument/2006/relationships/tags" Target="../tags/tag27.xml"/><Relationship Id="rId19" Type="http://schemas.openxmlformats.org/officeDocument/2006/relationships/tags" Target="../tags/tag44.xml"/><Relationship Id="rId18" Type="http://schemas.openxmlformats.org/officeDocument/2006/relationships/tags" Target="../tags/tag43.xml"/><Relationship Id="rId17" Type="http://schemas.openxmlformats.org/officeDocument/2006/relationships/tags" Target="../tags/tag42.xml"/><Relationship Id="rId16" Type="http://schemas.openxmlformats.org/officeDocument/2006/relationships/tags" Target="../tags/tag41.xml"/><Relationship Id="rId15" Type="http://schemas.openxmlformats.org/officeDocument/2006/relationships/tags" Target="../tags/tag40.xml"/><Relationship Id="rId14" Type="http://schemas.openxmlformats.org/officeDocument/2006/relationships/tags" Target="../tags/tag39.xml"/><Relationship Id="rId13" Type="http://schemas.openxmlformats.org/officeDocument/2006/relationships/tags" Target="../tags/tag38.xml"/><Relationship Id="rId12" Type="http://schemas.openxmlformats.org/officeDocument/2006/relationships/tags" Target="../tags/tag37.xml"/><Relationship Id="rId11" Type="http://schemas.openxmlformats.org/officeDocument/2006/relationships/tags" Target="../tags/tag36.xml"/><Relationship Id="rId10" Type="http://schemas.openxmlformats.org/officeDocument/2006/relationships/tags" Target="../tags/tag35.xml"/><Relationship Id="rId1" Type="http://schemas.openxmlformats.org/officeDocument/2006/relationships/tags" Target="../tags/tag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9" Type="http://schemas.openxmlformats.org/officeDocument/2006/relationships/tags" Target="../tags/tag59.xml"/><Relationship Id="rId8" Type="http://schemas.openxmlformats.org/officeDocument/2006/relationships/tags" Target="../tags/tag58.xml"/><Relationship Id="rId7" Type="http://schemas.openxmlformats.org/officeDocument/2006/relationships/tags" Target="../tags/tag57.xml"/><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1" Type="http://schemas.openxmlformats.org/officeDocument/2006/relationships/slideLayout" Target="../slideLayouts/slideLayout7.xml"/><Relationship Id="rId20" Type="http://schemas.openxmlformats.org/officeDocument/2006/relationships/image" Target="../media/image12.png"/><Relationship Id="rId2" Type="http://schemas.openxmlformats.org/officeDocument/2006/relationships/tags" Target="../tags/tag52.xml"/><Relationship Id="rId19" Type="http://schemas.openxmlformats.org/officeDocument/2006/relationships/image" Target="../media/image11.png"/><Relationship Id="rId18" Type="http://schemas.openxmlformats.org/officeDocument/2006/relationships/image" Target="../media/image10.png"/><Relationship Id="rId17" Type="http://schemas.openxmlformats.org/officeDocument/2006/relationships/image" Target="../media/image9.png"/><Relationship Id="rId16" Type="http://schemas.openxmlformats.org/officeDocument/2006/relationships/image" Target="../media/image8.png"/><Relationship Id="rId15" Type="http://schemas.openxmlformats.org/officeDocument/2006/relationships/tags" Target="../tags/tag65.xml"/><Relationship Id="rId14" Type="http://schemas.openxmlformats.org/officeDocument/2006/relationships/tags" Target="../tags/tag64.xml"/><Relationship Id="rId13" Type="http://schemas.openxmlformats.org/officeDocument/2006/relationships/tags" Target="../tags/tag63.xml"/><Relationship Id="rId12" Type="http://schemas.openxmlformats.org/officeDocument/2006/relationships/tags" Target="../tags/tag62.xml"/><Relationship Id="rId11" Type="http://schemas.openxmlformats.org/officeDocument/2006/relationships/tags" Target="../tags/tag61.xml"/><Relationship Id="rId10" Type="http://schemas.openxmlformats.org/officeDocument/2006/relationships/tags" Target="../tags/tag60.xml"/><Relationship Id="rId1" Type="http://schemas.openxmlformats.org/officeDocument/2006/relationships/tags" Target="../tags/tag51.xml"/></Relationships>
</file>

<file path=ppt/slides/_rels/slide6.xml.rels><?xml version="1.0" encoding="UTF-8" standalone="yes"?>
<Relationships xmlns="http://schemas.openxmlformats.org/package/2006/relationships"><Relationship Id="rId9" Type="http://schemas.openxmlformats.org/officeDocument/2006/relationships/tags" Target="../tags/tag74.xml"/><Relationship Id="rId8" Type="http://schemas.openxmlformats.org/officeDocument/2006/relationships/tags" Target="../tags/tag73.xml"/><Relationship Id="rId7" Type="http://schemas.openxmlformats.org/officeDocument/2006/relationships/tags" Target="../tags/tag72.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6" Type="http://schemas.openxmlformats.org/officeDocument/2006/relationships/slideLayout" Target="../slideLayouts/slideLayout19.xml"/><Relationship Id="rId15" Type="http://schemas.openxmlformats.org/officeDocument/2006/relationships/tags" Target="../tags/tag80.xml"/><Relationship Id="rId14" Type="http://schemas.openxmlformats.org/officeDocument/2006/relationships/tags" Target="../tags/tag79.xml"/><Relationship Id="rId13" Type="http://schemas.openxmlformats.org/officeDocument/2006/relationships/tags" Target="../tags/tag78.xml"/><Relationship Id="rId12" Type="http://schemas.openxmlformats.org/officeDocument/2006/relationships/tags" Target="../tags/tag77.xml"/><Relationship Id="rId11" Type="http://schemas.openxmlformats.org/officeDocument/2006/relationships/tags" Target="../tags/tag76.xml"/><Relationship Id="rId10" Type="http://schemas.openxmlformats.org/officeDocument/2006/relationships/tags" Target="../tags/tag75.xml"/><Relationship Id="rId1" Type="http://schemas.openxmlformats.org/officeDocument/2006/relationships/tags" Target="../tags/tag6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9" Type="http://schemas.openxmlformats.org/officeDocument/2006/relationships/tags" Target="../tags/tag89.xml"/><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7" Type="http://schemas.openxmlformats.org/officeDocument/2006/relationships/slideLayout" Target="../slideLayouts/slideLayout7.xml"/><Relationship Id="rId16" Type="http://schemas.openxmlformats.org/officeDocument/2006/relationships/tags" Target="../tags/tag96.xml"/><Relationship Id="rId15" Type="http://schemas.openxmlformats.org/officeDocument/2006/relationships/tags" Target="../tags/tag95.xml"/><Relationship Id="rId14" Type="http://schemas.openxmlformats.org/officeDocument/2006/relationships/tags" Target="../tags/tag94.xml"/><Relationship Id="rId13" Type="http://schemas.openxmlformats.org/officeDocument/2006/relationships/tags" Target="../tags/tag93.xml"/><Relationship Id="rId12" Type="http://schemas.openxmlformats.org/officeDocument/2006/relationships/tags" Target="../tags/tag92.xml"/><Relationship Id="rId11" Type="http://schemas.openxmlformats.org/officeDocument/2006/relationships/tags" Target="../tags/tag91.xml"/><Relationship Id="rId10" Type="http://schemas.openxmlformats.org/officeDocument/2006/relationships/tags" Target="../tags/tag90.xml"/><Relationship Id="rId1" Type="http://schemas.openxmlformats.org/officeDocument/2006/relationships/tags" Target="../tags/tag8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11.xml.rels><?xml version="1.0" encoding="UTF-8" standalone="yes"?>
<Relationships xmlns="http://schemas.openxmlformats.org/package/2006/relationships"><Relationship Id="rId9" Type="http://schemas.openxmlformats.org/officeDocument/2006/relationships/tags" Target="../tags/tag105.xml"/><Relationship Id="rId8" Type="http://schemas.openxmlformats.org/officeDocument/2006/relationships/tags" Target="../tags/tag104.xml"/><Relationship Id="rId7" Type="http://schemas.openxmlformats.org/officeDocument/2006/relationships/tags" Target="../tags/tag103.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35" Type="http://schemas.openxmlformats.org/officeDocument/2006/relationships/slideLayout" Target="../slideLayouts/slideLayout19.xml"/><Relationship Id="rId34" Type="http://schemas.openxmlformats.org/officeDocument/2006/relationships/tags" Target="../tags/tag130.xml"/><Relationship Id="rId33" Type="http://schemas.openxmlformats.org/officeDocument/2006/relationships/tags" Target="../tags/tag129.xml"/><Relationship Id="rId32" Type="http://schemas.openxmlformats.org/officeDocument/2006/relationships/tags" Target="../tags/tag128.xml"/><Relationship Id="rId31" Type="http://schemas.openxmlformats.org/officeDocument/2006/relationships/tags" Target="../tags/tag127.xml"/><Relationship Id="rId30" Type="http://schemas.openxmlformats.org/officeDocument/2006/relationships/tags" Target="../tags/tag126.xml"/><Relationship Id="rId3" Type="http://schemas.openxmlformats.org/officeDocument/2006/relationships/tags" Target="../tags/tag99.xml"/><Relationship Id="rId29" Type="http://schemas.openxmlformats.org/officeDocument/2006/relationships/tags" Target="../tags/tag125.xml"/><Relationship Id="rId28" Type="http://schemas.openxmlformats.org/officeDocument/2006/relationships/tags" Target="../tags/tag124.xml"/><Relationship Id="rId27" Type="http://schemas.openxmlformats.org/officeDocument/2006/relationships/tags" Target="../tags/tag123.xml"/><Relationship Id="rId26" Type="http://schemas.openxmlformats.org/officeDocument/2006/relationships/tags" Target="../tags/tag122.xml"/><Relationship Id="rId25" Type="http://schemas.openxmlformats.org/officeDocument/2006/relationships/tags" Target="../tags/tag121.xml"/><Relationship Id="rId24" Type="http://schemas.openxmlformats.org/officeDocument/2006/relationships/tags" Target="../tags/tag120.xml"/><Relationship Id="rId23" Type="http://schemas.openxmlformats.org/officeDocument/2006/relationships/tags" Target="../tags/tag119.xml"/><Relationship Id="rId22" Type="http://schemas.openxmlformats.org/officeDocument/2006/relationships/tags" Target="../tags/tag118.xml"/><Relationship Id="rId21" Type="http://schemas.openxmlformats.org/officeDocument/2006/relationships/tags" Target="../tags/tag117.xml"/><Relationship Id="rId20" Type="http://schemas.openxmlformats.org/officeDocument/2006/relationships/tags" Target="../tags/tag116.xml"/><Relationship Id="rId2" Type="http://schemas.openxmlformats.org/officeDocument/2006/relationships/tags" Target="../tags/tag98.xml"/><Relationship Id="rId19" Type="http://schemas.openxmlformats.org/officeDocument/2006/relationships/tags" Target="../tags/tag115.xml"/><Relationship Id="rId18" Type="http://schemas.openxmlformats.org/officeDocument/2006/relationships/tags" Target="../tags/tag114.xml"/><Relationship Id="rId17" Type="http://schemas.openxmlformats.org/officeDocument/2006/relationships/tags" Target="../tags/tag113.xml"/><Relationship Id="rId16" Type="http://schemas.openxmlformats.org/officeDocument/2006/relationships/tags" Target="../tags/tag112.xml"/><Relationship Id="rId15" Type="http://schemas.openxmlformats.org/officeDocument/2006/relationships/tags" Target="../tags/tag111.xml"/><Relationship Id="rId14" Type="http://schemas.openxmlformats.org/officeDocument/2006/relationships/tags" Target="../tags/tag110.xml"/><Relationship Id="rId13" Type="http://schemas.openxmlformats.org/officeDocument/2006/relationships/tags" Target="../tags/tag109.xml"/><Relationship Id="rId12" Type="http://schemas.openxmlformats.org/officeDocument/2006/relationships/tags" Target="../tags/tag108.xml"/><Relationship Id="rId11" Type="http://schemas.openxmlformats.org/officeDocument/2006/relationships/tags" Target="../tags/tag107.xml"/><Relationship Id="rId10" Type="http://schemas.openxmlformats.org/officeDocument/2006/relationships/tags" Target="../tags/tag106.xml"/><Relationship Id="rId1" Type="http://schemas.openxmlformats.org/officeDocument/2006/relationships/tags" Target="../tags/tag97.xml"/></Relationships>
</file>

<file path=ppt/slides/_rels/slide12.xml.rels><?xml version="1.0" encoding="UTF-8" standalone="yes"?>
<Relationships xmlns="http://schemas.openxmlformats.org/package/2006/relationships"><Relationship Id="rId9" Type="http://schemas.openxmlformats.org/officeDocument/2006/relationships/tags" Target="../tags/tag139.xml"/><Relationship Id="rId8" Type="http://schemas.openxmlformats.org/officeDocument/2006/relationships/tags" Target="../tags/tag138.xml"/><Relationship Id="rId7" Type="http://schemas.openxmlformats.org/officeDocument/2006/relationships/tags" Target="../tags/tag137.xml"/><Relationship Id="rId6" Type="http://schemas.openxmlformats.org/officeDocument/2006/relationships/tags" Target="../tags/tag136.xml"/><Relationship Id="rId5" Type="http://schemas.openxmlformats.org/officeDocument/2006/relationships/tags" Target="../tags/tag135.xml"/><Relationship Id="rId4" Type="http://schemas.openxmlformats.org/officeDocument/2006/relationships/tags" Target="../tags/tag134.xml"/><Relationship Id="rId35" Type="http://schemas.openxmlformats.org/officeDocument/2006/relationships/slideLayout" Target="../slideLayouts/slideLayout19.xml"/><Relationship Id="rId34" Type="http://schemas.openxmlformats.org/officeDocument/2006/relationships/tags" Target="../tags/tag164.xml"/><Relationship Id="rId33" Type="http://schemas.openxmlformats.org/officeDocument/2006/relationships/tags" Target="../tags/tag163.xml"/><Relationship Id="rId32" Type="http://schemas.openxmlformats.org/officeDocument/2006/relationships/tags" Target="../tags/tag162.xml"/><Relationship Id="rId31" Type="http://schemas.openxmlformats.org/officeDocument/2006/relationships/tags" Target="../tags/tag161.xml"/><Relationship Id="rId30" Type="http://schemas.openxmlformats.org/officeDocument/2006/relationships/tags" Target="../tags/tag160.xml"/><Relationship Id="rId3" Type="http://schemas.openxmlformats.org/officeDocument/2006/relationships/tags" Target="../tags/tag133.xml"/><Relationship Id="rId29" Type="http://schemas.openxmlformats.org/officeDocument/2006/relationships/tags" Target="../tags/tag159.xml"/><Relationship Id="rId28" Type="http://schemas.openxmlformats.org/officeDocument/2006/relationships/tags" Target="../tags/tag158.xml"/><Relationship Id="rId27" Type="http://schemas.openxmlformats.org/officeDocument/2006/relationships/tags" Target="../tags/tag157.xml"/><Relationship Id="rId26" Type="http://schemas.openxmlformats.org/officeDocument/2006/relationships/tags" Target="../tags/tag156.xml"/><Relationship Id="rId25" Type="http://schemas.openxmlformats.org/officeDocument/2006/relationships/tags" Target="../tags/tag155.xml"/><Relationship Id="rId24" Type="http://schemas.openxmlformats.org/officeDocument/2006/relationships/tags" Target="../tags/tag154.xml"/><Relationship Id="rId23" Type="http://schemas.openxmlformats.org/officeDocument/2006/relationships/tags" Target="../tags/tag153.xml"/><Relationship Id="rId22" Type="http://schemas.openxmlformats.org/officeDocument/2006/relationships/tags" Target="../tags/tag152.xml"/><Relationship Id="rId21" Type="http://schemas.openxmlformats.org/officeDocument/2006/relationships/tags" Target="../tags/tag151.xml"/><Relationship Id="rId20" Type="http://schemas.openxmlformats.org/officeDocument/2006/relationships/tags" Target="../tags/tag150.xml"/><Relationship Id="rId2" Type="http://schemas.openxmlformats.org/officeDocument/2006/relationships/tags" Target="../tags/tag132.xml"/><Relationship Id="rId19" Type="http://schemas.openxmlformats.org/officeDocument/2006/relationships/tags" Target="../tags/tag149.xml"/><Relationship Id="rId18" Type="http://schemas.openxmlformats.org/officeDocument/2006/relationships/tags" Target="../tags/tag148.xml"/><Relationship Id="rId17" Type="http://schemas.openxmlformats.org/officeDocument/2006/relationships/tags" Target="../tags/tag147.xml"/><Relationship Id="rId16" Type="http://schemas.openxmlformats.org/officeDocument/2006/relationships/tags" Target="../tags/tag146.xml"/><Relationship Id="rId15" Type="http://schemas.openxmlformats.org/officeDocument/2006/relationships/tags" Target="../tags/tag145.xml"/><Relationship Id="rId14" Type="http://schemas.openxmlformats.org/officeDocument/2006/relationships/tags" Target="../tags/tag144.xml"/><Relationship Id="rId13" Type="http://schemas.openxmlformats.org/officeDocument/2006/relationships/tags" Target="../tags/tag143.xml"/><Relationship Id="rId12" Type="http://schemas.openxmlformats.org/officeDocument/2006/relationships/tags" Target="../tags/tag142.xml"/><Relationship Id="rId11" Type="http://schemas.openxmlformats.org/officeDocument/2006/relationships/tags" Target="../tags/tag141.xml"/><Relationship Id="rId10" Type="http://schemas.openxmlformats.org/officeDocument/2006/relationships/tags" Target="../tags/tag140.xml"/><Relationship Id="rId1" Type="http://schemas.openxmlformats.org/officeDocument/2006/relationships/tags" Target="../tags/tag13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9" Type="http://schemas.openxmlformats.org/officeDocument/2006/relationships/tags" Target="../tags/tag173.xml"/><Relationship Id="rId8" Type="http://schemas.openxmlformats.org/officeDocument/2006/relationships/tags" Target="../tags/tag172.xml"/><Relationship Id="rId7" Type="http://schemas.openxmlformats.org/officeDocument/2006/relationships/tags" Target="../tags/tag171.xml"/><Relationship Id="rId6" Type="http://schemas.openxmlformats.org/officeDocument/2006/relationships/tags" Target="../tags/tag170.xml"/><Relationship Id="rId5" Type="http://schemas.openxmlformats.org/officeDocument/2006/relationships/tags" Target="../tags/tag169.xml"/><Relationship Id="rId4" Type="http://schemas.openxmlformats.org/officeDocument/2006/relationships/tags" Target="../tags/tag168.xml"/><Relationship Id="rId31" Type="http://schemas.openxmlformats.org/officeDocument/2006/relationships/slideLayout" Target="../slideLayouts/slideLayout7.xml"/><Relationship Id="rId30" Type="http://schemas.openxmlformats.org/officeDocument/2006/relationships/tags" Target="../tags/tag194.xml"/><Relationship Id="rId3" Type="http://schemas.openxmlformats.org/officeDocument/2006/relationships/tags" Target="../tags/tag167.xml"/><Relationship Id="rId29" Type="http://schemas.openxmlformats.org/officeDocument/2006/relationships/tags" Target="../tags/tag193.xml"/><Relationship Id="rId28" Type="http://schemas.openxmlformats.org/officeDocument/2006/relationships/tags" Target="../tags/tag192.xml"/><Relationship Id="rId27" Type="http://schemas.openxmlformats.org/officeDocument/2006/relationships/tags" Target="../tags/tag191.xml"/><Relationship Id="rId26" Type="http://schemas.openxmlformats.org/officeDocument/2006/relationships/tags" Target="../tags/tag190.xml"/><Relationship Id="rId25" Type="http://schemas.openxmlformats.org/officeDocument/2006/relationships/tags" Target="../tags/tag189.xml"/><Relationship Id="rId24" Type="http://schemas.openxmlformats.org/officeDocument/2006/relationships/tags" Target="../tags/tag188.xml"/><Relationship Id="rId23" Type="http://schemas.openxmlformats.org/officeDocument/2006/relationships/tags" Target="../tags/tag187.xml"/><Relationship Id="rId22" Type="http://schemas.openxmlformats.org/officeDocument/2006/relationships/tags" Target="../tags/tag186.xml"/><Relationship Id="rId21" Type="http://schemas.openxmlformats.org/officeDocument/2006/relationships/tags" Target="../tags/tag185.xml"/><Relationship Id="rId20" Type="http://schemas.openxmlformats.org/officeDocument/2006/relationships/tags" Target="../tags/tag184.xml"/><Relationship Id="rId2" Type="http://schemas.openxmlformats.org/officeDocument/2006/relationships/tags" Target="../tags/tag166.xml"/><Relationship Id="rId19" Type="http://schemas.openxmlformats.org/officeDocument/2006/relationships/tags" Target="../tags/tag183.xml"/><Relationship Id="rId18" Type="http://schemas.openxmlformats.org/officeDocument/2006/relationships/tags" Target="../tags/tag182.xml"/><Relationship Id="rId17" Type="http://schemas.openxmlformats.org/officeDocument/2006/relationships/tags" Target="../tags/tag181.xml"/><Relationship Id="rId16" Type="http://schemas.openxmlformats.org/officeDocument/2006/relationships/tags" Target="../tags/tag180.xml"/><Relationship Id="rId15" Type="http://schemas.openxmlformats.org/officeDocument/2006/relationships/tags" Target="../tags/tag179.xml"/><Relationship Id="rId14" Type="http://schemas.openxmlformats.org/officeDocument/2006/relationships/tags" Target="../tags/tag178.xml"/><Relationship Id="rId13" Type="http://schemas.openxmlformats.org/officeDocument/2006/relationships/tags" Target="../tags/tag177.xml"/><Relationship Id="rId12" Type="http://schemas.openxmlformats.org/officeDocument/2006/relationships/tags" Target="../tags/tag176.xml"/><Relationship Id="rId11" Type="http://schemas.openxmlformats.org/officeDocument/2006/relationships/tags" Target="../tags/tag175.xml"/><Relationship Id="rId10" Type="http://schemas.openxmlformats.org/officeDocument/2006/relationships/tags" Target="../tags/tag174.xml"/><Relationship Id="rId1" Type="http://schemas.openxmlformats.org/officeDocument/2006/relationships/tags" Target="../tags/tag16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16.png"/><Relationship Id="rId4" Type="http://schemas.openxmlformats.org/officeDocument/2006/relationships/image" Target="../media/image4.svg"/><Relationship Id="rId3" Type="http://schemas.openxmlformats.org/officeDocument/2006/relationships/image" Target="../media/image15.png"/><Relationship Id="rId2" Type="http://schemas.openxmlformats.org/officeDocument/2006/relationships/image" Target="../media/image2.svg"/><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5"/>
          <p:cNvSpPr/>
          <p:nvPr/>
        </p:nvSpPr>
        <p:spPr bwMode="auto">
          <a:xfrm>
            <a:off x="7831703" y="-868585"/>
            <a:ext cx="7234958" cy="7168396"/>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gradFill flip="none" rotWithShape="1">
            <a:gsLst>
              <a:gs pos="55000">
                <a:srgbClr val="F8FEFE"/>
              </a:gs>
              <a:gs pos="0">
                <a:schemeClr val="bg1">
                  <a:alpha val="0"/>
                </a:schemeClr>
              </a:gs>
            </a:gsLst>
            <a:lin ang="13500000" scaled="1"/>
            <a:tileRect/>
          </a:gradFill>
          <a:ln>
            <a:noFill/>
          </a:ln>
          <a:effectLst/>
        </p:spPr>
        <p:txBody>
          <a:bodyPr vert="horz" wrap="square" lIns="91440" tIns="45720" rIns="91440" bIns="45720" numCol="1" anchor="t" anchorCtr="0" compatLnSpc="1"/>
          <a:lstStyle/>
          <a:p>
            <a:endParaRPr lang="zh-CN" altLang="en-US"/>
          </a:p>
        </p:txBody>
      </p:sp>
      <p:sp>
        <p:nvSpPr>
          <p:cNvPr id="13" name="Freeform 5"/>
          <p:cNvSpPr/>
          <p:nvPr/>
        </p:nvSpPr>
        <p:spPr bwMode="auto">
          <a:xfrm>
            <a:off x="8343238" y="1912868"/>
            <a:ext cx="6211888" cy="6154738"/>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chemeClr val="bg1"/>
          </a:solidFill>
          <a:ln>
            <a:noFill/>
          </a:ln>
          <a:effectLst>
            <a:outerShdw blurRad="965200" dist="203200" dir="13500000" algn="br" rotWithShape="0">
              <a:srgbClr val="177DE3">
                <a:alpha val="20000"/>
              </a:srgbClr>
            </a:outerShdw>
          </a:effectLst>
        </p:spPr>
        <p:txBody>
          <a:bodyPr vert="horz" wrap="square" lIns="91440" tIns="45720" rIns="91440" bIns="45720" numCol="1" anchor="t" anchorCtr="0" compatLnSpc="1"/>
          <a:lstStyle/>
          <a:p>
            <a:endParaRPr lang="zh-CN" altLang="en-US"/>
          </a:p>
        </p:txBody>
      </p:sp>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rot="835433">
            <a:off x="8261957" y="3796381"/>
            <a:ext cx="2602338" cy="2387712"/>
          </a:xfrm>
          <a:prstGeom prst="rect">
            <a:avLst/>
          </a:prstGeom>
        </p:spPr>
      </p:pic>
      <p:sp>
        <p:nvSpPr>
          <p:cNvPr id="27" name="Freeform 5"/>
          <p:cNvSpPr/>
          <p:nvPr/>
        </p:nvSpPr>
        <p:spPr bwMode="auto">
          <a:xfrm rot="3740233">
            <a:off x="-1411278" y="3552368"/>
            <a:ext cx="7234958" cy="7168396"/>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gradFill flip="none" rotWithShape="1">
            <a:gsLst>
              <a:gs pos="55000">
                <a:srgbClr val="F8FEFE"/>
              </a:gs>
              <a:gs pos="0">
                <a:schemeClr val="bg1">
                  <a:alpha val="0"/>
                </a:schemeClr>
              </a:gs>
            </a:gsLst>
            <a:lin ang="13500000" scaled="1"/>
            <a:tileRect/>
          </a:gradFill>
          <a:ln>
            <a:noFill/>
          </a:ln>
          <a:effectLst/>
        </p:spPr>
        <p:txBody>
          <a:bodyPr vert="horz" wrap="square" lIns="91440" tIns="45720" rIns="91440" bIns="45720" numCol="1" anchor="t" anchorCtr="0" compatLnSpc="1"/>
          <a:lstStyle/>
          <a:p>
            <a:endParaRPr lang="zh-CN" altLang="en-US"/>
          </a:p>
        </p:txBody>
      </p:sp>
      <p:pic>
        <p:nvPicPr>
          <p:cNvPr id="16" name="图形 15"/>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9242372">
            <a:off x="6281704" y="-2333273"/>
            <a:ext cx="3416841" cy="3135040"/>
          </a:xfrm>
          <a:prstGeom prst="rect">
            <a:avLst/>
          </a:prstGeom>
        </p:spPr>
      </p:pic>
      <p:sp>
        <p:nvSpPr>
          <p:cNvPr id="21" name="文本框 20"/>
          <p:cNvSpPr txBox="1"/>
          <p:nvPr/>
        </p:nvSpPr>
        <p:spPr>
          <a:xfrm>
            <a:off x="1549520" y="2763607"/>
            <a:ext cx="6731000" cy="922020"/>
          </a:xfrm>
          <a:prstGeom prst="rect">
            <a:avLst/>
          </a:prstGeom>
          <a:noFill/>
        </p:spPr>
        <p:txBody>
          <a:bodyPr wrap="square" rtlCol="0">
            <a:spAutoFit/>
          </a:bodyPr>
          <a:lstStyle/>
          <a:p>
            <a:r>
              <a:rPr lang="zh-CN" altLang="en-US" sz="5400">
                <a:sym typeface="+mn-ea"/>
              </a:rPr>
              <a:t>视频剪辑培训</a:t>
            </a:r>
            <a:endParaRPr lang="zh-CN" altLang="en-US" sz="5400">
              <a:solidFill>
                <a:srgbClr val="234463"/>
              </a:solidFill>
              <a:latin typeface="方正兰亭超细黑简体" panose="02000000000000000000" pitchFamily="2" charset="-122"/>
              <a:ea typeface="方正兰亭超细黑简体" panose="02000000000000000000" pitchFamily="2" charset="-122"/>
            </a:endParaRPr>
          </a:p>
        </p:txBody>
      </p:sp>
      <p:sp>
        <p:nvSpPr>
          <p:cNvPr id="22" name="文本框 21"/>
          <p:cNvSpPr txBox="1"/>
          <p:nvPr/>
        </p:nvSpPr>
        <p:spPr>
          <a:xfrm>
            <a:off x="1659058" y="3606037"/>
            <a:ext cx="5638798" cy="461665"/>
          </a:xfrm>
          <a:prstGeom prst="rect">
            <a:avLst/>
          </a:prstGeom>
          <a:noFill/>
        </p:spPr>
        <p:txBody>
          <a:bodyPr wrap="square" rtlCol="0">
            <a:spAutoFit/>
          </a:bodyPr>
          <a:lstStyle/>
          <a:p>
            <a:r>
              <a:rPr lang="en-US" altLang="zh-CN" sz="1200">
                <a:solidFill>
                  <a:srgbClr val="234463"/>
                </a:solidFill>
                <a:latin typeface="Segoe UI Light" panose="020B0502040204020203" pitchFamily="34" charset="0"/>
                <a:ea typeface="MS PGothic" panose="020B0600070205080204" charset="-128"/>
                <a:cs typeface="Segoe UI Light" panose="020B0502040204020203" pitchFamily="34" charset="0"/>
                <a:sym typeface="Lato Regular" charset="0"/>
              </a:rPr>
              <a:t>Lorem ipsum dolor sit amet, consectetur adipiscing elit. Integer mollis vehicula ligula ut faucibus ger mor, Cura bitur vestib ulum consequat urna et vehicula. </a:t>
            </a:r>
            <a:endParaRPr lang="en-US" altLang="zh-CN" sz="1200">
              <a:solidFill>
                <a:srgbClr val="234463"/>
              </a:solidFill>
              <a:latin typeface="Segoe UI Light" panose="020B0502040204020203" pitchFamily="34" charset="0"/>
              <a:ea typeface="MS PGothic" panose="020B0600070205080204" charset="-128"/>
              <a:cs typeface="Segoe UI Light" panose="020B0502040204020203" pitchFamily="34" charset="0"/>
              <a:sym typeface="Lato Regular" charset="0"/>
            </a:endParaRPr>
          </a:p>
        </p:txBody>
      </p:sp>
      <p:pic>
        <p:nvPicPr>
          <p:cNvPr id="14" name="图形 1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rot="17627950">
            <a:off x="-2265381" y="1177517"/>
            <a:ext cx="3146863" cy="2887328"/>
          </a:xfrm>
          <a:prstGeom prst="rect">
            <a:avLst/>
          </a:prstGeom>
        </p:spPr>
      </p:pic>
      <p:pic>
        <p:nvPicPr>
          <p:cNvPr id="15" name="图形 1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rot="17627950">
            <a:off x="242904" y="2865945"/>
            <a:ext cx="556650" cy="510741"/>
          </a:xfrm>
          <a:prstGeom prst="rect">
            <a:avLst/>
          </a:prstGeom>
        </p:spPr>
      </p:pic>
      <p:pic>
        <p:nvPicPr>
          <p:cNvPr id="24" name="图形 23"/>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7627950">
            <a:off x="-2062625" y="2035361"/>
            <a:ext cx="3146863" cy="2887328"/>
          </a:xfrm>
          <a:prstGeom prst="rect">
            <a:avLst/>
          </a:prstGeom>
        </p:spPr>
      </p:pic>
      <p:sp>
        <p:nvSpPr>
          <p:cNvPr id="29" name="矩形: 圆角 28"/>
          <p:cNvSpPr/>
          <p:nvPr/>
        </p:nvSpPr>
        <p:spPr>
          <a:xfrm>
            <a:off x="1697388" y="4214461"/>
            <a:ext cx="1925698" cy="304290"/>
          </a:xfrm>
          <a:prstGeom prst="roundRect">
            <a:avLst>
              <a:gd name="adj" fmla="val 50000"/>
            </a:avLst>
          </a:prstGeom>
          <a:solidFill>
            <a:srgbClr val="234463"/>
          </a:solidFill>
          <a:ln>
            <a:noFill/>
          </a:ln>
          <a:effectLst>
            <a:outerShdw blurRad="469900" dist="38100" dir="8100000" sx="114000" sy="114000" algn="tr" rotWithShape="0">
              <a:srgbClr val="F8FEFE"/>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p:cNvSpPr/>
          <p:nvPr/>
        </p:nvSpPr>
        <p:spPr>
          <a:xfrm>
            <a:off x="1695129" y="4214461"/>
            <a:ext cx="1605280" cy="306705"/>
          </a:xfrm>
          <a:prstGeom prst="rect">
            <a:avLst/>
          </a:prstGeom>
        </p:spPr>
        <p:txBody>
          <a:bodyPr wrap="none">
            <a:spAutoFit/>
          </a:bodyPr>
          <a:lstStyle/>
          <a:p>
            <a:pPr algn="ctr"/>
            <a:r>
              <a:rPr lang="zh-CN" altLang="en-US" sz="1400">
                <a:solidFill>
                  <a:schemeClr val="bg1"/>
                </a:solidFill>
                <a:latin typeface="微软雅黑 Light" panose="020B0502040204020203" pitchFamily="34" charset="-122"/>
                <a:ea typeface="微软雅黑 Light" panose="020B0502040204020203" pitchFamily="34" charset="-122"/>
              </a:rPr>
              <a:t>该写点啥呢。。。</a:t>
            </a:r>
            <a:endParaRPr lang="zh-CN" altLang="en-US" sz="1400">
              <a:solidFill>
                <a:schemeClr val="bg1"/>
              </a:solidFill>
              <a:latin typeface="微软雅黑 Light" panose="020B0502040204020203" pitchFamily="34" charset="-122"/>
              <a:ea typeface="微软雅黑 Light" panose="020B0502040204020203" pitchFamily="34" charset="-122"/>
            </a:endParaRPr>
          </a:p>
        </p:txBody>
      </p:sp>
      <p:sp>
        <p:nvSpPr>
          <p:cNvPr id="31" name="椭圆 30"/>
          <p:cNvSpPr/>
          <p:nvPr/>
        </p:nvSpPr>
        <p:spPr>
          <a:xfrm>
            <a:off x="3319874" y="4214461"/>
            <a:ext cx="303212" cy="303212"/>
          </a:xfrm>
          <a:prstGeom prst="ellipse">
            <a:avLst/>
          </a:prstGeom>
          <a:solidFill>
            <a:srgbClr val="3599FC"/>
          </a:solidFill>
          <a:ln>
            <a:noFill/>
          </a:ln>
          <a:effectLst>
            <a:outerShdw blurRad="127000" dist="38100" dir="8100000" sx="105000" sy="105000" algn="tr" rotWithShape="0">
              <a:srgbClr val="3599FC">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p:cNvCxnSpPr/>
          <p:nvPr/>
        </p:nvCxnSpPr>
        <p:spPr>
          <a:xfrm>
            <a:off x="3390703" y="4369098"/>
            <a:ext cx="144000" cy="0"/>
          </a:xfrm>
          <a:prstGeom prst="line">
            <a:avLst/>
          </a:prstGeom>
          <a:ln>
            <a:solidFill>
              <a:schemeClr val="bg1"/>
            </a:solidFill>
            <a:headEnd type="arrow" w="sm" len="sm"/>
          </a:ln>
        </p:spPr>
        <p:style>
          <a:lnRef idx="1">
            <a:schemeClr val="accent1"/>
          </a:lnRef>
          <a:fillRef idx="0">
            <a:schemeClr val="accent1"/>
          </a:fillRef>
          <a:effectRef idx="0">
            <a:schemeClr val="accent1"/>
          </a:effectRef>
          <a:fontRef idx="minor">
            <a:schemeClr val="tx1"/>
          </a:fontRef>
        </p:style>
      </p:cxnSp>
      <p:pic>
        <p:nvPicPr>
          <p:cNvPr id="4" name="图片 3" descr="131497749be06287b637fc52ce0c9dd"/>
          <p:cNvPicPr>
            <a:picLocks noChangeAspect="1"/>
          </p:cNvPicPr>
          <p:nvPr/>
        </p:nvPicPr>
        <p:blipFill>
          <a:blip r:embed="rId7"/>
          <a:srcRect l="9514" t="1216" r="70077" b="81667"/>
          <a:stretch>
            <a:fillRect/>
          </a:stretch>
        </p:blipFill>
        <p:spPr>
          <a:xfrm>
            <a:off x="7298055" y="2225675"/>
            <a:ext cx="1284605" cy="1223010"/>
          </a:xfrm>
          <a:prstGeom prst="rect">
            <a:avLst/>
          </a:prstGeom>
        </p:spPr>
      </p:pic>
      <p:pic>
        <p:nvPicPr>
          <p:cNvPr id="5" name="图片 4" descr="131497749be06287b637fc52ce0c9dd"/>
          <p:cNvPicPr>
            <a:picLocks noChangeAspect="1"/>
          </p:cNvPicPr>
          <p:nvPr/>
        </p:nvPicPr>
        <p:blipFill>
          <a:blip r:embed="rId7"/>
          <a:srcRect l="38900" t="68107" r="40691" b="14776"/>
          <a:stretch>
            <a:fillRect/>
          </a:stretch>
        </p:blipFill>
        <p:spPr>
          <a:xfrm>
            <a:off x="3390900" y="447040"/>
            <a:ext cx="1186815" cy="1130300"/>
          </a:xfrm>
          <a:prstGeom prst="rect">
            <a:avLst/>
          </a:prstGeom>
        </p:spPr>
      </p:pic>
      <p:pic>
        <p:nvPicPr>
          <p:cNvPr id="6" name="图片 5" descr="131497749be06287b637fc52ce0c9dd"/>
          <p:cNvPicPr>
            <a:picLocks noChangeAspect="1"/>
          </p:cNvPicPr>
          <p:nvPr/>
        </p:nvPicPr>
        <p:blipFill>
          <a:blip r:embed="rId7"/>
          <a:srcRect l="11200" t="69348" r="72137" b="16246"/>
          <a:stretch>
            <a:fillRect/>
          </a:stretch>
        </p:blipFill>
        <p:spPr>
          <a:xfrm>
            <a:off x="4852670" y="5217160"/>
            <a:ext cx="1297940" cy="1275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9" name="Freeform 5"/>
          <p:cNvSpPr/>
          <p:nvPr/>
        </p:nvSpPr>
        <p:spPr bwMode="auto">
          <a:xfrm>
            <a:off x="9574999" y="-413233"/>
            <a:ext cx="6211888" cy="6154738"/>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noFill/>
          <a:ln w="17577" cap="flat">
            <a:solidFill>
              <a:schemeClr val="tx1">
                <a:alpha val="18000"/>
              </a:schemeClr>
            </a:solidFill>
            <a:prstDash val="solid"/>
            <a:miter/>
          </a:ln>
        </p:spPr>
        <p:txBody>
          <a:bodyPr vert="horz" wrap="square" lIns="91440" tIns="45720" rIns="91440" bIns="45720" numCol="1" anchor="t" anchorCtr="0" compatLnSpc="1"/>
          <a:lstStyle/>
          <a:p>
            <a:endParaRPr lang="zh-CN" altLang="en-US"/>
          </a:p>
        </p:txBody>
      </p:sp>
      <p:sp>
        <p:nvSpPr>
          <p:cNvPr id="47" name="Freeform 5"/>
          <p:cNvSpPr/>
          <p:nvPr/>
        </p:nvSpPr>
        <p:spPr bwMode="auto">
          <a:xfrm>
            <a:off x="8343238" y="1912868"/>
            <a:ext cx="6211888" cy="6154738"/>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chemeClr val="bg1"/>
          </a:solidFill>
          <a:ln>
            <a:noFill/>
          </a:ln>
          <a:effectLst>
            <a:outerShdw blurRad="965200" dist="203200" dir="13500000" algn="br" rotWithShape="0">
              <a:srgbClr val="177DE3">
                <a:alpha val="5000"/>
              </a:srgbClr>
            </a:outerShdw>
          </a:effectLst>
        </p:spPr>
        <p:txBody>
          <a:bodyPr vert="horz" wrap="square" lIns="91440" tIns="45720" rIns="91440" bIns="45720" numCol="1" anchor="t" anchorCtr="0" compatLnSpc="1"/>
          <a:lstStyle/>
          <a:p>
            <a:endParaRPr lang="zh-CN" altLang="en-US"/>
          </a:p>
        </p:txBody>
      </p:sp>
      <p:sp>
        <p:nvSpPr>
          <p:cNvPr id="4" name="Freeform 5"/>
          <p:cNvSpPr/>
          <p:nvPr/>
        </p:nvSpPr>
        <p:spPr bwMode="auto">
          <a:xfrm rot="9300860" flipV="1">
            <a:off x="-742789" y="4545303"/>
            <a:ext cx="3551766" cy="3519090"/>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gradFill flip="none" rotWithShape="1">
            <a:gsLst>
              <a:gs pos="55000">
                <a:srgbClr val="F8FEFE"/>
              </a:gs>
              <a:gs pos="0">
                <a:schemeClr val="bg1">
                  <a:alpha val="0"/>
                </a:schemeClr>
              </a:gs>
            </a:gsLst>
            <a:lin ang="13500000" scaled="1"/>
            <a:tileRect/>
          </a:gradFill>
          <a:ln>
            <a:noFill/>
          </a:ln>
          <a:effectLst>
            <a:outerShdw blurRad="825500" dist="38100" dir="13500000" algn="br" rotWithShape="0">
              <a:srgbClr val="177DE3">
                <a:alpha val="7000"/>
              </a:srgbClr>
            </a:outerShdw>
          </a:effectLst>
        </p:spPr>
        <p:txBody>
          <a:bodyPr vert="horz" wrap="square" lIns="91440" tIns="45720" rIns="91440" bIns="45720" numCol="1" anchor="t" anchorCtr="0" compatLnSpc="1"/>
          <a:lstStyle/>
          <a:p>
            <a:endParaRPr lang="zh-CN" altLang="en-US"/>
          </a:p>
        </p:txBody>
      </p:sp>
      <p:grpSp>
        <p:nvGrpSpPr>
          <p:cNvPr id="10" name="组合 9"/>
          <p:cNvGrpSpPr/>
          <p:nvPr>
            <p:custDataLst>
              <p:tags r:id="rId1"/>
            </p:custDataLst>
          </p:nvPr>
        </p:nvGrpSpPr>
        <p:grpSpPr>
          <a:xfrm>
            <a:off x="4450021" y="999791"/>
            <a:ext cx="751192" cy="574537"/>
            <a:chOff x="6465859" y="1148078"/>
            <a:chExt cx="751192" cy="574537"/>
          </a:xfrm>
        </p:grpSpPr>
        <p:sp>
          <p:nvSpPr>
            <p:cNvPr id="2" name="Freeform 5"/>
            <p:cNvSpPr/>
            <p:nvPr>
              <p:custDataLst>
                <p:tags r:id="rId2"/>
              </p:custDataLst>
            </p:nvPr>
          </p:nvSpPr>
          <p:spPr bwMode="auto">
            <a:xfrm>
              <a:off x="6465859" y="1148078"/>
              <a:ext cx="672994" cy="574537"/>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C9E7FF"/>
            </a:solidFill>
            <a:ln>
              <a:noFill/>
            </a:ln>
            <a:effectLst>
              <a:outerShdw blurRad="165100" dist="127000" dir="2700000" algn="tl" rotWithShape="0">
                <a:srgbClr val="177DE3">
                  <a:alpha val="10000"/>
                </a:srgbClr>
              </a:outerShdw>
            </a:effectLst>
          </p:spPr>
          <p:txBody>
            <a:bodyPr vert="horz" wrap="square" lIns="91440" tIns="45720" rIns="91440" bIns="45720" numCol="1" anchor="t" anchorCtr="0" compatLnSpc="1"/>
            <a:lstStyle/>
            <a:p>
              <a:endParaRPr lang="zh-CN" altLang="en-US"/>
            </a:p>
          </p:txBody>
        </p:sp>
        <p:sp>
          <p:nvSpPr>
            <p:cNvPr id="5" name="文本框 4"/>
            <p:cNvSpPr txBox="1"/>
            <p:nvPr>
              <p:custDataLst>
                <p:tags r:id="rId3"/>
              </p:custDataLst>
            </p:nvPr>
          </p:nvSpPr>
          <p:spPr>
            <a:xfrm>
              <a:off x="6465859" y="1173737"/>
              <a:ext cx="751192" cy="523220"/>
            </a:xfrm>
            <a:prstGeom prst="rect">
              <a:avLst/>
            </a:prstGeom>
            <a:noFill/>
          </p:spPr>
          <p:txBody>
            <a:bodyPr wrap="square" rtlCol="0">
              <a:spAutoFit/>
            </a:bodyPr>
            <a:lstStyle/>
            <a:p>
              <a:pPr algn="ctr"/>
              <a:r>
                <a:rPr lang="en-US" altLang="zh-CN" sz="2800" b="1">
                  <a:solidFill>
                    <a:srgbClr val="234463"/>
                  </a:solidFill>
                  <a:latin typeface="微软雅黑" panose="020B0503020204020204" pitchFamily="34" charset="-122"/>
                  <a:ea typeface="微软雅黑" panose="020B0503020204020204" pitchFamily="34" charset="-122"/>
                </a:rPr>
                <a:t>01</a:t>
              </a:r>
              <a:endParaRPr lang="zh-CN" altLang="en-US" sz="2800" b="1">
                <a:solidFill>
                  <a:srgbClr val="234463"/>
                </a:solidFill>
                <a:latin typeface="微软雅黑" panose="020B0503020204020204" pitchFamily="34" charset="-122"/>
                <a:ea typeface="微软雅黑" panose="020B0503020204020204" pitchFamily="34" charset="-122"/>
              </a:endParaRPr>
            </a:p>
          </p:txBody>
        </p:sp>
      </p:grpSp>
      <p:sp>
        <p:nvSpPr>
          <p:cNvPr id="7" name="文本框 6"/>
          <p:cNvSpPr txBox="1"/>
          <p:nvPr>
            <p:custDataLst>
              <p:tags r:id="rId4"/>
            </p:custDataLst>
          </p:nvPr>
        </p:nvSpPr>
        <p:spPr>
          <a:xfrm>
            <a:off x="5452921" y="915141"/>
            <a:ext cx="2539274" cy="398780"/>
          </a:xfrm>
          <a:prstGeom prst="rect">
            <a:avLst/>
          </a:prstGeom>
          <a:noFill/>
        </p:spPr>
        <p:txBody>
          <a:bodyPr wrap="square" rtlCol="0">
            <a:spAutoFit/>
          </a:bodyPr>
          <a:lstStyle/>
          <a:p>
            <a:r>
              <a:rPr lang="zh-CN" altLang="en-US" sz="2000" b="1">
                <a:solidFill>
                  <a:srgbClr val="234463"/>
                </a:solidFill>
                <a:latin typeface="微软雅黑" panose="020B0503020204020204" pitchFamily="34" charset="-122"/>
                <a:ea typeface="微软雅黑" panose="020B0503020204020204" pitchFamily="34" charset="-122"/>
              </a:rPr>
              <a:t>视频的概念</a:t>
            </a:r>
            <a:endParaRPr lang="zh-CN" altLang="en-US" sz="2000" b="1">
              <a:solidFill>
                <a:srgbClr val="234463"/>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5"/>
            </p:custDataLst>
          </p:nvPr>
        </p:nvSpPr>
        <p:spPr>
          <a:xfrm>
            <a:off x="5526581" y="1273071"/>
            <a:ext cx="3778362" cy="275590"/>
          </a:xfrm>
          <a:prstGeom prst="rect">
            <a:avLst/>
          </a:prstGeom>
          <a:noFill/>
        </p:spPr>
        <p:txBody>
          <a:bodyPr wrap="square" rtlCol="0">
            <a:spAutoFit/>
          </a:bodyPr>
          <a:lstStyle/>
          <a:p>
            <a:r>
              <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rPr>
              <a:t>自己查</a:t>
            </a:r>
            <a:endPar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endParaRPr>
          </a:p>
        </p:txBody>
      </p:sp>
      <p:grpSp>
        <p:nvGrpSpPr>
          <p:cNvPr id="13" name="组合 12"/>
          <p:cNvGrpSpPr/>
          <p:nvPr>
            <p:custDataLst>
              <p:tags r:id="rId6"/>
            </p:custDataLst>
          </p:nvPr>
        </p:nvGrpSpPr>
        <p:grpSpPr>
          <a:xfrm>
            <a:off x="4450021" y="2103892"/>
            <a:ext cx="751192" cy="574537"/>
            <a:chOff x="6465859" y="1148078"/>
            <a:chExt cx="751192" cy="574537"/>
          </a:xfrm>
        </p:grpSpPr>
        <p:sp>
          <p:nvSpPr>
            <p:cNvPr id="17" name="Freeform 5"/>
            <p:cNvSpPr/>
            <p:nvPr>
              <p:custDataLst>
                <p:tags r:id="rId7"/>
              </p:custDataLst>
            </p:nvPr>
          </p:nvSpPr>
          <p:spPr bwMode="auto">
            <a:xfrm>
              <a:off x="6465859" y="1148078"/>
              <a:ext cx="672994" cy="574537"/>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C9E7FF"/>
            </a:solidFill>
            <a:ln>
              <a:noFill/>
            </a:ln>
            <a:effectLst>
              <a:outerShdw blurRad="165100" dist="127000" dir="2700000" algn="tl" rotWithShape="0">
                <a:srgbClr val="177DE3">
                  <a:alpha val="10000"/>
                </a:srgbClr>
              </a:outerShdw>
            </a:effectLst>
          </p:spPr>
          <p:txBody>
            <a:bodyPr vert="horz" wrap="square" lIns="91440" tIns="45720" rIns="91440" bIns="45720" numCol="1" anchor="t" anchorCtr="0" compatLnSpc="1"/>
            <a:lstStyle/>
            <a:p>
              <a:endParaRPr lang="zh-CN" altLang="en-US"/>
            </a:p>
          </p:txBody>
        </p:sp>
        <p:sp>
          <p:nvSpPr>
            <p:cNvPr id="18" name="文本框 17"/>
            <p:cNvSpPr txBox="1"/>
            <p:nvPr>
              <p:custDataLst>
                <p:tags r:id="rId8"/>
              </p:custDataLst>
            </p:nvPr>
          </p:nvSpPr>
          <p:spPr>
            <a:xfrm>
              <a:off x="6465859" y="1173737"/>
              <a:ext cx="751192" cy="523220"/>
            </a:xfrm>
            <a:prstGeom prst="rect">
              <a:avLst/>
            </a:prstGeom>
            <a:noFill/>
          </p:spPr>
          <p:txBody>
            <a:bodyPr wrap="square" rtlCol="0">
              <a:spAutoFit/>
            </a:bodyPr>
            <a:lstStyle/>
            <a:p>
              <a:pPr algn="ctr"/>
              <a:r>
                <a:rPr lang="en-US" altLang="zh-CN" sz="2800" b="1">
                  <a:solidFill>
                    <a:srgbClr val="234463"/>
                  </a:solidFill>
                  <a:latin typeface="微软雅黑" panose="020B0503020204020204" pitchFamily="34" charset="-122"/>
                  <a:ea typeface="微软雅黑" panose="020B0503020204020204" pitchFamily="34" charset="-122"/>
                </a:rPr>
                <a:t>02</a:t>
              </a:r>
              <a:endParaRPr lang="zh-CN" altLang="en-US" sz="2800" b="1">
                <a:solidFill>
                  <a:srgbClr val="234463"/>
                </a:solidFill>
                <a:latin typeface="微软雅黑" panose="020B0503020204020204" pitchFamily="34" charset="-122"/>
                <a:ea typeface="微软雅黑" panose="020B0503020204020204" pitchFamily="34" charset="-122"/>
              </a:endParaRPr>
            </a:p>
          </p:txBody>
        </p:sp>
      </p:grpSp>
      <p:sp>
        <p:nvSpPr>
          <p:cNvPr id="15" name="文本框 14"/>
          <p:cNvSpPr txBox="1"/>
          <p:nvPr>
            <p:custDataLst>
              <p:tags r:id="rId9"/>
            </p:custDataLst>
          </p:nvPr>
        </p:nvSpPr>
        <p:spPr>
          <a:xfrm>
            <a:off x="5452921" y="2019242"/>
            <a:ext cx="2539274" cy="398780"/>
          </a:xfrm>
          <a:prstGeom prst="rect">
            <a:avLst/>
          </a:prstGeom>
          <a:noFill/>
        </p:spPr>
        <p:txBody>
          <a:bodyPr wrap="square" rtlCol="0">
            <a:spAutoFit/>
          </a:bodyPr>
          <a:lstStyle/>
          <a:p>
            <a:r>
              <a:rPr lang="zh-CN" altLang="en-US" sz="2000" b="1">
                <a:solidFill>
                  <a:srgbClr val="234463"/>
                </a:solidFill>
                <a:latin typeface="微软雅黑" panose="020B0503020204020204" pitchFamily="34" charset="-122"/>
                <a:ea typeface="微软雅黑" panose="020B0503020204020204" pitchFamily="34" charset="-122"/>
              </a:rPr>
              <a:t>视频的历史</a:t>
            </a:r>
            <a:endParaRPr lang="zh-CN" altLang="en-US" sz="2000" b="1">
              <a:solidFill>
                <a:srgbClr val="234463"/>
              </a:solidFill>
              <a:latin typeface="微软雅黑" panose="020B0503020204020204" pitchFamily="34" charset="-122"/>
              <a:ea typeface="微软雅黑" panose="020B0503020204020204" pitchFamily="34" charset="-122"/>
            </a:endParaRPr>
          </a:p>
        </p:txBody>
      </p:sp>
      <p:sp>
        <p:nvSpPr>
          <p:cNvPr id="16" name="文本框 15"/>
          <p:cNvSpPr txBox="1"/>
          <p:nvPr>
            <p:custDataLst>
              <p:tags r:id="rId10"/>
            </p:custDataLst>
          </p:nvPr>
        </p:nvSpPr>
        <p:spPr>
          <a:xfrm>
            <a:off x="5452921" y="2321292"/>
            <a:ext cx="3778362" cy="275590"/>
          </a:xfrm>
          <a:prstGeom prst="rect">
            <a:avLst/>
          </a:prstGeom>
          <a:noFill/>
        </p:spPr>
        <p:txBody>
          <a:bodyPr wrap="square" rtlCol="0">
            <a:spAutoFit/>
          </a:bodyPr>
          <a:lstStyle/>
          <a:p>
            <a:r>
              <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rPr>
              <a:t>自己查</a:t>
            </a:r>
            <a:endPar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endParaRPr>
          </a:p>
        </p:txBody>
      </p:sp>
      <p:grpSp>
        <p:nvGrpSpPr>
          <p:cNvPr id="20" name="组合 19"/>
          <p:cNvGrpSpPr/>
          <p:nvPr>
            <p:custDataLst>
              <p:tags r:id="rId11"/>
            </p:custDataLst>
          </p:nvPr>
        </p:nvGrpSpPr>
        <p:grpSpPr>
          <a:xfrm>
            <a:off x="4450021" y="3207993"/>
            <a:ext cx="751192" cy="574537"/>
            <a:chOff x="6465859" y="1148078"/>
            <a:chExt cx="751192" cy="574537"/>
          </a:xfrm>
        </p:grpSpPr>
        <p:sp>
          <p:nvSpPr>
            <p:cNvPr id="24" name="Freeform 5"/>
            <p:cNvSpPr/>
            <p:nvPr>
              <p:custDataLst>
                <p:tags r:id="rId12"/>
              </p:custDataLst>
            </p:nvPr>
          </p:nvSpPr>
          <p:spPr bwMode="auto">
            <a:xfrm>
              <a:off x="6465859" y="1148078"/>
              <a:ext cx="672994" cy="574537"/>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C9E7FF"/>
            </a:solidFill>
            <a:ln>
              <a:noFill/>
            </a:ln>
            <a:effectLst>
              <a:outerShdw blurRad="165100" dist="127000" dir="2700000" algn="tl" rotWithShape="0">
                <a:srgbClr val="177DE3">
                  <a:alpha val="10000"/>
                </a:srgbClr>
              </a:outerShdw>
            </a:effectLst>
          </p:spPr>
          <p:txBody>
            <a:bodyPr vert="horz" wrap="square" lIns="91440" tIns="45720" rIns="91440" bIns="45720" numCol="1" anchor="t" anchorCtr="0" compatLnSpc="1"/>
            <a:lstStyle/>
            <a:p>
              <a:endParaRPr lang="zh-CN" altLang="en-US"/>
            </a:p>
          </p:txBody>
        </p:sp>
        <p:sp>
          <p:nvSpPr>
            <p:cNvPr id="25" name="文本框 24"/>
            <p:cNvSpPr txBox="1"/>
            <p:nvPr>
              <p:custDataLst>
                <p:tags r:id="rId13"/>
              </p:custDataLst>
            </p:nvPr>
          </p:nvSpPr>
          <p:spPr>
            <a:xfrm>
              <a:off x="6465859" y="1173737"/>
              <a:ext cx="751192" cy="523220"/>
            </a:xfrm>
            <a:prstGeom prst="rect">
              <a:avLst/>
            </a:prstGeom>
            <a:noFill/>
          </p:spPr>
          <p:txBody>
            <a:bodyPr wrap="square" rtlCol="0">
              <a:spAutoFit/>
            </a:bodyPr>
            <a:lstStyle/>
            <a:p>
              <a:pPr algn="ctr"/>
              <a:r>
                <a:rPr lang="en-US" altLang="zh-CN" sz="2800" b="1">
                  <a:solidFill>
                    <a:srgbClr val="234463"/>
                  </a:solidFill>
                  <a:latin typeface="微软雅黑" panose="020B0503020204020204" pitchFamily="34" charset="-122"/>
                  <a:ea typeface="微软雅黑" panose="020B0503020204020204" pitchFamily="34" charset="-122"/>
                </a:rPr>
                <a:t>03</a:t>
              </a:r>
              <a:endParaRPr lang="zh-CN" altLang="en-US" sz="2800" b="1">
                <a:solidFill>
                  <a:srgbClr val="234463"/>
                </a:solidFill>
                <a:latin typeface="微软雅黑" panose="020B0503020204020204" pitchFamily="34" charset="-122"/>
                <a:ea typeface="微软雅黑" panose="020B0503020204020204" pitchFamily="34" charset="-122"/>
              </a:endParaRPr>
            </a:p>
          </p:txBody>
        </p:sp>
      </p:grpSp>
      <p:sp>
        <p:nvSpPr>
          <p:cNvPr id="22" name="文本框 21"/>
          <p:cNvSpPr txBox="1"/>
          <p:nvPr>
            <p:custDataLst>
              <p:tags r:id="rId14"/>
            </p:custDataLst>
          </p:nvPr>
        </p:nvSpPr>
        <p:spPr>
          <a:xfrm>
            <a:off x="5452921" y="3123343"/>
            <a:ext cx="2539274" cy="398780"/>
          </a:xfrm>
          <a:prstGeom prst="rect">
            <a:avLst/>
          </a:prstGeom>
          <a:noFill/>
        </p:spPr>
        <p:txBody>
          <a:bodyPr wrap="square" rtlCol="0">
            <a:spAutoFit/>
          </a:bodyPr>
          <a:lstStyle/>
          <a:p>
            <a:r>
              <a:rPr lang="zh-CN" altLang="en-US" sz="2000" b="1">
                <a:solidFill>
                  <a:srgbClr val="234463"/>
                </a:solidFill>
                <a:latin typeface="微软雅黑" panose="020B0503020204020204" pitchFamily="34" charset="-122"/>
                <a:ea typeface="微软雅黑" panose="020B0503020204020204" pitchFamily="34" charset="-122"/>
                <a:sym typeface="+mn-ea"/>
              </a:rPr>
              <a:t>视频的作用</a:t>
            </a:r>
            <a:endParaRPr lang="zh-CN" altLang="en-US" sz="2000" b="1">
              <a:solidFill>
                <a:srgbClr val="234463"/>
              </a:solidFill>
              <a:latin typeface="微软雅黑" panose="020B0503020204020204" pitchFamily="34" charset="-122"/>
              <a:ea typeface="微软雅黑" panose="020B0503020204020204" pitchFamily="34" charset="-122"/>
            </a:endParaRPr>
          </a:p>
        </p:txBody>
      </p:sp>
      <p:sp>
        <p:nvSpPr>
          <p:cNvPr id="23" name="文本框 22"/>
          <p:cNvSpPr txBox="1"/>
          <p:nvPr>
            <p:custDataLst>
              <p:tags r:id="rId15"/>
            </p:custDataLst>
          </p:nvPr>
        </p:nvSpPr>
        <p:spPr>
          <a:xfrm>
            <a:off x="5452921" y="3425393"/>
            <a:ext cx="3778362" cy="275590"/>
          </a:xfrm>
          <a:prstGeom prst="rect">
            <a:avLst/>
          </a:prstGeom>
          <a:noFill/>
        </p:spPr>
        <p:txBody>
          <a:bodyPr wrap="square" rtlCol="0">
            <a:spAutoFit/>
          </a:bodyPr>
          <a:lstStyle/>
          <a:p>
            <a:r>
              <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rPr>
              <a:t>自己查</a:t>
            </a:r>
            <a:endPar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endParaRPr>
          </a:p>
        </p:txBody>
      </p:sp>
      <p:grpSp>
        <p:nvGrpSpPr>
          <p:cNvPr id="27" name="组合 26"/>
          <p:cNvGrpSpPr/>
          <p:nvPr>
            <p:custDataLst>
              <p:tags r:id="rId16"/>
            </p:custDataLst>
          </p:nvPr>
        </p:nvGrpSpPr>
        <p:grpSpPr>
          <a:xfrm>
            <a:off x="4450021" y="4312094"/>
            <a:ext cx="751192" cy="574537"/>
            <a:chOff x="6465859" y="1148078"/>
            <a:chExt cx="751192" cy="574537"/>
          </a:xfrm>
        </p:grpSpPr>
        <p:sp>
          <p:nvSpPr>
            <p:cNvPr id="31" name="Freeform 5"/>
            <p:cNvSpPr/>
            <p:nvPr>
              <p:custDataLst>
                <p:tags r:id="rId17"/>
              </p:custDataLst>
            </p:nvPr>
          </p:nvSpPr>
          <p:spPr bwMode="auto">
            <a:xfrm>
              <a:off x="6465859" y="1148078"/>
              <a:ext cx="672994" cy="574537"/>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C9E7FF"/>
            </a:solidFill>
            <a:ln>
              <a:noFill/>
            </a:ln>
            <a:effectLst>
              <a:outerShdw blurRad="165100" dist="127000" dir="2700000" algn="tl" rotWithShape="0">
                <a:srgbClr val="177DE3">
                  <a:alpha val="10000"/>
                </a:srgbClr>
              </a:outerShdw>
            </a:effectLst>
          </p:spPr>
          <p:txBody>
            <a:bodyPr vert="horz" wrap="square" lIns="91440" tIns="45720" rIns="91440" bIns="45720" numCol="1" anchor="t" anchorCtr="0" compatLnSpc="1"/>
            <a:lstStyle/>
            <a:p>
              <a:endParaRPr lang="zh-CN" altLang="en-US"/>
            </a:p>
          </p:txBody>
        </p:sp>
        <p:sp>
          <p:nvSpPr>
            <p:cNvPr id="32" name="文本框 31"/>
            <p:cNvSpPr txBox="1"/>
            <p:nvPr>
              <p:custDataLst>
                <p:tags r:id="rId18"/>
              </p:custDataLst>
            </p:nvPr>
          </p:nvSpPr>
          <p:spPr>
            <a:xfrm>
              <a:off x="6465859" y="1173737"/>
              <a:ext cx="751192" cy="523220"/>
            </a:xfrm>
            <a:prstGeom prst="rect">
              <a:avLst/>
            </a:prstGeom>
            <a:noFill/>
          </p:spPr>
          <p:txBody>
            <a:bodyPr wrap="square" rtlCol="0">
              <a:spAutoFit/>
            </a:bodyPr>
            <a:lstStyle/>
            <a:p>
              <a:pPr algn="ctr"/>
              <a:r>
                <a:rPr lang="en-US" altLang="zh-CN" sz="2800" b="1">
                  <a:solidFill>
                    <a:srgbClr val="234463"/>
                  </a:solidFill>
                  <a:latin typeface="微软雅黑" panose="020B0503020204020204" pitchFamily="34" charset="-122"/>
                  <a:ea typeface="微软雅黑" panose="020B0503020204020204" pitchFamily="34" charset="-122"/>
                </a:rPr>
                <a:t>04</a:t>
              </a:r>
              <a:endParaRPr lang="zh-CN" altLang="en-US" sz="2800" b="1">
                <a:solidFill>
                  <a:srgbClr val="234463"/>
                </a:solidFill>
                <a:latin typeface="微软雅黑" panose="020B0503020204020204" pitchFamily="34" charset="-122"/>
                <a:ea typeface="微软雅黑" panose="020B0503020204020204" pitchFamily="34" charset="-122"/>
              </a:endParaRPr>
            </a:p>
          </p:txBody>
        </p:sp>
      </p:grpSp>
      <p:sp>
        <p:nvSpPr>
          <p:cNvPr id="29" name="文本框 28"/>
          <p:cNvSpPr txBox="1"/>
          <p:nvPr>
            <p:custDataLst>
              <p:tags r:id="rId19"/>
            </p:custDataLst>
          </p:nvPr>
        </p:nvSpPr>
        <p:spPr>
          <a:xfrm>
            <a:off x="5452921" y="4227444"/>
            <a:ext cx="2539274" cy="398780"/>
          </a:xfrm>
          <a:prstGeom prst="rect">
            <a:avLst/>
          </a:prstGeom>
          <a:noFill/>
        </p:spPr>
        <p:txBody>
          <a:bodyPr wrap="square" rtlCol="0">
            <a:spAutoFit/>
          </a:bodyPr>
          <a:lstStyle/>
          <a:p>
            <a:r>
              <a:rPr lang="zh-CN" altLang="en-US" sz="2000" b="1">
                <a:solidFill>
                  <a:srgbClr val="234463"/>
                </a:solidFill>
                <a:latin typeface="微软雅黑" panose="020B0503020204020204" pitchFamily="34" charset="-122"/>
                <a:ea typeface="微软雅黑" panose="020B0503020204020204" pitchFamily="34" charset="-122"/>
              </a:rPr>
              <a:t>视频的意义</a:t>
            </a:r>
            <a:endParaRPr lang="zh-CN" altLang="en-US" sz="2000" b="1">
              <a:solidFill>
                <a:srgbClr val="234463"/>
              </a:solidFill>
              <a:latin typeface="微软雅黑" panose="020B0503020204020204" pitchFamily="34" charset="-122"/>
              <a:ea typeface="微软雅黑" panose="020B0503020204020204" pitchFamily="34" charset="-122"/>
            </a:endParaRPr>
          </a:p>
        </p:txBody>
      </p:sp>
      <p:sp>
        <p:nvSpPr>
          <p:cNvPr id="30" name="文本框 29"/>
          <p:cNvSpPr txBox="1"/>
          <p:nvPr>
            <p:custDataLst>
              <p:tags r:id="rId20"/>
            </p:custDataLst>
          </p:nvPr>
        </p:nvSpPr>
        <p:spPr>
          <a:xfrm>
            <a:off x="5452921" y="4529494"/>
            <a:ext cx="3778362" cy="275590"/>
          </a:xfrm>
          <a:prstGeom prst="rect">
            <a:avLst/>
          </a:prstGeom>
          <a:noFill/>
        </p:spPr>
        <p:txBody>
          <a:bodyPr wrap="square" rtlCol="0">
            <a:spAutoFit/>
          </a:bodyPr>
          <a:lstStyle/>
          <a:p>
            <a:r>
              <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rPr>
              <a:t>自己查</a:t>
            </a:r>
            <a:endPar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endParaRPr>
          </a:p>
        </p:txBody>
      </p:sp>
      <p:grpSp>
        <p:nvGrpSpPr>
          <p:cNvPr id="34" name="组合 33"/>
          <p:cNvGrpSpPr/>
          <p:nvPr>
            <p:custDataLst>
              <p:tags r:id="rId21"/>
            </p:custDataLst>
          </p:nvPr>
        </p:nvGrpSpPr>
        <p:grpSpPr>
          <a:xfrm>
            <a:off x="4450021" y="5416195"/>
            <a:ext cx="751192" cy="574537"/>
            <a:chOff x="6465859" y="1148078"/>
            <a:chExt cx="751192" cy="574537"/>
          </a:xfrm>
        </p:grpSpPr>
        <p:sp>
          <p:nvSpPr>
            <p:cNvPr id="38" name="Freeform 5"/>
            <p:cNvSpPr/>
            <p:nvPr>
              <p:custDataLst>
                <p:tags r:id="rId22"/>
              </p:custDataLst>
            </p:nvPr>
          </p:nvSpPr>
          <p:spPr bwMode="auto">
            <a:xfrm>
              <a:off x="6465859" y="1148078"/>
              <a:ext cx="672994" cy="574537"/>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C9E7FF"/>
            </a:solidFill>
            <a:ln>
              <a:noFill/>
            </a:ln>
            <a:effectLst>
              <a:outerShdw blurRad="165100" dist="127000" dir="2700000" algn="tl" rotWithShape="0">
                <a:srgbClr val="177DE3">
                  <a:alpha val="10000"/>
                </a:srgbClr>
              </a:outerShdw>
            </a:effectLst>
          </p:spPr>
          <p:txBody>
            <a:bodyPr vert="horz" wrap="square" lIns="91440" tIns="45720" rIns="91440" bIns="45720" numCol="1" anchor="t" anchorCtr="0" compatLnSpc="1"/>
            <a:lstStyle/>
            <a:p>
              <a:endParaRPr lang="zh-CN" altLang="en-US"/>
            </a:p>
          </p:txBody>
        </p:sp>
        <p:sp>
          <p:nvSpPr>
            <p:cNvPr id="39" name="文本框 38"/>
            <p:cNvSpPr txBox="1"/>
            <p:nvPr>
              <p:custDataLst>
                <p:tags r:id="rId23"/>
              </p:custDataLst>
            </p:nvPr>
          </p:nvSpPr>
          <p:spPr>
            <a:xfrm>
              <a:off x="6465859" y="1173737"/>
              <a:ext cx="751192" cy="523220"/>
            </a:xfrm>
            <a:prstGeom prst="rect">
              <a:avLst/>
            </a:prstGeom>
            <a:noFill/>
          </p:spPr>
          <p:txBody>
            <a:bodyPr wrap="square" rtlCol="0">
              <a:spAutoFit/>
            </a:bodyPr>
            <a:lstStyle/>
            <a:p>
              <a:pPr algn="ctr"/>
              <a:r>
                <a:rPr lang="en-US" altLang="zh-CN" sz="2800" b="1">
                  <a:solidFill>
                    <a:srgbClr val="234463"/>
                  </a:solidFill>
                  <a:latin typeface="微软雅黑" panose="020B0503020204020204" pitchFamily="34" charset="-122"/>
                  <a:ea typeface="微软雅黑" panose="020B0503020204020204" pitchFamily="34" charset="-122"/>
                </a:rPr>
                <a:t>05</a:t>
              </a:r>
              <a:endParaRPr lang="zh-CN" altLang="en-US" sz="2800" b="1">
                <a:solidFill>
                  <a:srgbClr val="234463"/>
                </a:solidFill>
                <a:latin typeface="微软雅黑" panose="020B0503020204020204" pitchFamily="34" charset="-122"/>
                <a:ea typeface="微软雅黑" panose="020B0503020204020204" pitchFamily="34" charset="-122"/>
              </a:endParaRPr>
            </a:p>
          </p:txBody>
        </p:sp>
      </p:grpSp>
      <p:sp>
        <p:nvSpPr>
          <p:cNvPr id="36" name="文本框 35"/>
          <p:cNvSpPr txBox="1"/>
          <p:nvPr>
            <p:custDataLst>
              <p:tags r:id="rId24"/>
            </p:custDataLst>
          </p:nvPr>
        </p:nvSpPr>
        <p:spPr>
          <a:xfrm>
            <a:off x="5452921" y="5331545"/>
            <a:ext cx="2539274" cy="398780"/>
          </a:xfrm>
          <a:prstGeom prst="rect">
            <a:avLst/>
          </a:prstGeom>
          <a:noFill/>
        </p:spPr>
        <p:txBody>
          <a:bodyPr wrap="square" rtlCol="0">
            <a:spAutoFit/>
          </a:bodyPr>
          <a:lstStyle/>
          <a:p>
            <a:r>
              <a:rPr lang="zh-CN" altLang="en-US" sz="2000" b="1">
                <a:solidFill>
                  <a:srgbClr val="234463"/>
                </a:solidFill>
                <a:latin typeface="微软雅黑" panose="020B0503020204020204" pitchFamily="34" charset="-122"/>
                <a:ea typeface="微软雅黑" panose="020B0503020204020204" pitchFamily="34" charset="-122"/>
              </a:rPr>
              <a:t>视频的未来</a:t>
            </a:r>
            <a:endParaRPr lang="zh-CN" altLang="en-US" sz="2000" b="1">
              <a:solidFill>
                <a:srgbClr val="234463"/>
              </a:solidFill>
              <a:latin typeface="微软雅黑" panose="020B0503020204020204" pitchFamily="34" charset="-122"/>
              <a:ea typeface="微软雅黑" panose="020B0503020204020204" pitchFamily="34" charset="-122"/>
            </a:endParaRPr>
          </a:p>
        </p:txBody>
      </p:sp>
      <p:sp>
        <p:nvSpPr>
          <p:cNvPr id="37" name="文本框 36"/>
          <p:cNvSpPr txBox="1"/>
          <p:nvPr>
            <p:custDataLst>
              <p:tags r:id="rId25"/>
            </p:custDataLst>
          </p:nvPr>
        </p:nvSpPr>
        <p:spPr>
          <a:xfrm>
            <a:off x="5452921" y="5633595"/>
            <a:ext cx="3778362" cy="275590"/>
          </a:xfrm>
          <a:prstGeom prst="rect">
            <a:avLst/>
          </a:prstGeom>
          <a:noFill/>
        </p:spPr>
        <p:txBody>
          <a:bodyPr wrap="square" rtlCol="0">
            <a:spAutoFit/>
          </a:bodyPr>
          <a:lstStyle/>
          <a:p>
            <a:r>
              <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rPr>
              <a:t>自己查</a:t>
            </a:r>
            <a:endPar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endParaRPr>
          </a:p>
        </p:txBody>
      </p:sp>
      <p:grpSp>
        <p:nvGrpSpPr>
          <p:cNvPr id="59" name="组合 58"/>
          <p:cNvGrpSpPr/>
          <p:nvPr/>
        </p:nvGrpSpPr>
        <p:grpSpPr>
          <a:xfrm>
            <a:off x="341051" y="615438"/>
            <a:ext cx="2804189" cy="2594860"/>
            <a:chOff x="341051" y="2131570"/>
            <a:chExt cx="2804189" cy="2594860"/>
          </a:xfrm>
        </p:grpSpPr>
        <p:sp>
          <p:nvSpPr>
            <p:cNvPr id="50" name="Freeform 5"/>
            <p:cNvSpPr/>
            <p:nvPr/>
          </p:nvSpPr>
          <p:spPr bwMode="auto">
            <a:xfrm rot="2010771">
              <a:off x="548510" y="2153588"/>
              <a:ext cx="2596730" cy="2572842"/>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177DE3">
                <a:alpha val="78000"/>
              </a:srgbClr>
            </a:solidFill>
            <a:ln w="13404" cap="flat">
              <a:noFill/>
              <a:prstDash val="solid"/>
              <a:miter/>
            </a:ln>
          </p:spPr>
          <p:txBody>
            <a:bodyPr vert="horz" wrap="square" lIns="91440" tIns="45720" rIns="91440" bIns="45720" numCol="1" anchor="t" anchorCtr="0" compatLnSpc="1"/>
            <a:lstStyle/>
            <a:p>
              <a:endParaRPr lang="zh-CN" altLang="en-US"/>
            </a:p>
          </p:txBody>
        </p:sp>
        <p:sp>
          <p:nvSpPr>
            <p:cNvPr id="51" name="Freeform 5"/>
            <p:cNvSpPr/>
            <p:nvPr/>
          </p:nvSpPr>
          <p:spPr bwMode="auto">
            <a:xfrm rot="19509204">
              <a:off x="341051" y="2131570"/>
              <a:ext cx="2596730" cy="2572842"/>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noFill/>
            <a:ln w="17577" cap="flat">
              <a:solidFill>
                <a:schemeClr val="tx1">
                  <a:alpha val="18000"/>
                </a:schemeClr>
              </a:solidFill>
              <a:prstDash val="solid"/>
              <a:miter/>
            </a:ln>
          </p:spPr>
          <p:txBody>
            <a:bodyPr vert="horz" wrap="square" lIns="91440" tIns="45720" rIns="91440" bIns="45720" numCol="1" anchor="t" anchorCtr="0" compatLnSpc="1"/>
            <a:lstStyle/>
            <a:p>
              <a:endParaRPr lang="zh-CN" altLang="en-US"/>
            </a:p>
          </p:txBody>
        </p:sp>
        <p:sp>
          <p:nvSpPr>
            <p:cNvPr id="56" name="文本框 55"/>
            <p:cNvSpPr txBox="1"/>
            <p:nvPr/>
          </p:nvSpPr>
          <p:spPr>
            <a:xfrm>
              <a:off x="997488" y="3025565"/>
              <a:ext cx="1756230" cy="707886"/>
            </a:xfrm>
            <a:prstGeom prst="rect">
              <a:avLst/>
            </a:prstGeom>
            <a:noFill/>
          </p:spPr>
          <p:txBody>
            <a:bodyPr wrap="square" rtlCol="0">
              <a:spAutoFit/>
            </a:bodyPr>
            <a:lstStyle/>
            <a:p>
              <a:pPr algn="ctr"/>
              <a:r>
                <a:rPr lang="zh-CN" altLang="en-US" sz="4000" b="1">
                  <a:solidFill>
                    <a:schemeClr val="bg1"/>
                  </a:solidFill>
                  <a:latin typeface="微软雅黑" panose="020B0503020204020204" pitchFamily="34" charset="-122"/>
                  <a:ea typeface="微软雅黑" panose="020B0503020204020204" pitchFamily="34" charset="-122"/>
                </a:rPr>
                <a:t>目 录</a:t>
              </a:r>
              <a:endParaRPr lang="zh-CN" altLang="en-US" sz="4000" b="1">
                <a:solidFill>
                  <a:schemeClr val="bg1"/>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997488" y="3669656"/>
              <a:ext cx="1756230" cy="369332"/>
            </a:xfrm>
            <a:prstGeom prst="rect">
              <a:avLst/>
            </a:prstGeom>
            <a:noFill/>
          </p:spPr>
          <p:txBody>
            <a:bodyPr wrap="square" rtlCol="0">
              <a:spAutoFit/>
            </a:bodyPr>
            <a:lstStyle/>
            <a:p>
              <a:pPr algn="ctr"/>
              <a:r>
                <a:rPr lang="en-US" altLang="zh-CN" b="1">
                  <a:solidFill>
                    <a:schemeClr val="bg1"/>
                  </a:solidFill>
                  <a:latin typeface="微软雅黑" panose="020B0503020204020204" pitchFamily="34" charset="-122"/>
                  <a:ea typeface="微软雅黑" panose="020B0503020204020204" pitchFamily="34" charset="-122"/>
                </a:rPr>
                <a:t>CONTENTS</a:t>
              </a:r>
              <a:endParaRPr lang="zh-CN" altLang="en-US" b="1">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Freeform 5"/>
          <p:cNvSpPr/>
          <p:nvPr/>
        </p:nvSpPr>
        <p:spPr bwMode="auto">
          <a:xfrm>
            <a:off x="9574999" y="-413233"/>
            <a:ext cx="6211888" cy="6154738"/>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noFill/>
          <a:ln w="17577" cap="flat">
            <a:solidFill>
              <a:schemeClr val="tx1">
                <a:alpha val="18000"/>
              </a:schemeClr>
            </a:solidFill>
            <a:prstDash val="solid"/>
            <a:miter/>
          </a:ln>
        </p:spPr>
        <p:txBody>
          <a:bodyPr vert="horz" wrap="square" lIns="91440" tIns="45720" rIns="91440" bIns="45720" numCol="1" anchor="t" anchorCtr="0" compatLnSpc="1"/>
          <a:lstStyle/>
          <a:p>
            <a:endParaRPr lang="zh-CN" altLang="en-US"/>
          </a:p>
        </p:txBody>
      </p:sp>
      <p:sp>
        <p:nvSpPr>
          <p:cNvPr id="47" name="Freeform 5"/>
          <p:cNvSpPr/>
          <p:nvPr/>
        </p:nvSpPr>
        <p:spPr bwMode="auto">
          <a:xfrm>
            <a:off x="8343238" y="1912868"/>
            <a:ext cx="6211888" cy="6154738"/>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chemeClr val="bg1"/>
          </a:solidFill>
          <a:ln>
            <a:noFill/>
          </a:ln>
          <a:effectLst>
            <a:outerShdw blurRad="965200" dist="203200" dir="13500000" algn="br" rotWithShape="0">
              <a:srgbClr val="177DE3">
                <a:alpha val="5000"/>
              </a:srgbClr>
            </a:outerShdw>
          </a:effectLst>
        </p:spPr>
        <p:txBody>
          <a:bodyPr vert="horz" wrap="square" lIns="91440" tIns="45720" rIns="91440" bIns="45720" numCol="1" anchor="t" anchorCtr="0" compatLnSpc="1"/>
          <a:lstStyle/>
          <a:p>
            <a:endParaRPr lang="zh-CN" altLang="en-US"/>
          </a:p>
        </p:txBody>
      </p:sp>
      <p:sp>
        <p:nvSpPr>
          <p:cNvPr id="4" name="Freeform 5"/>
          <p:cNvSpPr/>
          <p:nvPr/>
        </p:nvSpPr>
        <p:spPr bwMode="auto">
          <a:xfrm rot="9300860" flipV="1">
            <a:off x="-742789" y="4545303"/>
            <a:ext cx="3551766" cy="3519090"/>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gradFill flip="none" rotWithShape="1">
            <a:gsLst>
              <a:gs pos="55000">
                <a:srgbClr val="F8FEFE"/>
              </a:gs>
              <a:gs pos="0">
                <a:schemeClr val="bg1">
                  <a:alpha val="0"/>
                </a:schemeClr>
              </a:gs>
            </a:gsLst>
            <a:lin ang="13500000" scaled="1"/>
            <a:tileRect/>
          </a:gradFill>
          <a:ln>
            <a:noFill/>
          </a:ln>
          <a:effectLst>
            <a:outerShdw blurRad="825500" dist="38100" dir="13500000" algn="br" rotWithShape="0">
              <a:srgbClr val="177DE3">
                <a:alpha val="7000"/>
              </a:srgbClr>
            </a:outerShdw>
          </a:effectLst>
        </p:spPr>
        <p:txBody>
          <a:bodyPr vert="horz" wrap="square" lIns="91440" tIns="45720" rIns="91440" bIns="45720" numCol="1" anchor="t" anchorCtr="0" compatLnSpc="1"/>
          <a:lstStyle/>
          <a:p>
            <a:endParaRPr lang="zh-CN" altLang="en-US"/>
          </a:p>
        </p:txBody>
      </p:sp>
      <p:grpSp>
        <p:nvGrpSpPr>
          <p:cNvPr id="10" name="组合 9"/>
          <p:cNvGrpSpPr/>
          <p:nvPr>
            <p:custDataLst>
              <p:tags r:id="rId1"/>
            </p:custDataLst>
          </p:nvPr>
        </p:nvGrpSpPr>
        <p:grpSpPr>
          <a:xfrm>
            <a:off x="4450021" y="999791"/>
            <a:ext cx="751192" cy="574537"/>
            <a:chOff x="6465859" y="1148078"/>
            <a:chExt cx="751192" cy="574537"/>
          </a:xfrm>
        </p:grpSpPr>
        <p:sp>
          <p:nvSpPr>
            <p:cNvPr id="2" name="Freeform 5"/>
            <p:cNvSpPr/>
            <p:nvPr>
              <p:custDataLst>
                <p:tags r:id="rId2"/>
              </p:custDataLst>
            </p:nvPr>
          </p:nvSpPr>
          <p:spPr bwMode="auto">
            <a:xfrm>
              <a:off x="6465859" y="1148078"/>
              <a:ext cx="672994" cy="574537"/>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C9E7FF"/>
            </a:solidFill>
            <a:ln>
              <a:noFill/>
            </a:ln>
            <a:effectLst>
              <a:outerShdw blurRad="165100" dist="127000" dir="2700000" algn="tl" rotWithShape="0">
                <a:srgbClr val="177DE3">
                  <a:alpha val="10000"/>
                </a:srgbClr>
              </a:outerShdw>
            </a:effectLst>
          </p:spPr>
          <p:txBody>
            <a:bodyPr vert="horz" wrap="square" lIns="91440" tIns="45720" rIns="91440" bIns="45720" numCol="1" anchor="t" anchorCtr="0" compatLnSpc="1"/>
            <a:lstStyle/>
            <a:p>
              <a:endParaRPr lang="zh-CN" altLang="en-US"/>
            </a:p>
          </p:txBody>
        </p:sp>
        <p:sp>
          <p:nvSpPr>
            <p:cNvPr id="5" name="文本框 4"/>
            <p:cNvSpPr txBox="1"/>
            <p:nvPr>
              <p:custDataLst>
                <p:tags r:id="rId3"/>
              </p:custDataLst>
            </p:nvPr>
          </p:nvSpPr>
          <p:spPr>
            <a:xfrm>
              <a:off x="6465859" y="1173737"/>
              <a:ext cx="751192" cy="523220"/>
            </a:xfrm>
            <a:prstGeom prst="rect">
              <a:avLst/>
            </a:prstGeom>
            <a:noFill/>
          </p:spPr>
          <p:txBody>
            <a:bodyPr wrap="square" rtlCol="0">
              <a:spAutoFit/>
            </a:bodyPr>
            <a:lstStyle/>
            <a:p>
              <a:pPr algn="ctr"/>
              <a:r>
                <a:rPr lang="en-US" altLang="zh-CN" sz="2800" b="1">
                  <a:solidFill>
                    <a:srgbClr val="234463"/>
                  </a:solidFill>
                  <a:latin typeface="微软雅黑" panose="020B0503020204020204" pitchFamily="34" charset="-122"/>
                  <a:ea typeface="微软雅黑" panose="020B0503020204020204" pitchFamily="34" charset="-122"/>
                </a:rPr>
                <a:t>01</a:t>
              </a:r>
              <a:endParaRPr lang="zh-CN" altLang="en-US" sz="2800" b="1">
                <a:solidFill>
                  <a:srgbClr val="234463"/>
                </a:solidFill>
                <a:latin typeface="微软雅黑" panose="020B0503020204020204" pitchFamily="34" charset="-122"/>
                <a:ea typeface="微软雅黑" panose="020B0503020204020204" pitchFamily="34" charset="-122"/>
              </a:endParaRPr>
            </a:p>
          </p:txBody>
        </p:sp>
      </p:grpSp>
      <p:sp>
        <p:nvSpPr>
          <p:cNvPr id="7" name="文本框 6"/>
          <p:cNvSpPr txBox="1"/>
          <p:nvPr>
            <p:custDataLst>
              <p:tags r:id="rId4"/>
            </p:custDataLst>
          </p:nvPr>
        </p:nvSpPr>
        <p:spPr>
          <a:xfrm>
            <a:off x="5452921" y="915141"/>
            <a:ext cx="2539274" cy="398780"/>
          </a:xfrm>
          <a:prstGeom prst="rect">
            <a:avLst/>
          </a:prstGeom>
          <a:noFill/>
        </p:spPr>
        <p:txBody>
          <a:bodyPr wrap="square" rtlCol="0">
            <a:spAutoFit/>
          </a:bodyPr>
          <a:lstStyle/>
          <a:p>
            <a:r>
              <a:rPr lang="zh-CN" altLang="en-US" sz="2000" b="1">
                <a:solidFill>
                  <a:srgbClr val="234463"/>
                </a:solidFill>
                <a:latin typeface="微软雅黑" panose="020B0503020204020204" pitchFamily="34" charset="-122"/>
                <a:ea typeface="微软雅黑" panose="020B0503020204020204" pitchFamily="34" charset="-122"/>
              </a:rPr>
              <a:t>准备部分</a:t>
            </a:r>
            <a:endParaRPr lang="zh-CN" altLang="en-US" sz="2000" b="1">
              <a:solidFill>
                <a:srgbClr val="234463"/>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5"/>
            </p:custDataLst>
          </p:nvPr>
        </p:nvSpPr>
        <p:spPr>
          <a:xfrm>
            <a:off x="5460541" y="1216556"/>
            <a:ext cx="3778362" cy="275590"/>
          </a:xfrm>
          <a:prstGeom prst="rect">
            <a:avLst/>
          </a:prstGeom>
          <a:noFill/>
        </p:spPr>
        <p:txBody>
          <a:bodyPr wrap="square" rtlCol="0">
            <a:spAutoFit/>
          </a:bodyPr>
          <a:lstStyle/>
          <a:p>
            <a:r>
              <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rPr>
              <a:t>时刻准备着！</a:t>
            </a:r>
            <a:endPar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endParaRPr>
          </a:p>
        </p:txBody>
      </p:sp>
      <p:grpSp>
        <p:nvGrpSpPr>
          <p:cNvPr id="13" name="组合 12"/>
          <p:cNvGrpSpPr/>
          <p:nvPr>
            <p:custDataLst>
              <p:tags r:id="rId6"/>
            </p:custDataLst>
          </p:nvPr>
        </p:nvGrpSpPr>
        <p:grpSpPr>
          <a:xfrm>
            <a:off x="4450021" y="2103892"/>
            <a:ext cx="751192" cy="574537"/>
            <a:chOff x="6465859" y="1148078"/>
            <a:chExt cx="751192" cy="574537"/>
          </a:xfrm>
        </p:grpSpPr>
        <p:sp>
          <p:nvSpPr>
            <p:cNvPr id="17" name="Freeform 5"/>
            <p:cNvSpPr/>
            <p:nvPr>
              <p:custDataLst>
                <p:tags r:id="rId7"/>
              </p:custDataLst>
            </p:nvPr>
          </p:nvSpPr>
          <p:spPr bwMode="auto">
            <a:xfrm>
              <a:off x="6465859" y="1148078"/>
              <a:ext cx="672994" cy="574537"/>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C9E7FF"/>
            </a:solidFill>
            <a:ln>
              <a:noFill/>
            </a:ln>
            <a:effectLst>
              <a:outerShdw blurRad="165100" dist="127000" dir="2700000" algn="tl" rotWithShape="0">
                <a:srgbClr val="177DE3">
                  <a:alpha val="10000"/>
                </a:srgbClr>
              </a:outerShdw>
            </a:effectLst>
          </p:spPr>
          <p:txBody>
            <a:bodyPr vert="horz" wrap="square" lIns="91440" tIns="45720" rIns="91440" bIns="45720" numCol="1" anchor="t" anchorCtr="0" compatLnSpc="1"/>
            <a:lstStyle/>
            <a:p>
              <a:endParaRPr lang="zh-CN" altLang="en-US"/>
            </a:p>
          </p:txBody>
        </p:sp>
        <p:sp>
          <p:nvSpPr>
            <p:cNvPr id="18" name="文本框 17"/>
            <p:cNvSpPr txBox="1"/>
            <p:nvPr>
              <p:custDataLst>
                <p:tags r:id="rId8"/>
              </p:custDataLst>
            </p:nvPr>
          </p:nvSpPr>
          <p:spPr>
            <a:xfrm>
              <a:off x="6465859" y="1173737"/>
              <a:ext cx="751192" cy="523220"/>
            </a:xfrm>
            <a:prstGeom prst="rect">
              <a:avLst/>
            </a:prstGeom>
            <a:noFill/>
          </p:spPr>
          <p:txBody>
            <a:bodyPr wrap="square" rtlCol="0">
              <a:spAutoFit/>
            </a:bodyPr>
            <a:lstStyle/>
            <a:p>
              <a:pPr algn="ctr"/>
              <a:r>
                <a:rPr lang="en-US" altLang="zh-CN" sz="2800" b="1">
                  <a:solidFill>
                    <a:srgbClr val="234463"/>
                  </a:solidFill>
                  <a:latin typeface="微软雅黑" panose="020B0503020204020204" pitchFamily="34" charset="-122"/>
                  <a:ea typeface="微软雅黑" panose="020B0503020204020204" pitchFamily="34" charset="-122"/>
                </a:rPr>
                <a:t>02</a:t>
              </a:r>
              <a:endParaRPr lang="zh-CN" altLang="en-US" sz="2800" b="1">
                <a:solidFill>
                  <a:srgbClr val="234463"/>
                </a:solidFill>
                <a:latin typeface="微软雅黑" panose="020B0503020204020204" pitchFamily="34" charset="-122"/>
                <a:ea typeface="微软雅黑" panose="020B0503020204020204" pitchFamily="34" charset="-122"/>
              </a:endParaRPr>
            </a:p>
          </p:txBody>
        </p:sp>
      </p:grpSp>
      <p:sp>
        <p:nvSpPr>
          <p:cNvPr id="15" name="文本框 14"/>
          <p:cNvSpPr txBox="1"/>
          <p:nvPr>
            <p:custDataLst>
              <p:tags r:id="rId9"/>
            </p:custDataLst>
          </p:nvPr>
        </p:nvSpPr>
        <p:spPr>
          <a:xfrm>
            <a:off x="5452921" y="2019242"/>
            <a:ext cx="2539274" cy="398780"/>
          </a:xfrm>
          <a:prstGeom prst="rect">
            <a:avLst/>
          </a:prstGeom>
          <a:noFill/>
        </p:spPr>
        <p:txBody>
          <a:bodyPr wrap="square" rtlCol="0">
            <a:spAutoFit/>
          </a:bodyPr>
          <a:lstStyle/>
          <a:p>
            <a:r>
              <a:rPr lang="zh-CN" altLang="en-US" sz="2000" b="1">
                <a:solidFill>
                  <a:srgbClr val="234463"/>
                </a:solidFill>
                <a:latin typeface="微软雅黑" panose="020B0503020204020204" pitchFamily="34" charset="-122"/>
                <a:ea typeface="微软雅黑" panose="020B0503020204020204" pitchFamily="34" charset="-122"/>
              </a:rPr>
              <a:t>剪辑的开始</a:t>
            </a:r>
            <a:endParaRPr lang="zh-CN" altLang="en-US" sz="2000" b="1">
              <a:solidFill>
                <a:srgbClr val="234463"/>
              </a:solidFill>
              <a:latin typeface="微软雅黑" panose="020B0503020204020204" pitchFamily="34" charset="-122"/>
              <a:ea typeface="微软雅黑" panose="020B0503020204020204" pitchFamily="34" charset="-122"/>
            </a:endParaRPr>
          </a:p>
        </p:txBody>
      </p:sp>
      <p:sp>
        <p:nvSpPr>
          <p:cNvPr id="16" name="文本框 15"/>
          <p:cNvSpPr txBox="1"/>
          <p:nvPr>
            <p:custDataLst>
              <p:tags r:id="rId10"/>
            </p:custDataLst>
          </p:nvPr>
        </p:nvSpPr>
        <p:spPr>
          <a:xfrm>
            <a:off x="5452921" y="2321292"/>
            <a:ext cx="3778362" cy="275590"/>
          </a:xfrm>
          <a:prstGeom prst="rect">
            <a:avLst/>
          </a:prstGeom>
          <a:noFill/>
        </p:spPr>
        <p:txBody>
          <a:bodyPr wrap="square" rtlCol="0">
            <a:spAutoFit/>
          </a:bodyPr>
          <a:lstStyle/>
          <a:p>
            <a:r>
              <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rPr>
              <a:t>从哪里开始呢？</a:t>
            </a:r>
            <a:endPar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endParaRPr>
          </a:p>
        </p:txBody>
      </p:sp>
      <p:grpSp>
        <p:nvGrpSpPr>
          <p:cNvPr id="20" name="组合 19"/>
          <p:cNvGrpSpPr/>
          <p:nvPr>
            <p:custDataLst>
              <p:tags r:id="rId11"/>
            </p:custDataLst>
          </p:nvPr>
        </p:nvGrpSpPr>
        <p:grpSpPr>
          <a:xfrm>
            <a:off x="4450021" y="3207993"/>
            <a:ext cx="751192" cy="574537"/>
            <a:chOff x="6465859" y="1148078"/>
            <a:chExt cx="751192" cy="574537"/>
          </a:xfrm>
        </p:grpSpPr>
        <p:sp>
          <p:nvSpPr>
            <p:cNvPr id="24" name="Freeform 5"/>
            <p:cNvSpPr/>
            <p:nvPr>
              <p:custDataLst>
                <p:tags r:id="rId12"/>
              </p:custDataLst>
            </p:nvPr>
          </p:nvSpPr>
          <p:spPr bwMode="auto">
            <a:xfrm>
              <a:off x="6465859" y="1148078"/>
              <a:ext cx="672994" cy="574537"/>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C9E7FF"/>
            </a:solidFill>
            <a:ln>
              <a:noFill/>
            </a:ln>
            <a:effectLst>
              <a:outerShdw blurRad="165100" dist="127000" dir="2700000" algn="tl" rotWithShape="0">
                <a:srgbClr val="177DE3">
                  <a:alpha val="10000"/>
                </a:srgbClr>
              </a:outerShdw>
            </a:effectLst>
          </p:spPr>
          <p:txBody>
            <a:bodyPr vert="horz" wrap="square" lIns="91440" tIns="45720" rIns="91440" bIns="45720" numCol="1" anchor="t" anchorCtr="0" compatLnSpc="1"/>
            <a:lstStyle/>
            <a:p>
              <a:endParaRPr lang="zh-CN" altLang="en-US"/>
            </a:p>
          </p:txBody>
        </p:sp>
        <p:sp>
          <p:nvSpPr>
            <p:cNvPr id="25" name="文本框 24"/>
            <p:cNvSpPr txBox="1"/>
            <p:nvPr>
              <p:custDataLst>
                <p:tags r:id="rId13"/>
              </p:custDataLst>
            </p:nvPr>
          </p:nvSpPr>
          <p:spPr>
            <a:xfrm>
              <a:off x="6465859" y="1173737"/>
              <a:ext cx="751192" cy="523220"/>
            </a:xfrm>
            <a:prstGeom prst="rect">
              <a:avLst/>
            </a:prstGeom>
            <a:noFill/>
          </p:spPr>
          <p:txBody>
            <a:bodyPr wrap="square" rtlCol="0">
              <a:spAutoFit/>
            </a:bodyPr>
            <a:lstStyle/>
            <a:p>
              <a:pPr algn="ctr"/>
              <a:r>
                <a:rPr lang="en-US" altLang="zh-CN" sz="2800" b="1">
                  <a:solidFill>
                    <a:srgbClr val="234463"/>
                  </a:solidFill>
                  <a:latin typeface="微软雅黑" panose="020B0503020204020204" pitchFamily="34" charset="-122"/>
                  <a:ea typeface="微软雅黑" panose="020B0503020204020204" pitchFamily="34" charset="-122"/>
                </a:rPr>
                <a:t>03</a:t>
              </a:r>
              <a:endParaRPr lang="zh-CN" altLang="en-US" sz="2800" b="1">
                <a:solidFill>
                  <a:srgbClr val="234463"/>
                </a:solidFill>
                <a:latin typeface="微软雅黑" panose="020B0503020204020204" pitchFamily="34" charset="-122"/>
                <a:ea typeface="微软雅黑" panose="020B0503020204020204" pitchFamily="34" charset="-122"/>
              </a:endParaRPr>
            </a:p>
          </p:txBody>
        </p:sp>
      </p:grpSp>
      <p:sp>
        <p:nvSpPr>
          <p:cNvPr id="22" name="文本框 21"/>
          <p:cNvSpPr txBox="1"/>
          <p:nvPr>
            <p:custDataLst>
              <p:tags r:id="rId14"/>
            </p:custDataLst>
          </p:nvPr>
        </p:nvSpPr>
        <p:spPr>
          <a:xfrm>
            <a:off x="5452921" y="3123343"/>
            <a:ext cx="2539274" cy="398780"/>
          </a:xfrm>
          <a:prstGeom prst="rect">
            <a:avLst/>
          </a:prstGeom>
          <a:noFill/>
        </p:spPr>
        <p:txBody>
          <a:bodyPr wrap="square" rtlCol="0">
            <a:spAutoFit/>
          </a:bodyPr>
          <a:lstStyle/>
          <a:p>
            <a:r>
              <a:rPr lang="zh-CN" altLang="en-US" sz="2000" b="1">
                <a:solidFill>
                  <a:srgbClr val="234463"/>
                </a:solidFill>
                <a:latin typeface="微软雅黑" panose="020B0503020204020204" pitchFamily="34" charset="-122"/>
                <a:ea typeface="微软雅黑" panose="020B0503020204020204" pitchFamily="34" charset="-122"/>
              </a:rPr>
              <a:t>粗剪</a:t>
            </a:r>
            <a:endParaRPr lang="zh-CN" altLang="en-US" sz="2000" b="1">
              <a:solidFill>
                <a:srgbClr val="234463"/>
              </a:solidFill>
              <a:latin typeface="微软雅黑" panose="020B0503020204020204" pitchFamily="34" charset="-122"/>
              <a:ea typeface="微软雅黑" panose="020B0503020204020204" pitchFamily="34" charset="-122"/>
            </a:endParaRPr>
          </a:p>
        </p:txBody>
      </p:sp>
      <p:sp>
        <p:nvSpPr>
          <p:cNvPr id="23" name="文本框 22"/>
          <p:cNvSpPr txBox="1"/>
          <p:nvPr>
            <p:custDataLst>
              <p:tags r:id="rId15"/>
            </p:custDataLst>
          </p:nvPr>
        </p:nvSpPr>
        <p:spPr>
          <a:xfrm>
            <a:off x="5452921" y="3425393"/>
            <a:ext cx="3778362" cy="275590"/>
          </a:xfrm>
          <a:prstGeom prst="rect">
            <a:avLst/>
          </a:prstGeom>
          <a:noFill/>
        </p:spPr>
        <p:txBody>
          <a:bodyPr wrap="square" rtlCol="0">
            <a:spAutoFit/>
          </a:bodyPr>
          <a:lstStyle/>
          <a:p>
            <a:r>
              <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rPr>
              <a:t>粗人才能粗剪吗？</a:t>
            </a:r>
            <a:endPar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endParaRPr>
          </a:p>
        </p:txBody>
      </p:sp>
      <p:grpSp>
        <p:nvGrpSpPr>
          <p:cNvPr id="27" name="组合 26"/>
          <p:cNvGrpSpPr/>
          <p:nvPr>
            <p:custDataLst>
              <p:tags r:id="rId16"/>
            </p:custDataLst>
          </p:nvPr>
        </p:nvGrpSpPr>
        <p:grpSpPr>
          <a:xfrm>
            <a:off x="4450021" y="4312094"/>
            <a:ext cx="751192" cy="574537"/>
            <a:chOff x="6465859" y="1148078"/>
            <a:chExt cx="751192" cy="574537"/>
          </a:xfrm>
        </p:grpSpPr>
        <p:sp>
          <p:nvSpPr>
            <p:cNvPr id="31" name="Freeform 5"/>
            <p:cNvSpPr/>
            <p:nvPr>
              <p:custDataLst>
                <p:tags r:id="rId17"/>
              </p:custDataLst>
            </p:nvPr>
          </p:nvSpPr>
          <p:spPr bwMode="auto">
            <a:xfrm>
              <a:off x="6465859" y="1148078"/>
              <a:ext cx="672994" cy="574537"/>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C9E7FF"/>
            </a:solidFill>
            <a:ln>
              <a:noFill/>
            </a:ln>
            <a:effectLst>
              <a:outerShdw blurRad="165100" dist="127000" dir="2700000" algn="tl" rotWithShape="0">
                <a:srgbClr val="177DE3">
                  <a:alpha val="10000"/>
                </a:srgbClr>
              </a:outerShdw>
            </a:effectLst>
          </p:spPr>
          <p:txBody>
            <a:bodyPr vert="horz" wrap="square" lIns="91440" tIns="45720" rIns="91440" bIns="45720" numCol="1" anchor="t" anchorCtr="0" compatLnSpc="1"/>
            <a:lstStyle/>
            <a:p>
              <a:endParaRPr lang="zh-CN" altLang="en-US"/>
            </a:p>
          </p:txBody>
        </p:sp>
        <p:sp>
          <p:nvSpPr>
            <p:cNvPr id="32" name="文本框 31"/>
            <p:cNvSpPr txBox="1"/>
            <p:nvPr>
              <p:custDataLst>
                <p:tags r:id="rId18"/>
              </p:custDataLst>
            </p:nvPr>
          </p:nvSpPr>
          <p:spPr>
            <a:xfrm>
              <a:off x="6465859" y="1173737"/>
              <a:ext cx="751192" cy="523220"/>
            </a:xfrm>
            <a:prstGeom prst="rect">
              <a:avLst/>
            </a:prstGeom>
            <a:noFill/>
          </p:spPr>
          <p:txBody>
            <a:bodyPr wrap="square" rtlCol="0">
              <a:spAutoFit/>
            </a:bodyPr>
            <a:lstStyle/>
            <a:p>
              <a:pPr algn="ctr"/>
              <a:r>
                <a:rPr lang="en-US" altLang="zh-CN" sz="2800" b="1">
                  <a:solidFill>
                    <a:srgbClr val="234463"/>
                  </a:solidFill>
                  <a:latin typeface="微软雅黑" panose="020B0503020204020204" pitchFamily="34" charset="-122"/>
                  <a:ea typeface="微软雅黑" panose="020B0503020204020204" pitchFamily="34" charset="-122"/>
                </a:rPr>
                <a:t>04</a:t>
              </a:r>
              <a:endParaRPr lang="zh-CN" altLang="en-US" sz="2800" b="1">
                <a:solidFill>
                  <a:srgbClr val="234463"/>
                </a:solidFill>
                <a:latin typeface="微软雅黑" panose="020B0503020204020204" pitchFamily="34" charset="-122"/>
                <a:ea typeface="微软雅黑" panose="020B0503020204020204" pitchFamily="34" charset="-122"/>
              </a:endParaRPr>
            </a:p>
          </p:txBody>
        </p:sp>
      </p:grpSp>
      <p:sp>
        <p:nvSpPr>
          <p:cNvPr id="29" name="文本框 28"/>
          <p:cNvSpPr txBox="1"/>
          <p:nvPr>
            <p:custDataLst>
              <p:tags r:id="rId19"/>
            </p:custDataLst>
          </p:nvPr>
        </p:nvSpPr>
        <p:spPr>
          <a:xfrm>
            <a:off x="5452921" y="4227444"/>
            <a:ext cx="2539274" cy="398780"/>
          </a:xfrm>
          <a:prstGeom prst="rect">
            <a:avLst/>
          </a:prstGeom>
          <a:noFill/>
        </p:spPr>
        <p:txBody>
          <a:bodyPr wrap="square" rtlCol="0">
            <a:spAutoFit/>
          </a:bodyPr>
          <a:lstStyle/>
          <a:p>
            <a:r>
              <a:rPr lang="zh-CN" altLang="en-US" sz="2000" b="1">
                <a:solidFill>
                  <a:srgbClr val="234463"/>
                </a:solidFill>
                <a:latin typeface="微软雅黑" panose="020B0503020204020204" pitchFamily="34" charset="-122"/>
                <a:ea typeface="微软雅黑" panose="020B0503020204020204" pitchFamily="34" charset="-122"/>
              </a:rPr>
              <a:t>精剪</a:t>
            </a:r>
            <a:endParaRPr lang="zh-CN" altLang="en-US" sz="2000" b="1">
              <a:solidFill>
                <a:srgbClr val="234463"/>
              </a:solidFill>
              <a:latin typeface="微软雅黑" panose="020B0503020204020204" pitchFamily="34" charset="-122"/>
              <a:ea typeface="微软雅黑" panose="020B0503020204020204" pitchFamily="34" charset="-122"/>
            </a:endParaRPr>
          </a:p>
        </p:txBody>
      </p:sp>
      <p:sp>
        <p:nvSpPr>
          <p:cNvPr id="30" name="文本框 29"/>
          <p:cNvSpPr txBox="1"/>
          <p:nvPr>
            <p:custDataLst>
              <p:tags r:id="rId20"/>
            </p:custDataLst>
          </p:nvPr>
        </p:nvSpPr>
        <p:spPr>
          <a:xfrm>
            <a:off x="5452921" y="4529494"/>
            <a:ext cx="3778362" cy="275590"/>
          </a:xfrm>
          <a:prstGeom prst="rect">
            <a:avLst/>
          </a:prstGeom>
          <a:noFill/>
        </p:spPr>
        <p:txBody>
          <a:bodyPr wrap="square" rtlCol="0">
            <a:spAutoFit/>
          </a:bodyPr>
          <a:lstStyle/>
          <a:p>
            <a:r>
              <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rPr>
              <a:t>精神小伙才能剪吗？</a:t>
            </a:r>
            <a:endPar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endParaRPr>
          </a:p>
        </p:txBody>
      </p:sp>
      <p:grpSp>
        <p:nvGrpSpPr>
          <p:cNvPr id="34" name="组合 33"/>
          <p:cNvGrpSpPr/>
          <p:nvPr>
            <p:custDataLst>
              <p:tags r:id="rId21"/>
            </p:custDataLst>
          </p:nvPr>
        </p:nvGrpSpPr>
        <p:grpSpPr>
          <a:xfrm>
            <a:off x="4450021" y="5416195"/>
            <a:ext cx="751192" cy="574537"/>
            <a:chOff x="6465859" y="1148078"/>
            <a:chExt cx="751192" cy="574537"/>
          </a:xfrm>
        </p:grpSpPr>
        <p:sp>
          <p:nvSpPr>
            <p:cNvPr id="38" name="Freeform 5"/>
            <p:cNvSpPr/>
            <p:nvPr>
              <p:custDataLst>
                <p:tags r:id="rId22"/>
              </p:custDataLst>
            </p:nvPr>
          </p:nvSpPr>
          <p:spPr bwMode="auto">
            <a:xfrm>
              <a:off x="6465859" y="1148078"/>
              <a:ext cx="672994" cy="574537"/>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C9E7FF"/>
            </a:solidFill>
            <a:ln>
              <a:noFill/>
            </a:ln>
            <a:effectLst>
              <a:outerShdw blurRad="165100" dist="127000" dir="2700000" algn="tl" rotWithShape="0">
                <a:srgbClr val="177DE3">
                  <a:alpha val="10000"/>
                </a:srgbClr>
              </a:outerShdw>
            </a:effectLst>
          </p:spPr>
          <p:txBody>
            <a:bodyPr vert="horz" wrap="square" lIns="91440" tIns="45720" rIns="91440" bIns="45720" numCol="1" anchor="t" anchorCtr="0" compatLnSpc="1"/>
            <a:lstStyle/>
            <a:p>
              <a:endParaRPr lang="zh-CN" altLang="en-US"/>
            </a:p>
          </p:txBody>
        </p:sp>
        <p:sp>
          <p:nvSpPr>
            <p:cNvPr id="39" name="文本框 38"/>
            <p:cNvSpPr txBox="1"/>
            <p:nvPr>
              <p:custDataLst>
                <p:tags r:id="rId23"/>
              </p:custDataLst>
            </p:nvPr>
          </p:nvSpPr>
          <p:spPr>
            <a:xfrm>
              <a:off x="6465859" y="1173737"/>
              <a:ext cx="751192" cy="523220"/>
            </a:xfrm>
            <a:prstGeom prst="rect">
              <a:avLst/>
            </a:prstGeom>
            <a:noFill/>
          </p:spPr>
          <p:txBody>
            <a:bodyPr wrap="square" rtlCol="0">
              <a:spAutoFit/>
            </a:bodyPr>
            <a:lstStyle/>
            <a:p>
              <a:pPr algn="ctr"/>
              <a:r>
                <a:rPr lang="en-US" altLang="zh-CN" sz="2800" b="1">
                  <a:solidFill>
                    <a:srgbClr val="234463"/>
                  </a:solidFill>
                  <a:latin typeface="微软雅黑" panose="020B0503020204020204" pitchFamily="34" charset="-122"/>
                  <a:ea typeface="微软雅黑" panose="020B0503020204020204" pitchFamily="34" charset="-122"/>
                </a:rPr>
                <a:t>05</a:t>
              </a:r>
              <a:endParaRPr lang="zh-CN" altLang="en-US" sz="2800" b="1">
                <a:solidFill>
                  <a:srgbClr val="234463"/>
                </a:solidFill>
                <a:latin typeface="微软雅黑" panose="020B0503020204020204" pitchFamily="34" charset="-122"/>
                <a:ea typeface="微软雅黑" panose="020B0503020204020204" pitchFamily="34" charset="-122"/>
              </a:endParaRPr>
            </a:p>
          </p:txBody>
        </p:sp>
      </p:grpSp>
      <p:sp>
        <p:nvSpPr>
          <p:cNvPr id="36" name="文本框 35"/>
          <p:cNvSpPr txBox="1"/>
          <p:nvPr>
            <p:custDataLst>
              <p:tags r:id="rId24"/>
            </p:custDataLst>
          </p:nvPr>
        </p:nvSpPr>
        <p:spPr>
          <a:xfrm>
            <a:off x="5452921" y="5331545"/>
            <a:ext cx="2539274" cy="398780"/>
          </a:xfrm>
          <a:prstGeom prst="rect">
            <a:avLst/>
          </a:prstGeom>
          <a:noFill/>
        </p:spPr>
        <p:txBody>
          <a:bodyPr wrap="square" rtlCol="0">
            <a:spAutoFit/>
          </a:bodyPr>
          <a:lstStyle/>
          <a:p>
            <a:r>
              <a:rPr lang="zh-CN" altLang="en-US" sz="2000" b="1">
                <a:solidFill>
                  <a:srgbClr val="234463"/>
                </a:solidFill>
                <a:latin typeface="微软雅黑" panose="020B0503020204020204" pitchFamily="34" charset="-122"/>
                <a:ea typeface="微软雅黑" panose="020B0503020204020204" pitchFamily="34" charset="-122"/>
              </a:rPr>
              <a:t>导出</a:t>
            </a:r>
            <a:endParaRPr lang="zh-CN" altLang="en-US" sz="2000" b="1">
              <a:solidFill>
                <a:srgbClr val="234463"/>
              </a:solidFill>
              <a:latin typeface="微软雅黑" panose="020B0503020204020204" pitchFamily="34" charset="-122"/>
              <a:ea typeface="微软雅黑" panose="020B0503020204020204" pitchFamily="34" charset="-122"/>
            </a:endParaRPr>
          </a:p>
        </p:txBody>
      </p:sp>
      <p:sp>
        <p:nvSpPr>
          <p:cNvPr id="37" name="文本框 36"/>
          <p:cNvSpPr txBox="1"/>
          <p:nvPr>
            <p:custDataLst>
              <p:tags r:id="rId25"/>
            </p:custDataLst>
          </p:nvPr>
        </p:nvSpPr>
        <p:spPr>
          <a:xfrm>
            <a:off x="5452921" y="5633595"/>
            <a:ext cx="3778362" cy="275590"/>
          </a:xfrm>
          <a:prstGeom prst="rect">
            <a:avLst/>
          </a:prstGeom>
          <a:noFill/>
        </p:spPr>
        <p:txBody>
          <a:bodyPr wrap="square" rtlCol="0">
            <a:spAutoFit/>
          </a:bodyPr>
          <a:lstStyle/>
          <a:p>
            <a:r>
              <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rPr>
              <a:t>导还用你教？</a:t>
            </a:r>
            <a:endParaRPr lang="zh-CN" altLang="en-US" sz="12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endParaRPr>
          </a:p>
        </p:txBody>
      </p:sp>
      <p:grpSp>
        <p:nvGrpSpPr>
          <p:cNvPr id="59" name="组合 58"/>
          <p:cNvGrpSpPr/>
          <p:nvPr/>
        </p:nvGrpSpPr>
        <p:grpSpPr>
          <a:xfrm>
            <a:off x="341051" y="615438"/>
            <a:ext cx="2804189" cy="2594860"/>
            <a:chOff x="341051" y="2131570"/>
            <a:chExt cx="2804189" cy="2594860"/>
          </a:xfrm>
        </p:grpSpPr>
        <p:sp>
          <p:nvSpPr>
            <p:cNvPr id="50" name="Freeform 5"/>
            <p:cNvSpPr/>
            <p:nvPr/>
          </p:nvSpPr>
          <p:spPr bwMode="auto">
            <a:xfrm rot="2010771">
              <a:off x="548510" y="2153588"/>
              <a:ext cx="2596730" cy="2572842"/>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177DE3">
                <a:alpha val="78000"/>
              </a:srgbClr>
            </a:solidFill>
            <a:ln w="13404" cap="flat">
              <a:noFill/>
              <a:prstDash val="solid"/>
              <a:miter/>
            </a:ln>
          </p:spPr>
          <p:txBody>
            <a:bodyPr vert="horz" wrap="square" lIns="91440" tIns="45720" rIns="91440" bIns="45720" numCol="1" anchor="t" anchorCtr="0" compatLnSpc="1"/>
            <a:lstStyle/>
            <a:p>
              <a:endParaRPr lang="zh-CN" altLang="en-US"/>
            </a:p>
          </p:txBody>
        </p:sp>
        <p:sp>
          <p:nvSpPr>
            <p:cNvPr id="51" name="Freeform 5"/>
            <p:cNvSpPr/>
            <p:nvPr/>
          </p:nvSpPr>
          <p:spPr bwMode="auto">
            <a:xfrm rot="19509204">
              <a:off x="341051" y="2131570"/>
              <a:ext cx="2596730" cy="2572842"/>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noFill/>
            <a:ln w="17577" cap="flat">
              <a:solidFill>
                <a:schemeClr val="tx1">
                  <a:alpha val="18000"/>
                </a:schemeClr>
              </a:solidFill>
              <a:prstDash val="solid"/>
              <a:miter/>
            </a:ln>
          </p:spPr>
          <p:txBody>
            <a:bodyPr vert="horz" wrap="square" lIns="91440" tIns="45720" rIns="91440" bIns="45720" numCol="1" anchor="t" anchorCtr="0" compatLnSpc="1"/>
            <a:lstStyle/>
            <a:p>
              <a:endParaRPr lang="zh-CN" altLang="en-US"/>
            </a:p>
          </p:txBody>
        </p:sp>
        <p:sp>
          <p:nvSpPr>
            <p:cNvPr id="56" name="文本框 55"/>
            <p:cNvSpPr txBox="1"/>
            <p:nvPr/>
          </p:nvSpPr>
          <p:spPr>
            <a:xfrm>
              <a:off x="997488" y="3025565"/>
              <a:ext cx="1756230" cy="707886"/>
            </a:xfrm>
            <a:prstGeom prst="rect">
              <a:avLst/>
            </a:prstGeom>
            <a:noFill/>
          </p:spPr>
          <p:txBody>
            <a:bodyPr wrap="square" rtlCol="0">
              <a:spAutoFit/>
            </a:bodyPr>
            <a:lstStyle/>
            <a:p>
              <a:pPr algn="ctr"/>
              <a:r>
                <a:rPr lang="zh-CN" altLang="en-US" sz="4000" b="1">
                  <a:solidFill>
                    <a:schemeClr val="bg1"/>
                  </a:solidFill>
                  <a:latin typeface="微软雅黑" panose="020B0503020204020204" pitchFamily="34" charset="-122"/>
                  <a:ea typeface="微软雅黑" panose="020B0503020204020204" pitchFamily="34" charset="-122"/>
                </a:rPr>
                <a:t>目 录</a:t>
              </a:r>
              <a:endParaRPr lang="zh-CN" altLang="en-US" sz="4000" b="1">
                <a:solidFill>
                  <a:schemeClr val="bg1"/>
                </a:solidFill>
                <a:latin typeface="微软雅黑" panose="020B0503020204020204" pitchFamily="34" charset="-122"/>
                <a:ea typeface="微软雅黑" panose="020B0503020204020204" pitchFamily="34" charset="-122"/>
              </a:endParaRPr>
            </a:p>
          </p:txBody>
        </p:sp>
        <p:sp>
          <p:nvSpPr>
            <p:cNvPr id="57" name="文本框 56"/>
            <p:cNvSpPr txBox="1"/>
            <p:nvPr/>
          </p:nvSpPr>
          <p:spPr>
            <a:xfrm>
              <a:off x="997488" y="3669656"/>
              <a:ext cx="1756230" cy="369332"/>
            </a:xfrm>
            <a:prstGeom prst="rect">
              <a:avLst/>
            </a:prstGeom>
            <a:noFill/>
          </p:spPr>
          <p:txBody>
            <a:bodyPr wrap="square" rtlCol="0">
              <a:spAutoFit/>
            </a:bodyPr>
            <a:lstStyle/>
            <a:p>
              <a:pPr algn="ctr"/>
              <a:r>
                <a:rPr lang="en-US" altLang="zh-CN" b="1">
                  <a:solidFill>
                    <a:schemeClr val="bg1"/>
                  </a:solidFill>
                  <a:latin typeface="微软雅黑" panose="020B0503020204020204" pitchFamily="34" charset="-122"/>
                  <a:ea typeface="微软雅黑" panose="020B0503020204020204" pitchFamily="34" charset="-122"/>
                </a:rPr>
                <a:t>CONTENTS</a:t>
              </a:r>
              <a:endParaRPr lang="zh-CN" altLang="en-US" b="1">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5"/>
          <p:cNvSpPr/>
          <p:nvPr/>
        </p:nvSpPr>
        <p:spPr bwMode="auto">
          <a:xfrm rot="9300860" flipV="1">
            <a:off x="1218288" y="-1403837"/>
            <a:ext cx="9755424" cy="9665675"/>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F8FEFE">
              <a:alpha val="93000"/>
            </a:srgbClr>
          </a:solidFill>
          <a:ln>
            <a:noFill/>
          </a:ln>
          <a:effectLst>
            <a:outerShdw blurRad="825500" dist="38100" dir="13500000" algn="br" rotWithShape="0">
              <a:srgbClr val="177DE3">
                <a:alpha val="7000"/>
              </a:srgbClr>
            </a:outerShdw>
          </a:effectLst>
        </p:spPr>
        <p:txBody>
          <a:bodyPr vert="horz" wrap="square" lIns="91440" tIns="45720" rIns="91440" bIns="45720" numCol="1" anchor="t" anchorCtr="0" compatLnSpc="1"/>
          <a:lstStyle/>
          <a:p>
            <a:endParaRPr lang="zh-CN" altLang="en-US"/>
          </a:p>
        </p:txBody>
      </p:sp>
      <p:sp>
        <p:nvSpPr>
          <p:cNvPr id="4" name="Freeform 5"/>
          <p:cNvSpPr/>
          <p:nvPr/>
        </p:nvSpPr>
        <p:spPr bwMode="auto">
          <a:xfrm rot="19509204">
            <a:off x="4907341" y="1550753"/>
            <a:ext cx="1986939" cy="1968662"/>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noFill/>
          <a:ln w="17577" cap="flat">
            <a:solidFill>
              <a:srgbClr val="234463">
                <a:alpha val="18000"/>
              </a:srgbClr>
            </a:solidFill>
            <a:prstDash val="solid"/>
            <a:miter/>
          </a:ln>
        </p:spPr>
        <p:txBody>
          <a:bodyPr vert="horz" wrap="square" lIns="91440" tIns="45720" rIns="91440" bIns="45720" numCol="1" anchor="t" anchorCtr="0" compatLnSpc="1"/>
          <a:lstStyle/>
          <a:p>
            <a:endParaRPr lang="zh-CN" altLang="en-US"/>
          </a:p>
        </p:txBody>
      </p:sp>
      <p:sp>
        <p:nvSpPr>
          <p:cNvPr id="3" name="Freeform 5"/>
          <p:cNvSpPr/>
          <p:nvPr/>
        </p:nvSpPr>
        <p:spPr bwMode="auto">
          <a:xfrm rot="2010771">
            <a:off x="5058174" y="1494322"/>
            <a:ext cx="1954729" cy="1954801"/>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177DE3"/>
          </a:solidFill>
          <a:ln>
            <a:noFill/>
          </a:ln>
          <a:effectLst/>
        </p:spPr>
        <p:txBody>
          <a:bodyPr vert="horz" wrap="square" lIns="91440" tIns="45720" rIns="91440" bIns="45720" numCol="1" anchor="t" anchorCtr="0" compatLnSpc="1"/>
          <a:lstStyle/>
          <a:p>
            <a:endParaRPr lang="zh-CN" altLang="en-US"/>
          </a:p>
        </p:txBody>
      </p:sp>
      <p:sp>
        <p:nvSpPr>
          <p:cNvPr id="5" name="文本框 4"/>
          <p:cNvSpPr txBox="1"/>
          <p:nvPr/>
        </p:nvSpPr>
        <p:spPr>
          <a:xfrm>
            <a:off x="5207538" y="2030133"/>
            <a:ext cx="1756230" cy="1200329"/>
          </a:xfrm>
          <a:prstGeom prst="rect">
            <a:avLst/>
          </a:prstGeom>
          <a:noFill/>
        </p:spPr>
        <p:txBody>
          <a:bodyPr wrap="square" rtlCol="0">
            <a:spAutoFit/>
          </a:bodyPr>
          <a:lstStyle/>
          <a:p>
            <a:pPr algn="ctr"/>
            <a:r>
              <a:rPr lang="en-US" altLang="zh-CN" sz="7200" b="1">
                <a:solidFill>
                  <a:schemeClr val="bg1"/>
                </a:solidFill>
                <a:latin typeface="微软雅黑" panose="020B0503020204020204" pitchFamily="34" charset="-122"/>
                <a:ea typeface="微软雅黑" panose="020B0503020204020204" pitchFamily="34" charset="-122"/>
              </a:rPr>
              <a:t>01</a:t>
            </a:r>
            <a:endParaRPr lang="zh-CN" altLang="en-US" sz="7200" b="1">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4211610" y="3834359"/>
            <a:ext cx="3768780" cy="645160"/>
          </a:xfrm>
          <a:prstGeom prst="rect">
            <a:avLst/>
          </a:prstGeom>
          <a:noFill/>
        </p:spPr>
        <p:txBody>
          <a:bodyPr wrap="square" rtlCol="0">
            <a:spAutoFit/>
          </a:bodyPr>
          <a:lstStyle/>
          <a:p>
            <a:pPr algn="ctr"/>
            <a:r>
              <a:rPr lang="zh-CN" altLang="en-US" sz="3600" b="1">
                <a:solidFill>
                  <a:srgbClr val="234463"/>
                </a:solidFill>
                <a:latin typeface="微软雅黑" panose="020B0503020204020204" pitchFamily="34" charset="-122"/>
                <a:ea typeface="微软雅黑" panose="020B0503020204020204" pitchFamily="34" charset="-122"/>
                <a:sym typeface="+mn-ea"/>
              </a:rPr>
              <a:t>准备部分</a:t>
            </a:r>
            <a:endParaRPr lang="zh-CN" altLang="en-US" sz="3600" b="1">
              <a:solidFill>
                <a:srgbClr val="234463"/>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533141" y="4465254"/>
            <a:ext cx="7125719" cy="337185"/>
          </a:xfrm>
          <a:prstGeom prst="rect">
            <a:avLst/>
          </a:prstGeom>
          <a:noFill/>
        </p:spPr>
        <p:txBody>
          <a:bodyPr wrap="square" rtlCol="0">
            <a:spAutoFit/>
          </a:bodyPr>
          <a:lstStyle/>
          <a:p>
            <a:pPr algn="ctr"/>
            <a:r>
              <a:rPr lang="zh-CN" altLang="en-US" sz="16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rPr>
              <a:t>时刻准备着！</a:t>
            </a:r>
            <a:endParaRPr lang="en-US" altLang="zh-CN" sz="1600">
              <a:solidFill>
                <a:srgbClr val="234463"/>
              </a:solidFill>
              <a:latin typeface="Segoe UI Light" panose="020B0502040204020203" pitchFamily="34" charset="0"/>
              <a:ea typeface="MS PGothic" panose="020B0600070205080204" charset="-128"/>
              <a:cs typeface="Segoe UI Light" panose="020B0502040204020203" pitchFamily="34" charset="0"/>
              <a:sym typeface="Lato Regular"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08221" y="255809"/>
            <a:ext cx="751192" cy="574537"/>
            <a:chOff x="6465859" y="1148078"/>
            <a:chExt cx="751192" cy="574537"/>
          </a:xfrm>
        </p:grpSpPr>
        <p:sp>
          <p:nvSpPr>
            <p:cNvPr id="3" name="Freeform 5"/>
            <p:cNvSpPr/>
            <p:nvPr/>
          </p:nvSpPr>
          <p:spPr bwMode="auto">
            <a:xfrm>
              <a:off x="6465859" y="1148078"/>
              <a:ext cx="672994" cy="574537"/>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C9E7FF"/>
            </a:solidFill>
            <a:ln>
              <a:noFill/>
            </a:ln>
            <a:effectLst>
              <a:outerShdw blurRad="165100" dist="127000" dir="2700000" algn="tl" rotWithShape="0">
                <a:srgbClr val="177DE3">
                  <a:alpha val="10000"/>
                </a:srgbClr>
              </a:outerShdw>
            </a:effectLst>
          </p:spPr>
          <p:txBody>
            <a:bodyPr vert="horz" wrap="square" lIns="91440" tIns="45720" rIns="91440" bIns="45720" numCol="1" anchor="t" anchorCtr="0" compatLnSpc="1"/>
            <a:lstStyle/>
            <a:p>
              <a:endParaRPr lang="zh-CN" altLang="en-US"/>
            </a:p>
          </p:txBody>
        </p:sp>
        <p:sp>
          <p:nvSpPr>
            <p:cNvPr id="4" name="文本框 3"/>
            <p:cNvSpPr txBox="1"/>
            <p:nvPr/>
          </p:nvSpPr>
          <p:spPr>
            <a:xfrm>
              <a:off x="6465859" y="1173737"/>
              <a:ext cx="751192" cy="523220"/>
            </a:xfrm>
            <a:prstGeom prst="rect">
              <a:avLst/>
            </a:prstGeom>
            <a:noFill/>
          </p:spPr>
          <p:txBody>
            <a:bodyPr wrap="square" rtlCol="0">
              <a:spAutoFit/>
            </a:bodyPr>
            <a:lstStyle/>
            <a:p>
              <a:pPr algn="ctr"/>
              <a:r>
                <a:rPr lang="en-US" altLang="zh-CN" sz="2800" b="1">
                  <a:solidFill>
                    <a:srgbClr val="234463"/>
                  </a:solidFill>
                  <a:latin typeface="微软雅黑" panose="020B0503020204020204" pitchFamily="34" charset="-122"/>
                  <a:ea typeface="微软雅黑" panose="020B0503020204020204" pitchFamily="34" charset="-122"/>
                </a:rPr>
                <a:t>01</a:t>
              </a:r>
              <a:endParaRPr lang="zh-CN" altLang="en-US" sz="2800" b="1">
                <a:solidFill>
                  <a:srgbClr val="234463"/>
                </a:solidFill>
                <a:latin typeface="微软雅黑" panose="020B0503020204020204" pitchFamily="34" charset="-122"/>
                <a:ea typeface="微软雅黑" panose="020B0503020204020204" pitchFamily="34" charset="-122"/>
              </a:endParaRPr>
            </a:p>
          </p:txBody>
        </p:sp>
      </p:grpSp>
      <p:sp>
        <p:nvSpPr>
          <p:cNvPr id="5" name="文本框 4"/>
          <p:cNvSpPr txBox="1"/>
          <p:nvPr/>
        </p:nvSpPr>
        <p:spPr>
          <a:xfrm>
            <a:off x="898980" y="255809"/>
            <a:ext cx="2743200" cy="460375"/>
          </a:xfrm>
          <a:prstGeom prst="rect">
            <a:avLst/>
          </a:prstGeom>
          <a:noFill/>
        </p:spPr>
        <p:txBody>
          <a:bodyPr wrap="square" rtlCol="0">
            <a:spAutoFit/>
          </a:bodyPr>
          <a:lstStyle/>
          <a:p>
            <a:r>
              <a:rPr lang="zh-CN" altLang="en-US" sz="2400" b="1">
                <a:solidFill>
                  <a:srgbClr val="234463"/>
                </a:solidFill>
                <a:latin typeface="微软雅黑" panose="020B0503020204020204" pitchFamily="34" charset="-122"/>
                <a:ea typeface="微软雅黑" panose="020B0503020204020204" pitchFamily="34" charset="-122"/>
                <a:sym typeface="+mn-ea"/>
              </a:rPr>
              <a:t>前期准备部分</a:t>
            </a:r>
            <a:endParaRPr lang="en-US" altLang="zh-CN" sz="2400" b="1">
              <a:solidFill>
                <a:srgbClr val="234463"/>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898981" y="634922"/>
            <a:ext cx="2511764" cy="275590"/>
          </a:xfrm>
          <a:prstGeom prst="rect">
            <a:avLst/>
          </a:prstGeom>
          <a:noFill/>
        </p:spPr>
        <p:txBody>
          <a:bodyPr wrap="square" rtlCol="0">
            <a:spAutoFit/>
          </a:bodyPr>
          <a:lstStyle/>
          <a:p>
            <a:r>
              <a:rPr lang="zh-CN" altLang="en-US" sz="1200">
                <a:solidFill>
                  <a:srgbClr val="234463"/>
                </a:solidFill>
                <a:latin typeface="Segoe UI Light" panose="020B0502040204020203" pitchFamily="34" charset="0"/>
                <a:ea typeface="微软雅黑 Light" panose="020B0502040204020203" pitchFamily="34" charset="-122"/>
                <a:cs typeface="Segoe UI Light" panose="020B0502040204020203" pitchFamily="34" charset="0"/>
              </a:rPr>
              <a:t>素材部分</a:t>
            </a:r>
            <a:endParaRPr lang="zh-CN" altLang="en-US" sz="1200">
              <a:solidFill>
                <a:srgbClr val="234463"/>
              </a:solidFill>
              <a:latin typeface="Segoe UI Light" panose="020B0502040204020203" pitchFamily="34" charset="0"/>
              <a:ea typeface="微软雅黑 Light" panose="020B0502040204020203" pitchFamily="34" charset="-122"/>
              <a:cs typeface="Segoe UI Light" panose="020B0502040204020203" pitchFamily="34" charset="0"/>
            </a:endParaRPr>
          </a:p>
        </p:txBody>
      </p:sp>
      <p:sp>
        <p:nvSpPr>
          <p:cNvPr id="41" name="Freeform 23"/>
          <p:cNvSpPr>
            <a:spLocks noEditPoints="1"/>
          </p:cNvSpPr>
          <p:nvPr>
            <p:custDataLst>
              <p:tags r:id="rId1"/>
            </p:custDataLst>
          </p:nvPr>
        </p:nvSpPr>
        <p:spPr bwMode="auto">
          <a:xfrm>
            <a:off x="1603766" y="2531212"/>
            <a:ext cx="734975" cy="601582"/>
          </a:xfrm>
          <a:custGeom>
            <a:avLst/>
            <a:gdLst>
              <a:gd name="T0" fmla="*/ 108 w 176"/>
              <a:gd name="T1" fmla="*/ 24 h 144"/>
              <a:gd name="T2" fmla="*/ 108 w 176"/>
              <a:gd name="T3" fmla="*/ 16 h 144"/>
              <a:gd name="T4" fmla="*/ 64 w 176"/>
              <a:gd name="T5" fmla="*/ 20 h 144"/>
              <a:gd name="T6" fmla="*/ 88 w 176"/>
              <a:gd name="T7" fmla="*/ 56 h 144"/>
              <a:gd name="T8" fmla="*/ 88 w 176"/>
              <a:gd name="T9" fmla="*/ 104 h 144"/>
              <a:gd name="T10" fmla="*/ 88 w 176"/>
              <a:gd name="T11" fmla="*/ 56 h 144"/>
              <a:gd name="T12" fmla="*/ 72 w 176"/>
              <a:gd name="T13" fmla="*/ 80 h 144"/>
              <a:gd name="T14" fmla="*/ 104 w 176"/>
              <a:gd name="T15" fmla="*/ 80 h 144"/>
              <a:gd name="T16" fmla="*/ 88 w 176"/>
              <a:gd name="T17" fmla="*/ 40 h 144"/>
              <a:gd name="T18" fmla="*/ 88 w 176"/>
              <a:gd name="T19" fmla="*/ 120 h 144"/>
              <a:gd name="T20" fmla="*/ 88 w 176"/>
              <a:gd name="T21" fmla="*/ 40 h 144"/>
              <a:gd name="T22" fmla="*/ 56 w 176"/>
              <a:gd name="T23" fmla="*/ 80 h 144"/>
              <a:gd name="T24" fmla="*/ 120 w 176"/>
              <a:gd name="T25" fmla="*/ 80 h 144"/>
              <a:gd name="T26" fmla="*/ 148 w 176"/>
              <a:gd name="T27" fmla="*/ 64 h 144"/>
              <a:gd name="T28" fmla="*/ 148 w 176"/>
              <a:gd name="T29" fmla="*/ 72 h 144"/>
              <a:gd name="T30" fmla="*/ 148 w 176"/>
              <a:gd name="T31" fmla="*/ 64 h 144"/>
              <a:gd name="T32" fmla="*/ 136 w 176"/>
              <a:gd name="T33" fmla="*/ 44 h 144"/>
              <a:gd name="T34" fmla="*/ 160 w 176"/>
              <a:gd name="T35" fmla="*/ 44 h 144"/>
              <a:gd name="T36" fmla="*/ 148 w 176"/>
              <a:gd name="T37" fmla="*/ 48 h 144"/>
              <a:gd name="T38" fmla="*/ 148 w 176"/>
              <a:gd name="T39" fmla="*/ 40 h 144"/>
              <a:gd name="T40" fmla="*/ 148 w 176"/>
              <a:gd name="T41" fmla="*/ 48 h 144"/>
              <a:gd name="T42" fmla="*/ 144 w 176"/>
              <a:gd name="T43" fmla="*/ 16 h 144"/>
              <a:gd name="T44" fmla="*/ 88 w 176"/>
              <a:gd name="T45" fmla="*/ 0 h 144"/>
              <a:gd name="T46" fmla="*/ 32 w 176"/>
              <a:gd name="T47" fmla="*/ 16 h 144"/>
              <a:gd name="T48" fmla="*/ 0 w 176"/>
              <a:gd name="T49" fmla="*/ 32 h 144"/>
              <a:gd name="T50" fmla="*/ 16 w 176"/>
              <a:gd name="T51" fmla="*/ 144 h 144"/>
              <a:gd name="T52" fmla="*/ 176 w 176"/>
              <a:gd name="T53" fmla="*/ 128 h 144"/>
              <a:gd name="T54" fmla="*/ 160 w 176"/>
              <a:gd name="T55" fmla="*/ 16 h 144"/>
              <a:gd name="T56" fmla="*/ 133 w 176"/>
              <a:gd name="T57" fmla="*/ 96 h 144"/>
              <a:gd name="T58" fmla="*/ 168 w 176"/>
              <a:gd name="T59" fmla="*/ 104 h 144"/>
              <a:gd name="T60" fmla="*/ 160 w 176"/>
              <a:gd name="T61" fmla="*/ 136 h 144"/>
              <a:gd name="T62" fmla="*/ 8 w 176"/>
              <a:gd name="T63" fmla="*/ 128 h 144"/>
              <a:gd name="T64" fmla="*/ 46 w 176"/>
              <a:gd name="T65" fmla="*/ 104 h 144"/>
              <a:gd name="T66" fmla="*/ 8 w 176"/>
              <a:gd name="T67" fmla="*/ 96 h 144"/>
              <a:gd name="T68" fmla="*/ 16 w 176"/>
              <a:gd name="T69" fmla="*/ 24 h 144"/>
              <a:gd name="T70" fmla="*/ 60 w 176"/>
              <a:gd name="T71" fmla="*/ 8 h 144"/>
              <a:gd name="T72" fmla="*/ 116 w 176"/>
              <a:gd name="T73" fmla="*/ 8 h 144"/>
              <a:gd name="T74" fmla="*/ 160 w 176"/>
              <a:gd name="T75" fmla="*/ 24 h 144"/>
              <a:gd name="T76" fmla="*/ 168 w 176"/>
              <a:gd name="T77" fmla="*/ 9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6" h="144">
                <a:moveTo>
                  <a:pt x="68" y="24"/>
                </a:moveTo>
                <a:cubicBezTo>
                  <a:pt x="108" y="24"/>
                  <a:pt x="108" y="24"/>
                  <a:pt x="108" y="24"/>
                </a:cubicBezTo>
                <a:cubicBezTo>
                  <a:pt x="110" y="24"/>
                  <a:pt x="112" y="22"/>
                  <a:pt x="112" y="20"/>
                </a:cubicBezTo>
                <a:cubicBezTo>
                  <a:pt x="112" y="18"/>
                  <a:pt x="110" y="16"/>
                  <a:pt x="108" y="16"/>
                </a:cubicBezTo>
                <a:cubicBezTo>
                  <a:pt x="68" y="16"/>
                  <a:pt x="68" y="16"/>
                  <a:pt x="68" y="16"/>
                </a:cubicBezTo>
                <a:cubicBezTo>
                  <a:pt x="66" y="16"/>
                  <a:pt x="64" y="18"/>
                  <a:pt x="64" y="20"/>
                </a:cubicBezTo>
                <a:cubicBezTo>
                  <a:pt x="64" y="22"/>
                  <a:pt x="66" y="24"/>
                  <a:pt x="68" y="24"/>
                </a:cubicBezTo>
                <a:moveTo>
                  <a:pt x="88" y="56"/>
                </a:moveTo>
                <a:cubicBezTo>
                  <a:pt x="75" y="56"/>
                  <a:pt x="64" y="67"/>
                  <a:pt x="64" y="80"/>
                </a:cubicBezTo>
                <a:cubicBezTo>
                  <a:pt x="64" y="93"/>
                  <a:pt x="75" y="104"/>
                  <a:pt x="88" y="104"/>
                </a:cubicBezTo>
                <a:cubicBezTo>
                  <a:pt x="101" y="104"/>
                  <a:pt x="112" y="93"/>
                  <a:pt x="112" y="80"/>
                </a:cubicBezTo>
                <a:cubicBezTo>
                  <a:pt x="112" y="67"/>
                  <a:pt x="101" y="56"/>
                  <a:pt x="88" y="56"/>
                </a:cubicBezTo>
                <a:moveTo>
                  <a:pt x="88" y="96"/>
                </a:moveTo>
                <a:cubicBezTo>
                  <a:pt x="79" y="96"/>
                  <a:pt x="72" y="89"/>
                  <a:pt x="72" y="80"/>
                </a:cubicBezTo>
                <a:cubicBezTo>
                  <a:pt x="72" y="71"/>
                  <a:pt x="79" y="64"/>
                  <a:pt x="88" y="64"/>
                </a:cubicBezTo>
                <a:cubicBezTo>
                  <a:pt x="97" y="64"/>
                  <a:pt x="104" y="71"/>
                  <a:pt x="104" y="80"/>
                </a:cubicBezTo>
                <a:cubicBezTo>
                  <a:pt x="104" y="89"/>
                  <a:pt x="97" y="96"/>
                  <a:pt x="88" y="96"/>
                </a:cubicBezTo>
                <a:moveTo>
                  <a:pt x="88" y="40"/>
                </a:moveTo>
                <a:cubicBezTo>
                  <a:pt x="66" y="40"/>
                  <a:pt x="48" y="58"/>
                  <a:pt x="48" y="80"/>
                </a:cubicBezTo>
                <a:cubicBezTo>
                  <a:pt x="48" y="102"/>
                  <a:pt x="66" y="120"/>
                  <a:pt x="88" y="120"/>
                </a:cubicBezTo>
                <a:cubicBezTo>
                  <a:pt x="110" y="120"/>
                  <a:pt x="128" y="102"/>
                  <a:pt x="128" y="80"/>
                </a:cubicBezTo>
                <a:cubicBezTo>
                  <a:pt x="128" y="58"/>
                  <a:pt x="110" y="40"/>
                  <a:pt x="88" y="40"/>
                </a:cubicBezTo>
                <a:moveTo>
                  <a:pt x="88" y="112"/>
                </a:moveTo>
                <a:cubicBezTo>
                  <a:pt x="70" y="112"/>
                  <a:pt x="56" y="98"/>
                  <a:pt x="56" y="80"/>
                </a:cubicBezTo>
                <a:cubicBezTo>
                  <a:pt x="56" y="62"/>
                  <a:pt x="70" y="48"/>
                  <a:pt x="88" y="48"/>
                </a:cubicBezTo>
                <a:cubicBezTo>
                  <a:pt x="106" y="48"/>
                  <a:pt x="120" y="62"/>
                  <a:pt x="120" y="80"/>
                </a:cubicBezTo>
                <a:cubicBezTo>
                  <a:pt x="120" y="98"/>
                  <a:pt x="106" y="112"/>
                  <a:pt x="88" y="112"/>
                </a:cubicBezTo>
                <a:moveTo>
                  <a:pt x="148" y="64"/>
                </a:moveTo>
                <a:cubicBezTo>
                  <a:pt x="146" y="64"/>
                  <a:pt x="144" y="66"/>
                  <a:pt x="144" y="68"/>
                </a:cubicBezTo>
                <a:cubicBezTo>
                  <a:pt x="144" y="70"/>
                  <a:pt x="146" y="72"/>
                  <a:pt x="148" y="72"/>
                </a:cubicBezTo>
                <a:cubicBezTo>
                  <a:pt x="150" y="72"/>
                  <a:pt x="152" y="70"/>
                  <a:pt x="152" y="68"/>
                </a:cubicBezTo>
                <a:cubicBezTo>
                  <a:pt x="152" y="66"/>
                  <a:pt x="150" y="64"/>
                  <a:pt x="148" y="64"/>
                </a:cubicBezTo>
                <a:moveTo>
                  <a:pt x="148" y="32"/>
                </a:moveTo>
                <a:cubicBezTo>
                  <a:pt x="141" y="32"/>
                  <a:pt x="136" y="37"/>
                  <a:pt x="136" y="44"/>
                </a:cubicBezTo>
                <a:cubicBezTo>
                  <a:pt x="136" y="51"/>
                  <a:pt x="141" y="56"/>
                  <a:pt x="148" y="56"/>
                </a:cubicBezTo>
                <a:cubicBezTo>
                  <a:pt x="155" y="56"/>
                  <a:pt x="160" y="51"/>
                  <a:pt x="160" y="44"/>
                </a:cubicBezTo>
                <a:cubicBezTo>
                  <a:pt x="160" y="37"/>
                  <a:pt x="155" y="32"/>
                  <a:pt x="148" y="32"/>
                </a:cubicBezTo>
                <a:moveTo>
                  <a:pt x="148" y="48"/>
                </a:moveTo>
                <a:cubicBezTo>
                  <a:pt x="146" y="48"/>
                  <a:pt x="144" y="46"/>
                  <a:pt x="144" y="44"/>
                </a:cubicBezTo>
                <a:cubicBezTo>
                  <a:pt x="144" y="42"/>
                  <a:pt x="146" y="40"/>
                  <a:pt x="148" y="40"/>
                </a:cubicBezTo>
                <a:cubicBezTo>
                  <a:pt x="150" y="40"/>
                  <a:pt x="152" y="42"/>
                  <a:pt x="152" y="44"/>
                </a:cubicBezTo>
                <a:cubicBezTo>
                  <a:pt x="152" y="46"/>
                  <a:pt x="150" y="48"/>
                  <a:pt x="148" y="48"/>
                </a:cubicBezTo>
                <a:moveTo>
                  <a:pt x="160" y="16"/>
                </a:moveTo>
                <a:cubicBezTo>
                  <a:pt x="144" y="16"/>
                  <a:pt x="144" y="16"/>
                  <a:pt x="144" y="16"/>
                </a:cubicBezTo>
                <a:cubicBezTo>
                  <a:pt x="132" y="16"/>
                  <a:pt x="132" y="0"/>
                  <a:pt x="116" y="0"/>
                </a:cubicBezTo>
                <a:cubicBezTo>
                  <a:pt x="88" y="0"/>
                  <a:pt x="88" y="0"/>
                  <a:pt x="88" y="0"/>
                </a:cubicBezTo>
                <a:cubicBezTo>
                  <a:pt x="60" y="0"/>
                  <a:pt x="60" y="0"/>
                  <a:pt x="60" y="0"/>
                </a:cubicBezTo>
                <a:cubicBezTo>
                  <a:pt x="44" y="0"/>
                  <a:pt x="44" y="16"/>
                  <a:pt x="32" y="16"/>
                </a:cubicBezTo>
                <a:cubicBezTo>
                  <a:pt x="16" y="16"/>
                  <a:pt x="16" y="16"/>
                  <a:pt x="16" y="16"/>
                </a:cubicBezTo>
                <a:cubicBezTo>
                  <a:pt x="7" y="16"/>
                  <a:pt x="0" y="23"/>
                  <a:pt x="0" y="32"/>
                </a:cubicBezTo>
                <a:cubicBezTo>
                  <a:pt x="0" y="128"/>
                  <a:pt x="0" y="128"/>
                  <a:pt x="0" y="128"/>
                </a:cubicBezTo>
                <a:cubicBezTo>
                  <a:pt x="0" y="137"/>
                  <a:pt x="7" y="144"/>
                  <a:pt x="16" y="144"/>
                </a:cubicBezTo>
                <a:cubicBezTo>
                  <a:pt x="160" y="144"/>
                  <a:pt x="160" y="144"/>
                  <a:pt x="160" y="144"/>
                </a:cubicBezTo>
                <a:cubicBezTo>
                  <a:pt x="169" y="144"/>
                  <a:pt x="176" y="137"/>
                  <a:pt x="176" y="128"/>
                </a:cubicBezTo>
                <a:cubicBezTo>
                  <a:pt x="176" y="32"/>
                  <a:pt x="176" y="32"/>
                  <a:pt x="176" y="32"/>
                </a:cubicBezTo>
                <a:cubicBezTo>
                  <a:pt x="176" y="23"/>
                  <a:pt x="169" y="16"/>
                  <a:pt x="160" y="16"/>
                </a:cubicBezTo>
                <a:moveTo>
                  <a:pt x="168" y="96"/>
                </a:moveTo>
                <a:cubicBezTo>
                  <a:pt x="133" y="96"/>
                  <a:pt x="133" y="96"/>
                  <a:pt x="133" y="96"/>
                </a:cubicBezTo>
                <a:cubicBezTo>
                  <a:pt x="132" y="99"/>
                  <a:pt x="131" y="101"/>
                  <a:pt x="130" y="104"/>
                </a:cubicBezTo>
                <a:cubicBezTo>
                  <a:pt x="168" y="104"/>
                  <a:pt x="168" y="104"/>
                  <a:pt x="168" y="104"/>
                </a:cubicBezTo>
                <a:cubicBezTo>
                  <a:pt x="168" y="128"/>
                  <a:pt x="168" y="128"/>
                  <a:pt x="168" y="128"/>
                </a:cubicBezTo>
                <a:cubicBezTo>
                  <a:pt x="168" y="132"/>
                  <a:pt x="164" y="136"/>
                  <a:pt x="160" y="136"/>
                </a:cubicBezTo>
                <a:cubicBezTo>
                  <a:pt x="16" y="136"/>
                  <a:pt x="16" y="136"/>
                  <a:pt x="16" y="136"/>
                </a:cubicBezTo>
                <a:cubicBezTo>
                  <a:pt x="12" y="136"/>
                  <a:pt x="8" y="132"/>
                  <a:pt x="8" y="128"/>
                </a:cubicBezTo>
                <a:cubicBezTo>
                  <a:pt x="8" y="104"/>
                  <a:pt x="8" y="104"/>
                  <a:pt x="8" y="104"/>
                </a:cubicBezTo>
                <a:cubicBezTo>
                  <a:pt x="46" y="104"/>
                  <a:pt x="46" y="104"/>
                  <a:pt x="46" y="104"/>
                </a:cubicBezTo>
                <a:cubicBezTo>
                  <a:pt x="45" y="101"/>
                  <a:pt x="44" y="99"/>
                  <a:pt x="43" y="96"/>
                </a:cubicBezTo>
                <a:cubicBezTo>
                  <a:pt x="8" y="96"/>
                  <a:pt x="8" y="96"/>
                  <a:pt x="8" y="96"/>
                </a:cubicBezTo>
                <a:cubicBezTo>
                  <a:pt x="8" y="32"/>
                  <a:pt x="8" y="32"/>
                  <a:pt x="8" y="32"/>
                </a:cubicBezTo>
                <a:cubicBezTo>
                  <a:pt x="8" y="28"/>
                  <a:pt x="12" y="24"/>
                  <a:pt x="16" y="24"/>
                </a:cubicBezTo>
                <a:cubicBezTo>
                  <a:pt x="32" y="24"/>
                  <a:pt x="32" y="24"/>
                  <a:pt x="32" y="24"/>
                </a:cubicBezTo>
                <a:cubicBezTo>
                  <a:pt x="48" y="24"/>
                  <a:pt x="48" y="8"/>
                  <a:pt x="60" y="8"/>
                </a:cubicBezTo>
                <a:cubicBezTo>
                  <a:pt x="88" y="8"/>
                  <a:pt x="88" y="8"/>
                  <a:pt x="88" y="8"/>
                </a:cubicBezTo>
                <a:cubicBezTo>
                  <a:pt x="116" y="8"/>
                  <a:pt x="116" y="8"/>
                  <a:pt x="116" y="8"/>
                </a:cubicBezTo>
                <a:cubicBezTo>
                  <a:pt x="128" y="8"/>
                  <a:pt x="128" y="24"/>
                  <a:pt x="144" y="24"/>
                </a:cubicBezTo>
                <a:cubicBezTo>
                  <a:pt x="160" y="24"/>
                  <a:pt x="160" y="24"/>
                  <a:pt x="160" y="24"/>
                </a:cubicBezTo>
                <a:cubicBezTo>
                  <a:pt x="164" y="24"/>
                  <a:pt x="168" y="28"/>
                  <a:pt x="168" y="32"/>
                </a:cubicBezTo>
                <a:lnTo>
                  <a:pt x="168" y="96"/>
                </a:lnTo>
                <a:close/>
              </a:path>
            </a:pathLst>
          </a:custGeom>
          <a:solidFill>
            <a:srgbClr val="3298FD"/>
          </a:solidFill>
          <a:ln w="0">
            <a:noFill/>
            <a:prstDash val="solid"/>
            <a:round/>
          </a:ln>
        </p:spPr>
        <p:txBody>
          <a:bodyPr vert="horz" wrap="square" lIns="91440" tIns="45720" rIns="91440" bIns="45720" numCol="1" anchor="t" anchorCtr="0" compatLnSpc="1"/>
          <a:lstStyle/>
          <a:p>
            <a:endParaRPr lang="en-US">
              <a:solidFill>
                <a:srgbClr val="234463"/>
              </a:solidFill>
              <a:latin typeface="Arial" panose="020B0604020202020204" pitchFamily="34" charset="0"/>
              <a:ea typeface="微软雅黑" panose="020B0503020204020204" pitchFamily="34" charset="-122"/>
              <a:cs typeface="+mn-ea"/>
            </a:endParaRPr>
          </a:p>
        </p:txBody>
      </p:sp>
      <p:sp>
        <p:nvSpPr>
          <p:cNvPr id="42" name="TextBox 5"/>
          <p:cNvSpPr txBox="1"/>
          <p:nvPr>
            <p:custDataLst>
              <p:tags r:id="rId2"/>
            </p:custDataLst>
          </p:nvPr>
        </p:nvSpPr>
        <p:spPr>
          <a:xfrm>
            <a:off x="1082601" y="3303242"/>
            <a:ext cx="1773937" cy="386080"/>
          </a:xfrm>
          <a:prstGeom prst="rect">
            <a:avLst/>
          </a:prstGeom>
          <a:noFill/>
          <a:ln>
            <a:noFill/>
          </a:ln>
        </p:spPr>
        <p:txBody>
          <a:bodyPr wrap="square" rtlCol="0">
            <a:spAutoFit/>
          </a:bodyPr>
          <a:lstStyle/>
          <a:p>
            <a:pPr algn="ctr" defTabSz="1216660">
              <a:lnSpc>
                <a:spcPct val="120000"/>
              </a:lnSpc>
              <a:spcBef>
                <a:spcPct val="20000"/>
              </a:spcBef>
              <a:defRPr/>
            </a:pP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视频素材</a:t>
            </a:r>
            <a:endParaRPr lang="en-US" altLang="zh-CN"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3" name="TextBox 14"/>
          <p:cNvSpPr txBox="1"/>
          <p:nvPr>
            <p:custDataLst>
              <p:tags r:id="rId3"/>
            </p:custDataLst>
          </p:nvPr>
        </p:nvSpPr>
        <p:spPr>
          <a:xfrm>
            <a:off x="945786" y="3641796"/>
            <a:ext cx="2038142" cy="312420"/>
          </a:xfrm>
          <a:prstGeom prst="rect">
            <a:avLst/>
          </a:prstGeom>
          <a:noFill/>
        </p:spPr>
        <p:txBody>
          <a:bodyPr wrap="square" rtlCol="0">
            <a:spAutoFit/>
          </a:bodyPr>
          <a:lstStyle/>
          <a:p>
            <a:pPr algn="ct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拍摄画面、网络素材</a:t>
            </a:r>
            <a:endPar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4" name="Freeform 66"/>
          <p:cNvSpPr>
            <a:spLocks noEditPoints="1"/>
          </p:cNvSpPr>
          <p:nvPr>
            <p:custDataLst>
              <p:tags r:id="rId4"/>
            </p:custDataLst>
          </p:nvPr>
        </p:nvSpPr>
        <p:spPr bwMode="auto">
          <a:xfrm>
            <a:off x="3669529" y="2529290"/>
            <a:ext cx="731520" cy="603504"/>
          </a:xfrm>
          <a:custGeom>
            <a:avLst/>
            <a:gdLst>
              <a:gd name="T0" fmla="*/ 39 w 176"/>
              <a:gd name="T1" fmla="*/ 119 h 176"/>
              <a:gd name="T2" fmla="*/ 43 w 176"/>
              <a:gd name="T3" fmla="*/ 115 h 176"/>
              <a:gd name="T4" fmla="*/ 44 w 176"/>
              <a:gd name="T5" fmla="*/ 112 h 176"/>
              <a:gd name="T6" fmla="*/ 40 w 176"/>
              <a:gd name="T7" fmla="*/ 108 h 176"/>
              <a:gd name="T8" fmla="*/ 37 w 176"/>
              <a:gd name="T9" fmla="*/ 109 h 176"/>
              <a:gd name="T10" fmla="*/ 33 w 176"/>
              <a:gd name="T11" fmla="*/ 113 h 176"/>
              <a:gd name="T12" fmla="*/ 32 w 176"/>
              <a:gd name="T13" fmla="*/ 116 h 176"/>
              <a:gd name="T14" fmla="*/ 36 w 176"/>
              <a:gd name="T15" fmla="*/ 120 h 176"/>
              <a:gd name="T16" fmla="*/ 39 w 176"/>
              <a:gd name="T17" fmla="*/ 119 h 176"/>
              <a:gd name="T18" fmla="*/ 64 w 176"/>
              <a:gd name="T19" fmla="*/ 116 h 176"/>
              <a:gd name="T20" fmla="*/ 60 w 176"/>
              <a:gd name="T21" fmla="*/ 112 h 176"/>
              <a:gd name="T22" fmla="*/ 57 w 176"/>
              <a:gd name="T23" fmla="*/ 113 h 176"/>
              <a:gd name="T24" fmla="*/ 17 w 176"/>
              <a:gd name="T25" fmla="*/ 153 h 176"/>
              <a:gd name="T26" fmla="*/ 16 w 176"/>
              <a:gd name="T27" fmla="*/ 156 h 176"/>
              <a:gd name="T28" fmla="*/ 20 w 176"/>
              <a:gd name="T29" fmla="*/ 160 h 176"/>
              <a:gd name="T30" fmla="*/ 23 w 176"/>
              <a:gd name="T31" fmla="*/ 159 h 176"/>
              <a:gd name="T32" fmla="*/ 63 w 176"/>
              <a:gd name="T33" fmla="*/ 119 h 176"/>
              <a:gd name="T34" fmla="*/ 64 w 176"/>
              <a:gd name="T35" fmla="*/ 116 h 176"/>
              <a:gd name="T36" fmla="*/ 64 w 176"/>
              <a:gd name="T37" fmla="*/ 132 h 176"/>
              <a:gd name="T38" fmla="*/ 61 w 176"/>
              <a:gd name="T39" fmla="*/ 133 h 176"/>
              <a:gd name="T40" fmla="*/ 49 w 176"/>
              <a:gd name="T41" fmla="*/ 145 h 176"/>
              <a:gd name="T42" fmla="*/ 48 w 176"/>
              <a:gd name="T43" fmla="*/ 148 h 176"/>
              <a:gd name="T44" fmla="*/ 52 w 176"/>
              <a:gd name="T45" fmla="*/ 152 h 176"/>
              <a:gd name="T46" fmla="*/ 55 w 176"/>
              <a:gd name="T47" fmla="*/ 151 h 176"/>
              <a:gd name="T48" fmla="*/ 67 w 176"/>
              <a:gd name="T49" fmla="*/ 139 h 176"/>
              <a:gd name="T50" fmla="*/ 68 w 176"/>
              <a:gd name="T51" fmla="*/ 136 h 176"/>
              <a:gd name="T52" fmla="*/ 64 w 176"/>
              <a:gd name="T53" fmla="*/ 132 h 176"/>
              <a:gd name="T54" fmla="*/ 176 w 176"/>
              <a:gd name="T55" fmla="*/ 4 h 176"/>
              <a:gd name="T56" fmla="*/ 172 w 176"/>
              <a:gd name="T57" fmla="*/ 0 h 176"/>
              <a:gd name="T58" fmla="*/ 170 w 176"/>
              <a:gd name="T59" fmla="*/ 0 h 176"/>
              <a:gd name="T60" fmla="*/ 170 w 176"/>
              <a:gd name="T61" fmla="*/ 0 h 176"/>
              <a:gd name="T62" fmla="*/ 2 w 176"/>
              <a:gd name="T63" fmla="*/ 72 h 176"/>
              <a:gd name="T64" fmla="*/ 2 w 176"/>
              <a:gd name="T65" fmla="*/ 72 h 176"/>
              <a:gd name="T66" fmla="*/ 2 w 176"/>
              <a:gd name="T67" fmla="*/ 72 h 176"/>
              <a:gd name="T68" fmla="*/ 2 w 176"/>
              <a:gd name="T69" fmla="*/ 72 h 176"/>
              <a:gd name="T70" fmla="*/ 0 w 176"/>
              <a:gd name="T71" fmla="*/ 76 h 176"/>
              <a:gd name="T72" fmla="*/ 3 w 176"/>
              <a:gd name="T73" fmla="*/ 80 h 176"/>
              <a:gd name="T74" fmla="*/ 3 w 176"/>
              <a:gd name="T75" fmla="*/ 80 h 176"/>
              <a:gd name="T76" fmla="*/ 69 w 176"/>
              <a:gd name="T77" fmla="*/ 107 h 176"/>
              <a:gd name="T78" fmla="*/ 96 w 176"/>
              <a:gd name="T79" fmla="*/ 173 h 176"/>
              <a:gd name="T80" fmla="*/ 96 w 176"/>
              <a:gd name="T81" fmla="*/ 173 h 176"/>
              <a:gd name="T82" fmla="*/ 100 w 176"/>
              <a:gd name="T83" fmla="*/ 176 h 176"/>
              <a:gd name="T84" fmla="*/ 104 w 176"/>
              <a:gd name="T85" fmla="*/ 174 h 176"/>
              <a:gd name="T86" fmla="*/ 104 w 176"/>
              <a:gd name="T87" fmla="*/ 174 h 176"/>
              <a:gd name="T88" fmla="*/ 104 w 176"/>
              <a:gd name="T89" fmla="*/ 174 h 176"/>
              <a:gd name="T90" fmla="*/ 104 w 176"/>
              <a:gd name="T91" fmla="*/ 174 h 176"/>
              <a:gd name="T92" fmla="*/ 176 w 176"/>
              <a:gd name="T93" fmla="*/ 6 h 176"/>
              <a:gd name="T94" fmla="*/ 176 w 176"/>
              <a:gd name="T95" fmla="*/ 6 h 176"/>
              <a:gd name="T96" fmla="*/ 176 w 176"/>
              <a:gd name="T97" fmla="*/ 4 h 176"/>
              <a:gd name="T98" fmla="*/ 14 w 176"/>
              <a:gd name="T99" fmla="*/ 76 h 176"/>
              <a:gd name="T100" fmla="*/ 154 w 176"/>
              <a:gd name="T101" fmla="*/ 16 h 176"/>
              <a:gd name="T102" fmla="*/ 71 w 176"/>
              <a:gd name="T103" fmla="*/ 99 h 176"/>
              <a:gd name="T104" fmla="*/ 14 w 176"/>
              <a:gd name="T105" fmla="*/ 76 h 176"/>
              <a:gd name="T106" fmla="*/ 100 w 176"/>
              <a:gd name="T107" fmla="*/ 162 h 176"/>
              <a:gd name="T108" fmla="*/ 77 w 176"/>
              <a:gd name="T109" fmla="*/ 105 h 176"/>
              <a:gd name="T110" fmla="*/ 160 w 176"/>
              <a:gd name="T111" fmla="*/ 22 h 176"/>
              <a:gd name="T112" fmla="*/ 100 w 176"/>
              <a:gd name="T113" fmla="*/ 16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76" h="176">
                <a:moveTo>
                  <a:pt x="39" y="119"/>
                </a:moveTo>
                <a:cubicBezTo>
                  <a:pt x="43" y="115"/>
                  <a:pt x="43" y="115"/>
                  <a:pt x="43" y="115"/>
                </a:cubicBezTo>
                <a:cubicBezTo>
                  <a:pt x="44" y="114"/>
                  <a:pt x="44" y="113"/>
                  <a:pt x="44" y="112"/>
                </a:cubicBezTo>
                <a:cubicBezTo>
                  <a:pt x="44" y="110"/>
                  <a:pt x="42" y="108"/>
                  <a:pt x="40" y="108"/>
                </a:cubicBezTo>
                <a:cubicBezTo>
                  <a:pt x="39" y="108"/>
                  <a:pt x="38" y="108"/>
                  <a:pt x="37" y="109"/>
                </a:cubicBezTo>
                <a:cubicBezTo>
                  <a:pt x="33" y="113"/>
                  <a:pt x="33" y="113"/>
                  <a:pt x="33" y="113"/>
                </a:cubicBezTo>
                <a:cubicBezTo>
                  <a:pt x="32" y="114"/>
                  <a:pt x="32" y="115"/>
                  <a:pt x="32" y="116"/>
                </a:cubicBezTo>
                <a:cubicBezTo>
                  <a:pt x="32" y="118"/>
                  <a:pt x="34" y="120"/>
                  <a:pt x="36" y="120"/>
                </a:cubicBezTo>
                <a:cubicBezTo>
                  <a:pt x="37" y="120"/>
                  <a:pt x="38" y="120"/>
                  <a:pt x="39" y="119"/>
                </a:cubicBezTo>
                <a:moveTo>
                  <a:pt x="64" y="116"/>
                </a:moveTo>
                <a:cubicBezTo>
                  <a:pt x="64" y="114"/>
                  <a:pt x="62" y="112"/>
                  <a:pt x="60" y="112"/>
                </a:cubicBezTo>
                <a:cubicBezTo>
                  <a:pt x="59" y="112"/>
                  <a:pt x="58" y="112"/>
                  <a:pt x="57" y="113"/>
                </a:cubicBezTo>
                <a:cubicBezTo>
                  <a:pt x="17" y="153"/>
                  <a:pt x="17" y="153"/>
                  <a:pt x="17" y="153"/>
                </a:cubicBezTo>
                <a:cubicBezTo>
                  <a:pt x="16" y="154"/>
                  <a:pt x="16" y="155"/>
                  <a:pt x="16" y="156"/>
                </a:cubicBezTo>
                <a:cubicBezTo>
                  <a:pt x="16" y="158"/>
                  <a:pt x="18" y="160"/>
                  <a:pt x="20" y="160"/>
                </a:cubicBezTo>
                <a:cubicBezTo>
                  <a:pt x="21" y="160"/>
                  <a:pt x="22" y="160"/>
                  <a:pt x="23" y="159"/>
                </a:cubicBezTo>
                <a:cubicBezTo>
                  <a:pt x="63" y="119"/>
                  <a:pt x="63" y="119"/>
                  <a:pt x="63" y="119"/>
                </a:cubicBezTo>
                <a:cubicBezTo>
                  <a:pt x="64" y="118"/>
                  <a:pt x="64" y="117"/>
                  <a:pt x="64" y="116"/>
                </a:cubicBezTo>
                <a:moveTo>
                  <a:pt x="64" y="132"/>
                </a:moveTo>
                <a:cubicBezTo>
                  <a:pt x="63" y="132"/>
                  <a:pt x="62" y="132"/>
                  <a:pt x="61" y="133"/>
                </a:cubicBezTo>
                <a:cubicBezTo>
                  <a:pt x="49" y="145"/>
                  <a:pt x="49" y="145"/>
                  <a:pt x="49" y="145"/>
                </a:cubicBezTo>
                <a:cubicBezTo>
                  <a:pt x="48" y="146"/>
                  <a:pt x="48" y="147"/>
                  <a:pt x="48" y="148"/>
                </a:cubicBezTo>
                <a:cubicBezTo>
                  <a:pt x="48" y="150"/>
                  <a:pt x="50" y="152"/>
                  <a:pt x="52" y="152"/>
                </a:cubicBezTo>
                <a:cubicBezTo>
                  <a:pt x="53" y="152"/>
                  <a:pt x="54" y="152"/>
                  <a:pt x="55" y="151"/>
                </a:cubicBezTo>
                <a:cubicBezTo>
                  <a:pt x="67" y="139"/>
                  <a:pt x="67" y="139"/>
                  <a:pt x="67" y="139"/>
                </a:cubicBezTo>
                <a:cubicBezTo>
                  <a:pt x="68" y="138"/>
                  <a:pt x="68" y="137"/>
                  <a:pt x="68" y="136"/>
                </a:cubicBezTo>
                <a:cubicBezTo>
                  <a:pt x="68" y="134"/>
                  <a:pt x="66" y="132"/>
                  <a:pt x="64" y="132"/>
                </a:cubicBezTo>
                <a:moveTo>
                  <a:pt x="176" y="4"/>
                </a:moveTo>
                <a:cubicBezTo>
                  <a:pt x="176" y="2"/>
                  <a:pt x="174" y="0"/>
                  <a:pt x="172" y="0"/>
                </a:cubicBezTo>
                <a:cubicBezTo>
                  <a:pt x="171" y="0"/>
                  <a:pt x="171" y="0"/>
                  <a:pt x="170" y="0"/>
                </a:cubicBezTo>
                <a:cubicBezTo>
                  <a:pt x="170" y="0"/>
                  <a:pt x="170" y="0"/>
                  <a:pt x="170" y="0"/>
                </a:cubicBezTo>
                <a:cubicBezTo>
                  <a:pt x="2" y="72"/>
                  <a:pt x="2" y="72"/>
                  <a:pt x="2" y="72"/>
                </a:cubicBezTo>
                <a:cubicBezTo>
                  <a:pt x="2" y="72"/>
                  <a:pt x="2" y="72"/>
                  <a:pt x="2" y="72"/>
                </a:cubicBezTo>
                <a:cubicBezTo>
                  <a:pt x="2" y="72"/>
                  <a:pt x="2" y="72"/>
                  <a:pt x="2" y="72"/>
                </a:cubicBezTo>
                <a:cubicBezTo>
                  <a:pt x="2" y="72"/>
                  <a:pt x="2" y="72"/>
                  <a:pt x="2" y="72"/>
                </a:cubicBezTo>
                <a:cubicBezTo>
                  <a:pt x="1" y="73"/>
                  <a:pt x="0" y="74"/>
                  <a:pt x="0" y="76"/>
                </a:cubicBezTo>
                <a:cubicBezTo>
                  <a:pt x="0" y="78"/>
                  <a:pt x="1" y="79"/>
                  <a:pt x="3" y="80"/>
                </a:cubicBezTo>
                <a:cubicBezTo>
                  <a:pt x="3" y="80"/>
                  <a:pt x="3" y="80"/>
                  <a:pt x="3" y="80"/>
                </a:cubicBezTo>
                <a:cubicBezTo>
                  <a:pt x="69" y="107"/>
                  <a:pt x="69" y="107"/>
                  <a:pt x="69" y="107"/>
                </a:cubicBezTo>
                <a:cubicBezTo>
                  <a:pt x="96" y="173"/>
                  <a:pt x="96" y="173"/>
                  <a:pt x="96" y="173"/>
                </a:cubicBezTo>
                <a:cubicBezTo>
                  <a:pt x="96" y="173"/>
                  <a:pt x="96" y="173"/>
                  <a:pt x="96" y="173"/>
                </a:cubicBezTo>
                <a:cubicBezTo>
                  <a:pt x="97" y="175"/>
                  <a:pt x="98" y="176"/>
                  <a:pt x="100" y="176"/>
                </a:cubicBezTo>
                <a:cubicBezTo>
                  <a:pt x="102" y="176"/>
                  <a:pt x="103" y="175"/>
                  <a:pt x="104" y="174"/>
                </a:cubicBezTo>
                <a:cubicBezTo>
                  <a:pt x="104" y="174"/>
                  <a:pt x="104" y="174"/>
                  <a:pt x="104" y="174"/>
                </a:cubicBezTo>
                <a:cubicBezTo>
                  <a:pt x="104" y="174"/>
                  <a:pt x="104" y="174"/>
                  <a:pt x="104" y="174"/>
                </a:cubicBezTo>
                <a:cubicBezTo>
                  <a:pt x="104" y="174"/>
                  <a:pt x="104" y="174"/>
                  <a:pt x="104" y="174"/>
                </a:cubicBezTo>
                <a:cubicBezTo>
                  <a:pt x="176" y="6"/>
                  <a:pt x="176" y="6"/>
                  <a:pt x="176" y="6"/>
                </a:cubicBezTo>
                <a:cubicBezTo>
                  <a:pt x="176" y="6"/>
                  <a:pt x="176" y="6"/>
                  <a:pt x="176" y="6"/>
                </a:cubicBezTo>
                <a:cubicBezTo>
                  <a:pt x="176" y="5"/>
                  <a:pt x="176" y="5"/>
                  <a:pt x="176" y="4"/>
                </a:cubicBezTo>
                <a:moveTo>
                  <a:pt x="14" y="76"/>
                </a:moveTo>
                <a:cubicBezTo>
                  <a:pt x="154" y="16"/>
                  <a:pt x="154" y="16"/>
                  <a:pt x="154" y="16"/>
                </a:cubicBezTo>
                <a:cubicBezTo>
                  <a:pt x="71" y="99"/>
                  <a:pt x="71" y="99"/>
                  <a:pt x="71" y="99"/>
                </a:cubicBezTo>
                <a:lnTo>
                  <a:pt x="14" y="76"/>
                </a:lnTo>
                <a:close/>
                <a:moveTo>
                  <a:pt x="100" y="162"/>
                </a:moveTo>
                <a:cubicBezTo>
                  <a:pt x="77" y="105"/>
                  <a:pt x="77" y="105"/>
                  <a:pt x="77" y="105"/>
                </a:cubicBezTo>
                <a:cubicBezTo>
                  <a:pt x="160" y="22"/>
                  <a:pt x="160" y="22"/>
                  <a:pt x="160" y="22"/>
                </a:cubicBezTo>
                <a:lnTo>
                  <a:pt x="100" y="162"/>
                </a:lnTo>
                <a:close/>
              </a:path>
            </a:pathLst>
          </a:custGeom>
          <a:solidFill>
            <a:srgbClr val="234463"/>
          </a:solidFill>
          <a:ln>
            <a:noFill/>
          </a:ln>
        </p:spPr>
        <p:txBody>
          <a:bodyPr lIns="0" tIns="0" rIns="0" bIns="0"/>
          <a:lstStyle/>
          <a:p>
            <a:endParaRPr lang="en-US">
              <a:solidFill>
                <a:srgbClr val="6EA060"/>
              </a:solidFill>
            </a:endParaRPr>
          </a:p>
        </p:txBody>
      </p:sp>
      <p:sp>
        <p:nvSpPr>
          <p:cNvPr id="45" name="TextBox 7"/>
          <p:cNvSpPr txBox="1"/>
          <p:nvPr>
            <p:custDataLst>
              <p:tags r:id="rId5"/>
            </p:custDataLst>
          </p:nvPr>
        </p:nvSpPr>
        <p:spPr>
          <a:xfrm>
            <a:off x="3148321" y="3303242"/>
            <a:ext cx="1773937" cy="386080"/>
          </a:xfrm>
          <a:prstGeom prst="rect">
            <a:avLst/>
          </a:prstGeom>
          <a:noFill/>
          <a:ln>
            <a:noFill/>
          </a:ln>
        </p:spPr>
        <p:txBody>
          <a:bodyPr wrap="square" rtlCol="0">
            <a:spAutoFit/>
          </a:bodyPr>
          <a:lstStyle/>
          <a:p>
            <a:pPr algn="ctr" defTabSz="1216660">
              <a:lnSpc>
                <a:spcPct val="120000"/>
              </a:lnSpc>
              <a:spcBef>
                <a:spcPct val="20000"/>
              </a:spcBef>
              <a:defRPr/>
            </a:pP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图片素材</a:t>
            </a:r>
            <a:endPar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6" name="TextBox 15"/>
          <p:cNvSpPr txBox="1"/>
          <p:nvPr>
            <p:custDataLst>
              <p:tags r:id="rId6"/>
            </p:custDataLst>
          </p:nvPr>
        </p:nvSpPr>
        <p:spPr>
          <a:xfrm>
            <a:off x="3016218" y="3641796"/>
            <a:ext cx="2038142" cy="312420"/>
          </a:xfrm>
          <a:prstGeom prst="rect">
            <a:avLst/>
          </a:prstGeom>
          <a:noFill/>
        </p:spPr>
        <p:txBody>
          <a:bodyPr wrap="square" rtlCol="0">
            <a:spAutoFit/>
          </a:bodyPr>
          <a:lstStyle/>
          <a:p>
            <a:pPr algn="ct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拍摄画面、网络素材</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7" name="Freeform 30"/>
          <p:cNvSpPr>
            <a:spLocks noEditPoints="1"/>
          </p:cNvSpPr>
          <p:nvPr>
            <p:custDataLst>
              <p:tags r:id="rId7"/>
            </p:custDataLst>
          </p:nvPr>
        </p:nvSpPr>
        <p:spPr bwMode="auto">
          <a:xfrm>
            <a:off x="5757086" y="2452888"/>
            <a:ext cx="679906" cy="679906"/>
          </a:xfrm>
          <a:custGeom>
            <a:avLst/>
            <a:gdLst>
              <a:gd name="T0" fmla="*/ 144 w 176"/>
              <a:gd name="T1" fmla="*/ 0 h 176"/>
              <a:gd name="T2" fmla="*/ 121 w 176"/>
              <a:gd name="T3" fmla="*/ 9 h 176"/>
              <a:gd name="T4" fmla="*/ 13 w 176"/>
              <a:gd name="T5" fmla="*/ 117 h 176"/>
              <a:gd name="T6" fmla="*/ 0 w 176"/>
              <a:gd name="T7" fmla="*/ 176 h 176"/>
              <a:gd name="T8" fmla="*/ 59 w 176"/>
              <a:gd name="T9" fmla="*/ 163 h 176"/>
              <a:gd name="T10" fmla="*/ 167 w 176"/>
              <a:gd name="T11" fmla="*/ 55 h 176"/>
              <a:gd name="T12" fmla="*/ 176 w 176"/>
              <a:gd name="T13" fmla="*/ 32 h 176"/>
              <a:gd name="T14" fmla="*/ 144 w 176"/>
              <a:gd name="T15" fmla="*/ 0 h 176"/>
              <a:gd name="T16" fmla="*/ 52 w 176"/>
              <a:gd name="T17" fmla="*/ 155 h 176"/>
              <a:gd name="T18" fmla="*/ 24 w 176"/>
              <a:gd name="T19" fmla="*/ 162 h 176"/>
              <a:gd name="T20" fmla="*/ 24 w 176"/>
              <a:gd name="T21" fmla="*/ 152 h 176"/>
              <a:gd name="T22" fmla="*/ 14 w 176"/>
              <a:gd name="T23" fmla="*/ 152 h 176"/>
              <a:gd name="T24" fmla="*/ 21 w 176"/>
              <a:gd name="T25" fmla="*/ 124 h 176"/>
              <a:gd name="T26" fmla="*/ 52 w 176"/>
              <a:gd name="T27" fmla="*/ 124 h 176"/>
              <a:gd name="T28" fmla="*/ 52 w 176"/>
              <a:gd name="T29" fmla="*/ 155 h 176"/>
              <a:gd name="T30" fmla="*/ 60 w 176"/>
              <a:gd name="T31" fmla="*/ 150 h 176"/>
              <a:gd name="T32" fmla="*/ 60 w 176"/>
              <a:gd name="T33" fmla="*/ 120 h 176"/>
              <a:gd name="T34" fmla="*/ 56 w 176"/>
              <a:gd name="T35" fmla="*/ 116 h 176"/>
              <a:gd name="T36" fmla="*/ 26 w 176"/>
              <a:gd name="T37" fmla="*/ 116 h 176"/>
              <a:gd name="T38" fmla="*/ 112 w 176"/>
              <a:gd name="T39" fmla="*/ 30 h 176"/>
              <a:gd name="T40" fmla="*/ 146 w 176"/>
              <a:gd name="T41" fmla="*/ 64 h 176"/>
              <a:gd name="T42" fmla="*/ 60 w 176"/>
              <a:gd name="T43" fmla="*/ 150 h 176"/>
              <a:gd name="T44" fmla="*/ 161 w 176"/>
              <a:gd name="T45" fmla="*/ 49 h 176"/>
              <a:gd name="T46" fmla="*/ 152 w 176"/>
              <a:gd name="T47" fmla="*/ 58 h 176"/>
              <a:gd name="T48" fmla="*/ 118 w 176"/>
              <a:gd name="T49" fmla="*/ 24 h 176"/>
              <a:gd name="T50" fmla="*/ 127 w 176"/>
              <a:gd name="T51" fmla="*/ 15 h 176"/>
              <a:gd name="T52" fmla="*/ 144 w 176"/>
              <a:gd name="T53" fmla="*/ 8 h 176"/>
              <a:gd name="T54" fmla="*/ 168 w 176"/>
              <a:gd name="T55" fmla="*/ 32 h 176"/>
              <a:gd name="T56" fmla="*/ 161 w 176"/>
              <a:gd name="T57" fmla="*/ 4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6" h="176">
                <a:moveTo>
                  <a:pt x="144" y="0"/>
                </a:moveTo>
                <a:cubicBezTo>
                  <a:pt x="135" y="0"/>
                  <a:pt x="127" y="4"/>
                  <a:pt x="121" y="9"/>
                </a:cubicBezTo>
                <a:cubicBezTo>
                  <a:pt x="13" y="117"/>
                  <a:pt x="13" y="117"/>
                  <a:pt x="13" y="117"/>
                </a:cubicBezTo>
                <a:cubicBezTo>
                  <a:pt x="0" y="176"/>
                  <a:pt x="0" y="176"/>
                  <a:pt x="0" y="176"/>
                </a:cubicBezTo>
                <a:cubicBezTo>
                  <a:pt x="59" y="163"/>
                  <a:pt x="59" y="163"/>
                  <a:pt x="59" y="163"/>
                </a:cubicBezTo>
                <a:cubicBezTo>
                  <a:pt x="167" y="55"/>
                  <a:pt x="167" y="55"/>
                  <a:pt x="167" y="55"/>
                </a:cubicBezTo>
                <a:cubicBezTo>
                  <a:pt x="172" y="49"/>
                  <a:pt x="176" y="41"/>
                  <a:pt x="176" y="32"/>
                </a:cubicBezTo>
                <a:cubicBezTo>
                  <a:pt x="176" y="14"/>
                  <a:pt x="162" y="0"/>
                  <a:pt x="144" y="0"/>
                </a:cubicBezTo>
                <a:moveTo>
                  <a:pt x="52" y="155"/>
                </a:moveTo>
                <a:cubicBezTo>
                  <a:pt x="24" y="162"/>
                  <a:pt x="24" y="162"/>
                  <a:pt x="24" y="162"/>
                </a:cubicBezTo>
                <a:cubicBezTo>
                  <a:pt x="24" y="152"/>
                  <a:pt x="24" y="152"/>
                  <a:pt x="24" y="152"/>
                </a:cubicBezTo>
                <a:cubicBezTo>
                  <a:pt x="14" y="152"/>
                  <a:pt x="14" y="152"/>
                  <a:pt x="14" y="152"/>
                </a:cubicBezTo>
                <a:cubicBezTo>
                  <a:pt x="21" y="124"/>
                  <a:pt x="21" y="124"/>
                  <a:pt x="21" y="124"/>
                </a:cubicBezTo>
                <a:cubicBezTo>
                  <a:pt x="52" y="124"/>
                  <a:pt x="52" y="124"/>
                  <a:pt x="52" y="124"/>
                </a:cubicBezTo>
                <a:lnTo>
                  <a:pt x="52" y="155"/>
                </a:lnTo>
                <a:close/>
                <a:moveTo>
                  <a:pt x="60" y="150"/>
                </a:moveTo>
                <a:cubicBezTo>
                  <a:pt x="60" y="120"/>
                  <a:pt x="60" y="120"/>
                  <a:pt x="60" y="120"/>
                </a:cubicBezTo>
                <a:cubicBezTo>
                  <a:pt x="60" y="118"/>
                  <a:pt x="58" y="116"/>
                  <a:pt x="56" y="116"/>
                </a:cubicBezTo>
                <a:cubicBezTo>
                  <a:pt x="26" y="116"/>
                  <a:pt x="26" y="116"/>
                  <a:pt x="26" y="116"/>
                </a:cubicBezTo>
                <a:cubicBezTo>
                  <a:pt x="112" y="30"/>
                  <a:pt x="112" y="30"/>
                  <a:pt x="112" y="30"/>
                </a:cubicBezTo>
                <a:cubicBezTo>
                  <a:pt x="146" y="64"/>
                  <a:pt x="146" y="64"/>
                  <a:pt x="146" y="64"/>
                </a:cubicBezTo>
                <a:lnTo>
                  <a:pt x="60" y="150"/>
                </a:lnTo>
                <a:close/>
                <a:moveTo>
                  <a:pt x="161" y="49"/>
                </a:moveTo>
                <a:cubicBezTo>
                  <a:pt x="152" y="58"/>
                  <a:pt x="152" y="58"/>
                  <a:pt x="152" y="58"/>
                </a:cubicBezTo>
                <a:cubicBezTo>
                  <a:pt x="118" y="24"/>
                  <a:pt x="118" y="24"/>
                  <a:pt x="118" y="24"/>
                </a:cubicBezTo>
                <a:cubicBezTo>
                  <a:pt x="127" y="15"/>
                  <a:pt x="127" y="15"/>
                  <a:pt x="127" y="15"/>
                </a:cubicBezTo>
                <a:cubicBezTo>
                  <a:pt x="127" y="15"/>
                  <a:pt x="134" y="8"/>
                  <a:pt x="144" y="8"/>
                </a:cubicBezTo>
                <a:cubicBezTo>
                  <a:pt x="157" y="8"/>
                  <a:pt x="168" y="19"/>
                  <a:pt x="168" y="32"/>
                </a:cubicBezTo>
                <a:cubicBezTo>
                  <a:pt x="168" y="39"/>
                  <a:pt x="165" y="45"/>
                  <a:pt x="161" y="49"/>
                </a:cubicBezTo>
              </a:path>
            </a:pathLst>
          </a:custGeom>
          <a:solidFill>
            <a:srgbClr val="3298FD"/>
          </a:solidFill>
          <a:ln w="0">
            <a:noFill/>
            <a:prstDash val="solid"/>
            <a:round/>
          </a:ln>
        </p:spPr>
        <p:txBody>
          <a:bodyPr vert="horz" wrap="square" lIns="91440" tIns="45720" rIns="91440" bIns="45720" numCol="1" anchor="t" anchorCtr="0" compatLnSpc="1"/>
          <a:lstStyle/>
          <a:p>
            <a:endParaRPr lang="en-US">
              <a:solidFill>
                <a:srgbClr val="234463"/>
              </a:solidFill>
              <a:latin typeface="Arial" panose="020B0604020202020204" pitchFamily="34" charset="0"/>
              <a:ea typeface="微软雅黑" panose="020B0503020204020204" pitchFamily="34" charset="-122"/>
              <a:cs typeface="+mn-ea"/>
            </a:endParaRPr>
          </a:p>
        </p:txBody>
      </p:sp>
      <p:sp>
        <p:nvSpPr>
          <p:cNvPr id="48" name="TextBox 9"/>
          <p:cNvSpPr txBox="1"/>
          <p:nvPr>
            <p:custDataLst>
              <p:tags r:id="rId8"/>
            </p:custDataLst>
          </p:nvPr>
        </p:nvSpPr>
        <p:spPr>
          <a:xfrm>
            <a:off x="5205779" y="3303242"/>
            <a:ext cx="1773937" cy="386080"/>
          </a:xfrm>
          <a:prstGeom prst="rect">
            <a:avLst/>
          </a:prstGeom>
          <a:noFill/>
          <a:ln>
            <a:noFill/>
          </a:ln>
        </p:spPr>
        <p:txBody>
          <a:bodyPr wrap="square" rtlCol="0">
            <a:spAutoFit/>
          </a:bodyPr>
          <a:lstStyle/>
          <a:p>
            <a:pPr algn="ctr" defTabSz="1216660">
              <a:lnSpc>
                <a:spcPct val="120000"/>
              </a:lnSpc>
              <a:spcBef>
                <a:spcPct val="20000"/>
              </a:spcBef>
              <a:defRPr/>
            </a:pP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音频素材</a:t>
            </a:r>
            <a:endPar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9" name="TextBox 16"/>
          <p:cNvSpPr txBox="1"/>
          <p:nvPr>
            <p:custDataLst>
              <p:tags r:id="rId9"/>
            </p:custDataLst>
          </p:nvPr>
        </p:nvSpPr>
        <p:spPr>
          <a:xfrm>
            <a:off x="5072828" y="3641796"/>
            <a:ext cx="2038142" cy="312420"/>
          </a:xfrm>
          <a:prstGeom prst="rect">
            <a:avLst/>
          </a:prstGeom>
          <a:noFill/>
        </p:spPr>
        <p:txBody>
          <a:bodyPr wrap="square" rtlCol="0">
            <a:spAutoFit/>
          </a:bodyPr>
          <a:lstStyle/>
          <a:p>
            <a:pPr algn="ct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音乐、音效</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Freeform 42"/>
          <p:cNvSpPr>
            <a:spLocks noEditPoints="1"/>
          </p:cNvSpPr>
          <p:nvPr>
            <p:custDataLst>
              <p:tags r:id="rId10"/>
            </p:custDataLst>
          </p:nvPr>
        </p:nvSpPr>
        <p:spPr bwMode="auto">
          <a:xfrm>
            <a:off x="7810253" y="2414687"/>
            <a:ext cx="679906" cy="679906"/>
          </a:xfrm>
          <a:custGeom>
            <a:avLst/>
            <a:gdLst>
              <a:gd name="T0" fmla="*/ 16 w 176"/>
              <a:gd name="T1" fmla="*/ 32 h 176"/>
              <a:gd name="T2" fmla="*/ 0 w 176"/>
              <a:gd name="T3" fmla="*/ 160 h 176"/>
              <a:gd name="T4" fmla="*/ 128 w 176"/>
              <a:gd name="T5" fmla="*/ 176 h 176"/>
              <a:gd name="T6" fmla="*/ 144 w 176"/>
              <a:gd name="T7" fmla="*/ 48 h 176"/>
              <a:gd name="T8" fmla="*/ 136 w 176"/>
              <a:gd name="T9" fmla="*/ 160 h 176"/>
              <a:gd name="T10" fmla="*/ 16 w 176"/>
              <a:gd name="T11" fmla="*/ 168 h 176"/>
              <a:gd name="T12" fmla="*/ 8 w 176"/>
              <a:gd name="T13" fmla="*/ 48 h 176"/>
              <a:gd name="T14" fmla="*/ 128 w 176"/>
              <a:gd name="T15" fmla="*/ 40 h 176"/>
              <a:gd name="T16" fmla="*/ 136 w 176"/>
              <a:gd name="T17" fmla="*/ 160 h 176"/>
              <a:gd name="T18" fmla="*/ 56 w 176"/>
              <a:gd name="T19" fmla="*/ 72 h 176"/>
              <a:gd name="T20" fmla="*/ 24 w 176"/>
              <a:gd name="T21" fmla="*/ 72 h 176"/>
              <a:gd name="T22" fmla="*/ 40 w 176"/>
              <a:gd name="T23" fmla="*/ 64 h 176"/>
              <a:gd name="T24" fmla="*/ 40 w 176"/>
              <a:gd name="T25" fmla="*/ 80 h 176"/>
              <a:gd name="T26" fmla="*/ 40 w 176"/>
              <a:gd name="T27" fmla="*/ 64 h 176"/>
              <a:gd name="T28" fmla="*/ 120 w 176"/>
              <a:gd name="T29" fmla="*/ 146 h 176"/>
              <a:gd name="T30" fmla="*/ 96 w 176"/>
              <a:gd name="T31" fmla="*/ 107 h 176"/>
              <a:gd name="T32" fmla="*/ 92 w 176"/>
              <a:gd name="T33" fmla="*/ 104 h 176"/>
              <a:gd name="T34" fmla="*/ 77 w 176"/>
              <a:gd name="T35" fmla="*/ 118 h 176"/>
              <a:gd name="T36" fmla="*/ 60 w 176"/>
              <a:gd name="T37" fmla="*/ 96 h 176"/>
              <a:gd name="T38" fmla="*/ 57 w 176"/>
              <a:gd name="T39" fmla="*/ 98 h 176"/>
              <a:gd name="T40" fmla="*/ 25 w 176"/>
              <a:gd name="T41" fmla="*/ 146 h 176"/>
              <a:gd name="T42" fmla="*/ 28 w 176"/>
              <a:gd name="T43" fmla="*/ 152 h 176"/>
              <a:gd name="T44" fmla="*/ 120 w 176"/>
              <a:gd name="T45" fmla="*/ 148 h 176"/>
              <a:gd name="T46" fmla="*/ 35 w 176"/>
              <a:gd name="T47" fmla="*/ 144 h 176"/>
              <a:gd name="T48" fmla="*/ 72 w 176"/>
              <a:gd name="T49" fmla="*/ 126 h 176"/>
              <a:gd name="T50" fmla="*/ 79 w 176"/>
              <a:gd name="T51" fmla="*/ 127 h 176"/>
              <a:gd name="T52" fmla="*/ 109 w 176"/>
              <a:gd name="T53" fmla="*/ 144 h 176"/>
              <a:gd name="T54" fmla="*/ 160 w 176"/>
              <a:gd name="T55" fmla="*/ 0 h 176"/>
              <a:gd name="T56" fmla="*/ 32 w 176"/>
              <a:gd name="T57" fmla="*/ 16 h 176"/>
              <a:gd name="T58" fmla="*/ 36 w 176"/>
              <a:gd name="T59" fmla="*/ 24 h 176"/>
              <a:gd name="T60" fmla="*/ 40 w 176"/>
              <a:gd name="T61" fmla="*/ 16 h 176"/>
              <a:gd name="T62" fmla="*/ 160 w 176"/>
              <a:gd name="T63" fmla="*/ 8 h 176"/>
              <a:gd name="T64" fmla="*/ 168 w 176"/>
              <a:gd name="T65" fmla="*/ 128 h 176"/>
              <a:gd name="T66" fmla="*/ 156 w 176"/>
              <a:gd name="T67" fmla="*/ 136 h 176"/>
              <a:gd name="T68" fmla="*/ 156 w 176"/>
              <a:gd name="T69" fmla="*/ 144 h 176"/>
              <a:gd name="T70" fmla="*/ 176 w 176"/>
              <a:gd name="T71" fmla="*/ 128 h 176"/>
              <a:gd name="T72" fmla="*/ 160 w 176"/>
              <a:gd name="T73"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76" h="176">
                <a:moveTo>
                  <a:pt x="128" y="32"/>
                </a:moveTo>
                <a:cubicBezTo>
                  <a:pt x="16" y="32"/>
                  <a:pt x="16" y="32"/>
                  <a:pt x="16" y="32"/>
                </a:cubicBezTo>
                <a:cubicBezTo>
                  <a:pt x="7" y="32"/>
                  <a:pt x="0" y="39"/>
                  <a:pt x="0" y="48"/>
                </a:cubicBezTo>
                <a:cubicBezTo>
                  <a:pt x="0" y="160"/>
                  <a:pt x="0" y="160"/>
                  <a:pt x="0" y="160"/>
                </a:cubicBezTo>
                <a:cubicBezTo>
                  <a:pt x="0" y="169"/>
                  <a:pt x="7" y="176"/>
                  <a:pt x="16" y="176"/>
                </a:cubicBezTo>
                <a:cubicBezTo>
                  <a:pt x="128" y="176"/>
                  <a:pt x="128" y="176"/>
                  <a:pt x="128" y="176"/>
                </a:cubicBezTo>
                <a:cubicBezTo>
                  <a:pt x="137" y="176"/>
                  <a:pt x="144" y="169"/>
                  <a:pt x="144" y="160"/>
                </a:cubicBezTo>
                <a:cubicBezTo>
                  <a:pt x="144" y="48"/>
                  <a:pt x="144" y="48"/>
                  <a:pt x="144" y="48"/>
                </a:cubicBezTo>
                <a:cubicBezTo>
                  <a:pt x="144" y="39"/>
                  <a:pt x="137" y="32"/>
                  <a:pt x="128" y="32"/>
                </a:cubicBezTo>
                <a:moveTo>
                  <a:pt x="136" y="160"/>
                </a:moveTo>
                <a:cubicBezTo>
                  <a:pt x="136" y="164"/>
                  <a:pt x="132" y="168"/>
                  <a:pt x="128" y="168"/>
                </a:cubicBezTo>
                <a:cubicBezTo>
                  <a:pt x="16" y="168"/>
                  <a:pt x="16" y="168"/>
                  <a:pt x="16" y="168"/>
                </a:cubicBezTo>
                <a:cubicBezTo>
                  <a:pt x="12" y="168"/>
                  <a:pt x="8" y="164"/>
                  <a:pt x="8" y="160"/>
                </a:cubicBezTo>
                <a:cubicBezTo>
                  <a:pt x="8" y="48"/>
                  <a:pt x="8" y="48"/>
                  <a:pt x="8" y="48"/>
                </a:cubicBezTo>
                <a:cubicBezTo>
                  <a:pt x="8" y="44"/>
                  <a:pt x="12" y="40"/>
                  <a:pt x="16" y="40"/>
                </a:cubicBezTo>
                <a:cubicBezTo>
                  <a:pt x="128" y="40"/>
                  <a:pt x="128" y="40"/>
                  <a:pt x="128" y="40"/>
                </a:cubicBezTo>
                <a:cubicBezTo>
                  <a:pt x="132" y="40"/>
                  <a:pt x="136" y="44"/>
                  <a:pt x="136" y="48"/>
                </a:cubicBezTo>
                <a:lnTo>
                  <a:pt x="136" y="160"/>
                </a:lnTo>
                <a:close/>
                <a:moveTo>
                  <a:pt x="40" y="88"/>
                </a:moveTo>
                <a:cubicBezTo>
                  <a:pt x="49" y="88"/>
                  <a:pt x="56" y="81"/>
                  <a:pt x="56" y="72"/>
                </a:cubicBezTo>
                <a:cubicBezTo>
                  <a:pt x="56" y="63"/>
                  <a:pt x="49" y="56"/>
                  <a:pt x="40" y="56"/>
                </a:cubicBezTo>
                <a:cubicBezTo>
                  <a:pt x="31" y="56"/>
                  <a:pt x="24" y="63"/>
                  <a:pt x="24" y="72"/>
                </a:cubicBezTo>
                <a:cubicBezTo>
                  <a:pt x="24" y="81"/>
                  <a:pt x="31" y="88"/>
                  <a:pt x="40" y="88"/>
                </a:cubicBezTo>
                <a:moveTo>
                  <a:pt x="40" y="64"/>
                </a:moveTo>
                <a:cubicBezTo>
                  <a:pt x="44" y="64"/>
                  <a:pt x="48" y="68"/>
                  <a:pt x="48" y="72"/>
                </a:cubicBezTo>
                <a:cubicBezTo>
                  <a:pt x="48" y="76"/>
                  <a:pt x="44" y="80"/>
                  <a:pt x="40" y="80"/>
                </a:cubicBezTo>
                <a:cubicBezTo>
                  <a:pt x="36" y="80"/>
                  <a:pt x="32" y="76"/>
                  <a:pt x="32" y="72"/>
                </a:cubicBezTo>
                <a:cubicBezTo>
                  <a:pt x="32" y="68"/>
                  <a:pt x="36" y="64"/>
                  <a:pt x="40" y="64"/>
                </a:cubicBezTo>
                <a:moveTo>
                  <a:pt x="120" y="147"/>
                </a:moveTo>
                <a:cubicBezTo>
                  <a:pt x="120" y="146"/>
                  <a:pt x="120" y="146"/>
                  <a:pt x="120" y="146"/>
                </a:cubicBezTo>
                <a:cubicBezTo>
                  <a:pt x="120" y="146"/>
                  <a:pt x="120" y="146"/>
                  <a:pt x="120" y="146"/>
                </a:cubicBezTo>
                <a:cubicBezTo>
                  <a:pt x="96" y="107"/>
                  <a:pt x="96" y="107"/>
                  <a:pt x="96" y="107"/>
                </a:cubicBezTo>
                <a:cubicBezTo>
                  <a:pt x="96" y="107"/>
                  <a:pt x="96" y="107"/>
                  <a:pt x="96" y="107"/>
                </a:cubicBezTo>
                <a:cubicBezTo>
                  <a:pt x="95" y="105"/>
                  <a:pt x="94" y="104"/>
                  <a:pt x="92" y="104"/>
                </a:cubicBezTo>
                <a:cubicBezTo>
                  <a:pt x="91" y="104"/>
                  <a:pt x="90" y="104"/>
                  <a:pt x="89" y="105"/>
                </a:cubicBezTo>
                <a:cubicBezTo>
                  <a:pt x="77" y="118"/>
                  <a:pt x="77" y="118"/>
                  <a:pt x="77" y="118"/>
                </a:cubicBezTo>
                <a:cubicBezTo>
                  <a:pt x="64" y="98"/>
                  <a:pt x="64" y="98"/>
                  <a:pt x="64" y="98"/>
                </a:cubicBezTo>
                <a:cubicBezTo>
                  <a:pt x="63" y="97"/>
                  <a:pt x="62" y="96"/>
                  <a:pt x="60" y="96"/>
                </a:cubicBezTo>
                <a:cubicBezTo>
                  <a:pt x="59" y="96"/>
                  <a:pt x="57" y="97"/>
                  <a:pt x="57" y="98"/>
                </a:cubicBezTo>
                <a:cubicBezTo>
                  <a:pt x="57" y="98"/>
                  <a:pt x="57" y="98"/>
                  <a:pt x="57" y="98"/>
                </a:cubicBezTo>
                <a:cubicBezTo>
                  <a:pt x="25" y="146"/>
                  <a:pt x="25" y="146"/>
                  <a:pt x="25" y="146"/>
                </a:cubicBezTo>
                <a:cubicBezTo>
                  <a:pt x="25" y="146"/>
                  <a:pt x="25" y="146"/>
                  <a:pt x="25" y="146"/>
                </a:cubicBezTo>
                <a:cubicBezTo>
                  <a:pt x="24" y="146"/>
                  <a:pt x="24" y="147"/>
                  <a:pt x="24" y="148"/>
                </a:cubicBezTo>
                <a:cubicBezTo>
                  <a:pt x="24" y="150"/>
                  <a:pt x="26" y="152"/>
                  <a:pt x="28" y="152"/>
                </a:cubicBezTo>
                <a:cubicBezTo>
                  <a:pt x="116" y="152"/>
                  <a:pt x="116" y="152"/>
                  <a:pt x="116" y="152"/>
                </a:cubicBezTo>
                <a:cubicBezTo>
                  <a:pt x="118" y="152"/>
                  <a:pt x="120" y="150"/>
                  <a:pt x="120" y="148"/>
                </a:cubicBezTo>
                <a:cubicBezTo>
                  <a:pt x="120" y="147"/>
                  <a:pt x="120" y="147"/>
                  <a:pt x="120" y="147"/>
                </a:cubicBezTo>
                <a:close/>
                <a:moveTo>
                  <a:pt x="35" y="144"/>
                </a:moveTo>
                <a:cubicBezTo>
                  <a:pt x="60" y="107"/>
                  <a:pt x="60" y="107"/>
                  <a:pt x="60" y="107"/>
                </a:cubicBezTo>
                <a:cubicBezTo>
                  <a:pt x="72" y="126"/>
                  <a:pt x="72" y="126"/>
                  <a:pt x="72" y="126"/>
                </a:cubicBezTo>
                <a:cubicBezTo>
                  <a:pt x="73" y="127"/>
                  <a:pt x="74" y="128"/>
                  <a:pt x="76" y="128"/>
                </a:cubicBezTo>
                <a:cubicBezTo>
                  <a:pt x="77" y="128"/>
                  <a:pt x="78" y="128"/>
                  <a:pt x="79" y="127"/>
                </a:cubicBezTo>
                <a:cubicBezTo>
                  <a:pt x="91" y="114"/>
                  <a:pt x="91" y="114"/>
                  <a:pt x="91" y="114"/>
                </a:cubicBezTo>
                <a:cubicBezTo>
                  <a:pt x="109" y="144"/>
                  <a:pt x="109" y="144"/>
                  <a:pt x="109" y="144"/>
                </a:cubicBezTo>
                <a:lnTo>
                  <a:pt x="35" y="144"/>
                </a:lnTo>
                <a:close/>
                <a:moveTo>
                  <a:pt x="160" y="0"/>
                </a:moveTo>
                <a:cubicBezTo>
                  <a:pt x="48" y="0"/>
                  <a:pt x="48" y="0"/>
                  <a:pt x="48" y="0"/>
                </a:cubicBezTo>
                <a:cubicBezTo>
                  <a:pt x="39" y="0"/>
                  <a:pt x="32" y="7"/>
                  <a:pt x="32" y="16"/>
                </a:cubicBezTo>
                <a:cubicBezTo>
                  <a:pt x="32" y="20"/>
                  <a:pt x="32" y="20"/>
                  <a:pt x="32" y="20"/>
                </a:cubicBezTo>
                <a:cubicBezTo>
                  <a:pt x="32" y="22"/>
                  <a:pt x="34" y="24"/>
                  <a:pt x="36" y="24"/>
                </a:cubicBezTo>
                <a:cubicBezTo>
                  <a:pt x="38" y="24"/>
                  <a:pt x="40" y="22"/>
                  <a:pt x="40" y="20"/>
                </a:cubicBezTo>
                <a:cubicBezTo>
                  <a:pt x="40" y="16"/>
                  <a:pt x="40" y="16"/>
                  <a:pt x="40" y="16"/>
                </a:cubicBezTo>
                <a:cubicBezTo>
                  <a:pt x="40" y="12"/>
                  <a:pt x="44" y="8"/>
                  <a:pt x="48" y="8"/>
                </a:cubicBezTo>
                <a:cubicBezTo>
                  <a:pt x="160" y="8"/>
                  <a:pt x="160" y="8"/>
                  <a:pt x="160" y="8"/>
                </a:cubicBezTo>
                <a:cubicBezTo>
                  <a:pt x="164" y="8"/>
                  <a:pt x="168" y="12"/>
                  <a:pt x="168" y="16"/>
                </a:cubicBezTo>
                <a:cubicBezTo>
                  <a:pt x="168" y="128"/>
                  <a:pt x="168" y="128"/>
                  <a:pt x="168" y="128"/>
                </a:cubicBezTo>
                <a:cubicBezTo>
                  <a:pt x="168" y="132"/>
                  <a:pt x="164" y="136"/>
                  <a:pt x="160" y="136"/>
                </a:cubicBezTo>
                <a:cubicBezTo>
                  <a:pt x="156" y="136"/>
                  <a:pt x="156" y="136"/>
                  <a:pt x="156" y="136"/>
                </a:cubicBezTo>
                <a:cubicBezTo>
                  <a:pt x="154" y="136"/>
                  <a:pt x="152" y="138"/>
                  <a:pt x="152" y="140"/>
                </a:cubicBezTo>
                <a:cubicBezTo>
                  <a:pt x="152" y="142"/>
                  <a:pt x="154" y="144"/>
                  <a:pt x="156" y="144"/>
                </a:cubicBezTo>
                <a:cubicBezTo>
                  <a:pt x="160" y="144"/>
                  <a:pt x="160" y="144"/>
                  <a:pt x="160" y="144"/>
                </a:cubicBezTo>
                <a:cubicBezTo>
                  <a:pt x="169" y="144"/>
                  <a:pt x="176" y="137"/>
                  <a:pt x="176" y="128"/>
                </a:cubicBezTo>
                <a:cubicBezTo>
                  <a:pt x="176" y="16"/>
                  <a:pt x="176" y="16"/>
                  <a:pt x="176" y="16"/>
                </a:cubicBezTo>
                <a:cubicBezTo>
                  <a:pt x="176" y="7"/>
                  <a:pt x="169" y="0"/>
                  <a:pt x="160" y="0"/>
                </a:cubicBezTo>
              </a:path>
            </a:pathLst>
          </a:custGeom>
          <a:solidFill>
            <a:srgbClr val="234463"/>
          </a:solidFill>
          <a:ln>
            <a:noFill/>
          </a:ln>
        </p:spPr>
        <p:txBody>
          <a:bodyPr lIns="0" tIns="0" rIns="0" bIns="0"/>
          <a:lstStyle/>
          <a:p>
            <a:endParaRPr lang="en-US">
              <a:solidFill>
                <a:srgbClr val="6EA060"/>
              </a:solidFill>
            </a:endParaRPr>
          </a:p>
        </p:txBody>
      </p:sp>
      <p:sp>
        <p:nvSpPr>
          <p:cNvPr id="51" name="TextBox 11"/>
          <p:cNvSpPr txBox="1"/>
          <p:nvPr>
            <p:custDataLst>
              <p:tags r:id="rId11"/>
            </p:custDataLst>
          </p:nvPr>
        </p:nvSpPr>
        <p:spPr>
          <a:xfrm>
            <a:off x="7263237" y="3303242"/>
            <a:ext cx="1773937" cy="386080"/>
          </a:xfrm>
          <a:prstGeom prst="rect">
            <a:avLst/>
          </a:prstGeom>
          <a:noFill/>
          <a:ln>
            <a:noFill/>
          </a:ln>
        </p:spPr>
        <p:txBody>
          <a:bodyPr wrap="square" rtlCol="0">
            <a:spAutoFit/>
          </a:bodyPr>
          <a:lstStyle/>
          <a:p>
            <a:pPr algn="ctr" defTabSz="1216660">
              <a:lnSpc>
                <a:spcPct val="120000"/>
              </a:lnSpc>
              <a:spcBef>
                <a:spcPct val="20000"/>
              </a:spcBef>
              <a:defRPr/>
            </a:pP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特效素材</a:t>
            </a:r>
            <a:endPar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2" name="TextBox 17"/>
          <p:cNvSpPr txBox="1"/>
          <p:nvPr>
            <p:custDataLst>
              <p:tags r:id="rId12"/>
            </p:custDataLst>
          </p:nvPr>
        </p:nvSpPr>
        <p:spPr>
          <a:xfrm>
            <a:off x="7143260" y="3641796"/>
            <a:ext cx="2038142" cy="312420"/>
          </a:xfrm>
          <a:prstGeom prst="rect">
            <a:avLst/>
          </a:prstGeom>
          <a:noFill/>
        </p:spPr>
        <p:txBody>
          <a:bodyPr wrap="square" rtlCol="0">
            <a:spAutoFit/>
          </a:bodyPr>
          <a:lstStyle/>
          <a:p>
            <a:pPr algn="ct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转场特效、一般特效</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3" name="Freeform 10"/>
          <p:cNvSpPr>
            <a:spLocks noEditPoints="1"/>
          </p:cNvSpPr>
          <p:nvPr>
            <p:custDataLst>
              <p:tags r:id="rId13"/>
            </p:custDataLst>
          </p:nvPr>
        </p:nvSpPr>
        <p:spPr bwMode="auto">
          <a:xfrm>
            <a:off x="9857777" y="2452888"/>
            <a:ext cx="731520" cy="603504"/>
          </a:xfrm>
          <a:custGeom>
            <a:avLst/>
            <a:gdLst>
              <a:gd name="T0" fmla="*/ 48 w 176"/>
              <a:gd name="T1" fmla="*/ 32 h 160"/>
              <a:gd name="T2" fmla="*/ 32 w 176"/>
              <a:gd name="T3" fmla="*/ 32 h 160"/>
              <a:gd name="T4" fmla="*/ 96 w 176"/>
              <a:gd name="T5" fmla="*/ 40 h 160"/>
              <a:gd name="T6" fmla="*/ 96 w 176"/>
              <a:gd name="T7" fmla="*/ 24 h 160"/>
              <a:gd name="T8" fmla="*/ 96 w 176"/>
              <a:gd name="T9" fmla="*/ 40 h 160"/>
              <a:gd name="T10" fmla="*/ 170 w 176"/>
              <a:gd name="T11" fmla="*/ 72 h 160"/>
              <a:gd name="T12" fmla="*/ 136 w 176"/>
              <a:gd name="T13" fmla="*/ 86 h 160"/>
              <a:gd name="T14" fmla="*/ 120 w 176"/>
              <a:gd name="T15" fmla="*/ 56 h 160"/>
              <a:gd name="T16" fmla="*/ 128 w 176"/>
              <a:gd name="T17" fmla="*/ 32 h 160"/>
              <a:gd name="T18" fmla="*/ 68 w 176"/>
              <a:gd name="T19" fmla="*/ 17 h 160"/>
              <a:gd name="T20" fmla="*/ 8 w 176"/>
              <a:gd name="T21" fmla="*/ 32 h 160"/>
              <a:gd name="T22" fmla="*/ 16 w 176"/>
              <a:gd name="T23" fmla="*/ 56 h 160"/>
              <a:gd name="T24" fmla="*/ 0 w 176"/>
              <a:gd name="T25" fmla="*/ 144 h 160"/>
              <a:gd name="T26" fmla="*/ 120 w 176"/>
              <a:gd name="T27" fmla="*/ 160 h 160"/>
              <a:gd name="T28" fmla="*/ 136 w 176"/>
              <a:gd name="T29" fmla="*/ 130 h 160"/>
              <a:gd name="T30" fmla="*/ 170 w 176"/>
              <a:gd name="T31" fmla="*/ 144 h 160"/>
              <a:gd name="T32" fmla="*/ 176 w 176"/>
              <a:gd name="T33" fmla="*/ 140 h 160"/>
              <a:gd name="T34" fmla="*/ 172 w 176"/>
              <a:gd name="T35" fmla="*/ 72 h 160"/>
              <a:gd name="T36" fmla="*/ 120 w 176"/>
              <a:gd name="T37" fmla="*/ 32 h 160"/>
              <a:gd name="T38" fmla="*/ 72 w 176"/>
              <a:gd name="T39" fmla="*/ 32 h 160"/>
              <a:gd name="T40" fmla="*/ 75 w 176"/>
              <a:gd name="T41" fmla="*/ 56 h 160"/>
              <a:gd name="T42" fmla="*/ 68 w 176"/>
              <a:gd name="T43" fmla="*/ 47 h 160"/>
              <a:gd name="T44" fmla="*/ 16 w 176"/>
              <a:gd name="T45" fmla="*/ 32 h 160"/>
              <a:gd name="T46" fmla="*/ 64 w 176"/>
              <a:gd name="T47" fmla="*/ 32 h 160"/>
              <a:gd name="T48" fmla="*/ 16 w 176"/>
              <a:gd name="T49" fmla="*/ 32 h 160"/>
              <a:gd name="T50" fmla="*/ 120 w 176"/>
              <a:gd name="T51" fmla="*/ 152 h 160"/>
              <a:gd name="T52" fmla="*/ 8 w 176"/>
              <a:gd name="T53" fmla="*/ 144 h 160"/>
              <a:gd name="T54" fmla="*/ 16 w 176"/>
              <a:gd name="T55" fmla="*/ 64 h 160"/>
              <a:gd name="T56" fmla="*/ 128 w 176"/>
              <a:gd name="T57" fmla="*/ 72 h 160"/>
              <a:gd name="T58" fmla="*/ 168 w 176"/>
              <a:gd name="T59" fmla="*/ 134 h 160"/>
              <a:gd name="T60" fmla="*/ 136 w 176"/>
              <a:gd name="T61" fmla="*/ 95 h 160"/>
              <a:gd name="T62" fmla="*/ 168 w 176"/>
              <a:gd name="T63" fmla="*/ 134 h 160"/>
              <a:gd name="T64" fmla="*/ 20 w 176"/>
              <a:gd name="T65" fmla="*/ 136 h 160"/>
              <a:gd name="T66" fmla="*/ 20 w 176"/>
              <a:gd name="T67" fmla="*/ 144 h 160"/>
              <a:gd name="T68" fmla="*/ 120 w 176"/>
              <a:gd name="T69" fmla="*/ 140 h 160"/>
              <a:gd name="T70" fmla="*/ 28 w 176"/>
              <a:gd name="T71" fmla="*/ 96 h 160"/>
              <a:gd name="T72" fmla="*/ 28 w 176"/>
              <a:gd name="T73" fmla="*/ 72 h 160"/>
              <a:gd name="T74" fmla="*/ 28 w 176"/>
              <a:gd name="T75" fmla="*/ 96 h 160"/>
              <a:gd name="T76" fmla="*/ 32 w 176"/>
              <a:gd name="T77" fmla="*/ 84 h 160"/>
              <a:gd name="T78" fmla="*/ 24 w 176"/>
              <a:gd name="T79" fmla="*/ 84 h 160"/>
              <a:gd name="T80" fmla="*/ 52 w 176"/>
              <a:gd name="T81" fmla="*/ 80 h 160"/>
              <a:gd name="T82" fmla="*/ 52 w 176"/>
              <a:gd name="T83" fmla="*/ 72 h 160"/>
              <a:gd name="T84" fmla="*/ 52 w 176"/>
              <a:gd name="T85"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6" h="160">
                <a:moveTo>
                  <a:pt x="40" y="40"/>
                </a:moveTo>
                <a:cubicBezTo>
                  <a:pt x="44" y="40"/>
                  <a:pt x="48" y="36"/>
                  <a:pt x="48" y="32"/>
                </a:cubicBezTo>
                <a:cubicBezTo>
                  <a:pt x="48" y="28"/>
                  <a:pt x="44" y="24"/>
                  <a:pt x="40" y="24"/>
                </a:cubicBezTo>
                <a:cubicBezTo>
                  <a:pt x="36" y="24"/>
                  <a:pt x="32" y="28"/>
                  <a:pt x="32" y="32"/>
                </a:cubicBezTo>
                <a:cubicBezTo>
                  <a:pt x="32" y="36"/>
                  <a:pt x="36" y="40"/>
                  <a:pt x="40" y="40"/>
                </a:cubicBezTo>
                <a:moveTo>
                  <a:pt x="96" y="40"/>
                </a:moveTo>
                <a:cubicBezTo>
                  <a:pt x="100" y="40"/>
                  <a:pt x="104" y="36"/>
                  <a:pt x="104" y="32"/>
                </a:cubicBezTo>
                <a:cubicBezTo>
                  <a:pt x="104" y="28"/>
                  <a:pt x="100" y="24"/>
                  <a:pt x="96" y="24"/>
                </a:cubicBezTo>
                <a:cubicBezTo>
                  <a:pt x="92" y="24"/>
                  <a:pt x="88" y="28"/>
                  <a:pt x="88" y="32"/>
                </a:cubicBezTo>
                <a:cubicBezTo>
                  <a:pt x="88" y="36"/>
                  <a:pt x="92" y="40"/>
                  <a:pt x="96" y="40"/>
                </a:cubicBezTo>
                <a:moveTo>
                  <a:pt x="172" y="72"/>
                </a:moveTo>
                <a:cubicBezTo>
                  <a:pt x="171" y="72"/>
                  <a:pt x="171" y="72"/>
                  <a:pt x="170" y="72"/>
                </a:cubicBezTo>
                <a:cubicBezTo>
                  <a:pt x="170" y="72"/>
                  <a:pt x="170" y="72"/>
                  <a:pt x="170" y="72"/>
                </a:cubicBezTo>
                <a:cubicBezTo>
                  <a:pt x="136" y="86"/>
                  <a:pt x="136" y="86"/>
                  <a:pt x="136" y="86"/>
                </a:cubicBezTo>
                <a:cubicBezTo>
                  <a:pt x="136" y="72"/>
                  <a:pt x="136" y="72"/>
                  <a:pt x="136" y="72"/>
                </a:cubicBezTo>
                <a:cubicBezTo>
                  <a:pt x="136" y="63"/>
                  <a:pt x="129" y="56"/>
                  <a:pt x="120" y="56"/>
                </a:cubicBezTo>
                <a:cubicBezTo>
                  <a:pt x="117" y="56"/>
                  <a:pt x="117" y="56"/>
                  <a:pt x="117" y="56"/>
                </a:cubicBezTo>
                <a:cubicBezTo>
                  <a:pt x="124" y="50"/>
                  <a:pt x="128" y="42"/>
                  <a:pt x="128" y="32"/>
                </a:cubicBezTo>
                <a:cubicBezTo>
                  <a:pt x="128" y="14"/>
                  <a:pt x="114" y="0"/>
                  <a:pt x="96" y="0"/>
                </a:cubicBezTo>
                <a:cubicBezTo>
                  <a:pt x="84" y="0"/>
                  <a:pt x="73" y="7"/>
                  <a:pt x="68" y="17"/>
                </a:cubicBezTo>
                <a:cubicBezTo>
                  <a:pt x="63" y="7"/>
                  <a:pt x="52" y="0"/>
                  <a:pt x="40" y="0"/>
                </a:cubicBezTo>
                <a:cubicBezTo>
                  <a:pt x="22" y="0"/>
                  <a:pt x="8" y="14"/>
                  <a:pt x="8" y="32"/>
                </a:cubicBezTo>
                <a:cubicBezTo>
                  <a:pt x="8" y="42"/>
                  <a:pt x="12" y="50"/>
                  <a:pt x="19" y="56"/>
                </a:cubicBezTo>
                <a:cubicBezTo>
                  <a:pt x="16" y="56"/>
                  <a:pt x="16" y="56"/>
                  <a:pt x="16" y="56"/>
                </a:cubicBezTo>
                <a:cubicBezTo>
                  <a:pt x="7" y="56"/>
                  <a:pt x="0" y="63"/>
                  <a:pt x="0" y="72"/>
                </a:cubicBezTo>
                <a:cubicBezTo>
                  <a:pt x="0" y="144"/>
                  <a:pt x="0" y="144"/>
                  <a:pt x="0" y="144"/>
                </a:cubicBezTo>
                <a:cubicBezTo>
                  <a:pt x="0" y="153"/>
                  <a:pt x="7" y="160"/>
                  <a:pt x="16" y="160"/>
                </a:cubicBezTo>
                <a:cubicBezTo>
                  <a:pt x="120" y="160"/>
                  <a:pt x="120" y="160"/>
                  <a:pt x="120" y="160"/>
                </a:cubicBezTo>
                <a:cubicBezTo>
                  <a:pt x="129" y="160"/>
                  <a:pt x="136" y="153"/>
                  <a:pt x="136" y="144"/>
                </a:cubicBezTo>
                <a:cubicBezTo>
                  <a:pt x="136" y="130"/>
                  <a:pt x="136" y="130"/>
                  <a:pt x="136" y="130"/>
                </a:cubicBezTo>
                <a:cubicBezTo>
                  <a:pt x="170" y="144"/>
                  <a:pt x="170" y="144"/>
                  <a:pt x="170" y="144"/>
                </a:cubicBezTo>
                <a:cubicBezTo>
                  <a:pt x="170" y="144"/>
                  <a:pt x="170" y="144"/>
                  <a:pt x="170" y="144"/>
                </a:cubicBezTo>
                <a:cubicBezTo>
                  <a:pt x="171" y="144"/>
                  <a:pt x="171" y="144"/>
                  <a:pt x="172" y="144"/>
                </a:cubicBezTo>
                <a:cubicBezTo>
                  <a:pt x="174" y="144"/>
                  <a:pt x="176" y="142"/>
                  <a:pt x="176" y="140"/>
                </a:cubicBezTo>
                <a:cubicBezTo>
                  <a:pt x="176" y="76"/>
                  <a:pt x="176" y="76"/>
                  <a:pt x="176" y="76"/>
                </a:cubicBezTo>
                <a:cubicBezTo>
                  <a:pt x="176" y="74"/>
                  <a:pt x="174" y="72"/>
                  <a:pt x="172" y="72"/>
                </a:cubicBezTo>
                <a:moveTo>
                  <a:pt x="96" y="8"/>
                </a:moveTo>
                <a:cubicBezTo>
                  <a:pt x="109" y="8"/>
                  <a:pt x="120" y="19"/>
                  <a:pt x="120" y="32"/>
                </a:cubicBezTo>
                <a:cubicBezTo>
                  <a:pt x="120" y="45"/>
                  <a:pt x="109" y="56"/>
                  <a:pt x="96" y="56"/>
                </a:cubicBezTo>
                <a:cubicBezTo>
                  <a:pt x="83" y="56"/>
                  <a:pt x="72" y="45"/>
                  <a:pt x="72" y="32"/>
                </a:cubicBezTo>
                <a:cubicBezTo>
                  <a:pt x="72" y="19"/>
                  <a:pt x="83" y="8"/>
                  <a:pt x="96" y="8"/>
                </a:cubicBezTo>
                <a:moveTo>
                  <a:pt x="75" y="56"/>
                </a:moveTo>
                <a:cubicBezTo>
                  <a:pt x="61" y="56"/>
                  <a:pt x="61" y="56"/>
                  <a:pt x="61" y="56"/>
                </a:cubicBezTo>
                <a:cubicBezTo>
                  <a:pt x="64" y="54"/>
                  <a:pt x="66" y="51"/>
                  <a:pt x="68" y="47"/>
                </a:cubicBezTo>
                <a:cubicBezTo>
                  <a:pt x="70" y="51"/>
                  <a:pt x="72" y="54"/>
                  <a:pt x="75" y="56"/>
                </a:cubicBezTo>
                <a:moveTo>
                  <a:pt x="16" y="32"/>
                </a:moveTo>
                <a:cubicBezTo>
                  <a:pt x="16" y="19"/>
                  <a:pt x="27" y="8"/>
                  <a:pt x="40" y="8"/>
                </a:cubicBezTo>
                <a:cubicBezTo>
                  <a:pt x="53" y="8"/>
                  <a:pt x="64" y="19"/>
                  <a:pt x="64" y="32"/>
                </a:cubicBezTo>
                <a:cubicBezTo>
                  <a:pt x="64" y="45"/>
                  <a:pt x="53" y="56"/>
                  <a:pt x="40" y="56"/>
                </a:cubicBezTo>
                <a:cubicBezTo>
                  <a:pt x="27" y="56"/>
                  <a:pt x="16" y="45"/>
                  <a:pt x="16" y="32"/>
                </a:cubicBezTo>
                <a:moveTo>
                  <a:pt x="128" y="144"/>
                </a:moveTo>
                <a:cubicBezTo>
                  <a:pt x="128" y="148"/>
                  <a:pt x="124" y="152"/>
                  <a:pt x="120" y="152"/>
                </a:cubicBezTo>
                <a:cubicBezTo>
                  <a:pt x="16" y="152"/>
                  <a:pt x="16" y="152"/>
                  <a:pt x="16" y="152"/>
                </a:cubicBezTo>
                <a:cubicBezTo>
                  <a:pt x="12" y="152"/>
                  <a:pt x="8" y="148"/>
                  <a:pt x="8" y="144"/>
                </a:cubicBezTo>
                <a:cubicBezTo>
                  <a:pt x="8" y="72"/>
                  <a:pt x="8" y="72"/>
                  <a:pt x="8" y="72"/>
                </a:cubicBezTo>
                <a:cubicBezTo>
                  <a:pt x="8" y="68"/>
                  <a:pt x="12" y="64"/>
                  <a:pt x="16" y="64"/>
                </a:cubicBezTo>
                <a:cubicBezTo>
                  <a:pt x="120" y="64"/>
                  <a:pt x="120" y="64"/>
                  <a:pt x="120" y="64"/>
                </a:cubicBezTo>
                <a:cubicBezTo>
                  <a:pt x="124" y="64"/>
                  <a:pt x="128" y="68"/>
                  <a:pt x="128" y="72"/>
                </a:cubicBezTo>
                <a:lnTo>
                  <a:pt x="128" y="144"/>
                </a:lnTo>
                <a:close/>
                <a:moveTo>
                  <a:pt x="168" y="134"/>
                </a:moveTo>
                <a:cubicBezTo>
                  <a:pt x="136" y="121"/>
                  <a:pt x="136" y="121"/>
                  <a:pt x="136" y="121"/>
                </a:cubicBezTo>
                <a:cubicBezTo>
                  <a:pt x="136" y="95"/>
                  <a:pt x="136" y="95"/>
                  <a:pt x="136" y="95"/>
                </a:cubicBezTo>
                <a:cubicBezTo>
                  <a:pt x="168" y="82"/>
                  <a:pt x="168" y="82"/>
                  <a:pt x="168" y="82"/>
                </a:cubicBezTo>
                <a:lnTo>
                  <a:pt x="168" y="134"/>
                </a:lnTo>
                <a:close/>
                <a:moveTo>
                  <a:pt x="116" y="136"/>
                </a:moveTo>
                <a:cubicBezTo>
                  <a:pt x="20" y="136"/>
                  <a:pt x="20" y="136"/>
                  <a:pt x="20" y="136"/>
                </a:cubicBezTo>
                <a:cubicBezTo>
                  <a:pt x="18" y="136"/>
                  <a:pt x="16" y="138"/>
                  <a:pt x="16" y="140"/>
                </a:cubicBezTo>
                <a:cubicBezTo>
                  <a:pt x="16" y="142"/>
                  <a:pt x="18" y="144"/>
                  <a:pt x="20" y="144"/>
                </a:cubicBezTo>
                <a:cubicBezTo>
                  <a:pt x="116" y="144"/>
                  <a:pt x="116" y="144"/>
                  <a:pt x="116" y="144"/>
                </a:cubicBezTo>
                <a:cubicBezTo>
                  <a:pt x="118" y="144"/>
                  <a:pt x="120" y="142"/>
                  <a:pt x="120" y="140"/>
                </a:cubicBezTo>
                <a:cubicBezTo>
                  <a:pt x="120" y="138"/>
                  <a:pt x="118" y="136"/>
                  <a:pt x="116" y="136"/>
                </a:cubicBezTo>
                <a:moveTo>
                  <a:pt x="28" y="96"/>
                </a:moveTo>
                <a:cubicBezTo>
                  <a:pt x="35" y="96"/>
                  <a:pt x="40" y="91"/>
                  <a:pt x="40" y="84"/>
                </a:cubicBezTo>
                <a:cubicBezTo>
                  <a:pt x="40" y="77"/>
                  <a:pt x="35" y="72"/>
                  <a:pt x="28" y="72"/>
                </a:cubicBezTo>
                <a:cubicBezTo>
                  <a:pt x="21" y="72"/>
                  <a:pt x="16" y="77"/>
                  <a:pt x="16" y="84"/>
                </a:cubicBezTo>
                <a:cubicBezTo>
                  <a:pt x="16" y="91"/>
                  <a:pt x="21" y="96"/>
                  <a:pt x="28" y="96"/>
                </a:cubicBezTo>
                <a:moveTo>
                  <a:pt x="28" y="80"/>
                </a:moveTo>
                <a:cubicBezTo>
                  <a:pt x="30" y="80"/>
                  <a:pt x="32" y="82"/>
                  <a:pt x="32" y="84"/>
                </a:cubicBezTo>
                <a:cubicBezTo>
                  <a:pt x="32" y="86"/>
                  <a:pt x="30" y="88"/>
                  <a:pt x="28" y="88"/>
                </a:cubicBezTo>
                <a:cubicBezTo>
                  <a:pt x="26" y="88"/>
                  <a:pt x="24" y="86"/>
                  <a:pt x="24" y="84"/>
                </a:cubicBezTo>
                <a:cubicBezTo>
                  <a:pt x="24" y="82"/>
                  <a:pt x="26" y="80"/>
                  <a:pt x="28" y="80"/>
                </a:cubicBezTo>
                <a:moveTo>
                  <a:pt x="52" y="80"/>
                </a:moveTo>
                <a:cubicBezTo>
                  <a:pt x="54" y="80"/>
                  <a:pt x="56" y="78"/>
                  <a:pt x="56" y="76"/>
                </a:cubicBezTo>
                <a:cubicBezTo>
                  <a:pt x="56" y="74"/>
                  <a:pt x="54" y="72"/>
                  <a:pt x="52" y="72"/>
                </a:cubicBezTo>
                <a:cubicBezTo>
                  <a:pt x="50" y="72"/>
                  <a:pt x="48" y="74"/>
                  <a:pt x="48" y="76"/>
                </a:cubicBezTo>
                <a:cubicBezTo>
                  <a:pt x="48" y="78"/>
                  <a:pt x="50" y="80"/>
                  <a:pt x="52" y="80"/>
                </a:cubicBezTo>
              </a:path>
            </a:pathLst>
          </a:custGeom>
          <a:solidFill>
            <a:srgbClr val="3298FD"/>
          </a:solidFill>
          <a:ln w="0">
            <a:noFill/>
            <a:prstDash val="solid"/>
            <a:round/>
          </a:ln>
        </p:spPr>
        <p:txBody>
          <a:bodyPr vert="horz" wrap="square" lIns="91440" tIns="45720" rIns="91440" bIns="45720" numCol="1" anchor="t" anchorCtr="0" compatLnSpc="1"/>
          <a:lstStyle/>
          <a:p>
            <a:endParaRPr lang="en-US">
              <a:solidFill>
                <a:srgbClr val="234463"/>
              </a:solidFill>
              <a:latin typeface="Arial" panose="020B0604020202020204" pitchFamily="34" charset="0"/>
              <a:ea typeface="微软雅黑" panose="020B0503020204020204" pitchFamily="34" charset="-122"/>
              <a:cs typeface="+mn-ea"/>
            </a:endParaRPr>
          </a:p>
        </p:txBody>
      </p:sp>
      <p:sp>
        <p:nvSpPr>
          <p:cNvPr id="54" name="TextBox 13"/>
          <p:cNvSpPr txBox="1"/>
          <p:nvPr>
            <p:custDataLst>
              <p:tags r:id="rId14"/>
            </p:custDataLst>
          </p:nvPr>
        </p:nvSpPr>
        <p:spPr>
          <a:xfrm>
            <a:off x="9335462" y="3303242"/>
            <a:ext cx="1773937" cy="386080"/>
          </a:xfrm>
          <a:prstGeom prst="rect">
            <a:avLst/>
          </a:prstGeom>
          <a:noFill/>
          <a:ln>
            <a:noFill/>
          </a:ln>
        </p:spPr>
        <p:txBody>
          <a:bodyPr wrap="square" rtlCol="0">
            <a:spAutoFit/>
          </a:bodyPr>
          <a:lstStyle/>
          <a:p>
            <a:pPr algn="ctr" defTabSz="1216660">
              <a:lnSpc>
                <a:spcPct val="120000"/>
              </a:lnSpc>
              <a:spcBef>
                <a:spcPct val="20000"/>
              </a:spcBef>
              <a:defRPr/>
            </a:pP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字幕素材</a:t>
            </a:r>
            <a:endPar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5" name="TextBox 18"/>
          <p:cNvSpPr txBox="1"/>
          <p:nvPr>
            <p:custDataLst>
              <p:tags r:id="rId15"/>
            </p:custDataLst>
          </p:nvPr>
        </p:nvSpPr>
        <p:spPr>
          <a:xfrm>
            <a:off x="9203359" y="3641796"/>
            <a:ext cx="2038142" cy="312420"/>
          </a:xfrm>
          <a:prstGeom prst="rect">
            <a:avLst/>
          </a:prstGeom>
          <a:noFill/>
        </p:spPr>
        <p:txBody>
          <a:bodyPr wrap="square" rtlCol="0">
            <a:spAutoFit/>
          </a:bodyPr>
          <a:lstStyle/>
          <a:p>
            <a:pPr algn="ct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普通部分、强调部分</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6" name="Content Placeholder 11"/>
          <p:cNvSpPr txBox="1"/>
          <p:nvPr/>
        </p:nvSpPr>
        <p:spPr>
          <a:xfrm>
            <a:off x="1064895" y="4324985"/>
            <a:ext cx="10058400" cy="897890"/>
          </a:xfrm>
          <a:prstGeom prst="rect">
            <a:avLst/>
          </a:prstGeom>
        </p:spPr>
        <p:txBody>
          <a:bodyPr>
            <a:normAutofit fontScale="9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1216660">
              <a:lnSpc>
                <a:spcPct val="120000"/>
              </a:lnSpc>
              <a:spcBef>
                <a:spcPct val="20000"/>
              </a:spcBef>
              <a:buNone/>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①按素材格式分</a:t>
            </a: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a:t>
            </a: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a:p>
            <a:pPr marL="0" indent="0" algn="ctr" defTabSz="1216660">
              <a:lnSpc>
                <a:spcPct val="120000"/>
              </a:lnSpc>
              <a:spcBef>
                <a:spcPct val="20000"/>
              </a:spcBef>
              <a:buNone/>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②按素材模块分</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a:p>
            <a:pPr marL="0" indent="0" algn="ctr" defTabSz="1216660">
              <a:lnSpc>
                <a:spcPct val="120000"/>
              </a:lnSpc>
              <a:spcBef>
                <a:spcPct val="20000"/>
              </a:spcBef>
              <a:buNone/>
            </a:pPr>
            <a:r>
              <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③</a:t>
            </a: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rPr>
              <a:t>......</a:t>
            </a: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pic>
        <p:nvPicPr>
          <p:cNvPr id="7" name="图片 6" descr="63c182510333bfa8f0b9fcc0f1d2e9a"/>
          <p:cNvPicPr>
            <a:picLocks noChangeAspect="1"/>
          </p:cNvPicPr>
          <p:nvPr/>
        </p:nvPicPr>
        <p:blipFill>
          <a:blip r:embed="rId16"/>
          <a:srcRect l="42996" r="2266"/>
          <a:stretch>
            <a:fillRect/>
          </a:stretch>
        </p:blipFill>
        <p:spPr>
          <a:xfrm>
            <a:off x="1194435" y="1736725"/>
            <a:ext cx="1555115" cy="1566545"/>
          </a:xfrm>
          <a:prstGeom prst="rect">
            <a:avLst/>
          </a:prstGeom>
        </p:spPr>
      </p:pic>
      <p:pic>
        <p:nvPicPr>
          <p:cNvPr id="8" name="图片 7" descr="db37ce2c4940afae24b3b76bb3dec9f"/>
          <p:cNvPicPr>
            <a:picLocks noChangeAspect="1"/>
          </p:cNvPicPr>
          <p:nvPr/>
        </p:nvPicPr>
        <p:blipFill>
          <a:blip r:embed="rId17"/>
          <a:stretch>
            <a:fillRect/>
          </a:stretch>
        </p:blipFill>
        <p:spPr>
          <a:xfrm>
            <a:off x="3228975" y="1717675"/>
            <a:ext cx="1539240" cy="1510665"/>
          </a:xfrm>
          <a:prstGeom prst="rect">
            <a:avLst/>
          </a:prstGeom>
        </p:spPr>
      </p:pic>
      <p:pic>
        <p:nvPicPr>
          <p:cNvPr id="9" name="图片 8" descr="c249c5a9a827a3f37252a31555a8e54"/>
          <p:cNvPicPr>
            <a:picLocks noChangeAspect="1"/>
          </p:cNvPicPr>
          <p:nvPr/>
        </p:nvPicPr>
        <p:blipFill>
          <a:blip r:embed="rId18"/>
          <a:stretch>
            <a:fillRect/>
          </a:stretch>
        </p:blipFill>
        <p:spPr>
          <a:xfrm>
            <a:off x="5186045" y="1792605"/>
            <a:ext cx="1840230" cy="1460500"/>
          </a:xfrm>
          <a:prstGeom prst="rect">
            <a:avLst/>
          </a:prstGeom>
        </p:spPr>
      </p:pic>
      <p:pic>
        <p:nvPicPr>
          <p:cNvPr id="10" name="图片 9" descr="ab4192e52d18313e14c0a635d690ee2"/>
          <p:cNvPicPr>
            <a:picLocks noChangeAspect="1"/>
          </p:cNvPicPr>
          <p:nvPr/>
        </p:nvPicPr>
        <p:blipFill>
          <a:blip r:embed="rId19"/>
          <a:stretch>
            <a:fillRect/>
          </a:stretch>
        </p:blipFill>
        <p:spPr>
          <a:xfrm>
            <a:off x="7335520" y="1792605"/>
            <a:ext cx="1802765" cy="1414145"/>
          </a:xfrm>
          <a:prstGeom prst="rect">
            <a:avLst/>
          </a:prstGeom>
        </p:spPr>
      </p:pic>
      <p:pic>
        <p:nvPicPr>
          <p:cNvPr id="11" name="图片 10" descr="55bb94b5a041e0bca1d8ab919cfa1d7"/>
          <p:cNvPicPr>
            <a:picLocks noChangeAspect="1"/>
          </p:cNvPicPr>
          <p:nvPr/>
        </p:nvPicPr>
        <p:blipFill>
          <a:blip r:embed="rId20"/>
          <a:stretch>
            <a:fillRect/>
          </a:stretch>
        </p:blipFill>
        <p:spPr>
          <a:xfrm>
            <a:off x="9444355" y="1926590"/>
            <a:ext cx="1733550" cy="1206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08221" y="255809"/>
            <a:ext cx="751192" cy="574537"/>
            <a:chOff x="6465859" y="1148078"/>
            <a:chExt cx="751192" cy="574537"/>
          </a:xfrm>
        </p:grpSpPr>
        <p:sp>
          <p:nvSpPr>
            <p:cNvPr id="3" name="Freeform 5"/>
            <p:cNvSpPr/>
            <p:nvPr/>
          </p:nvSpPr>
          <p:spPr bwMode="auto">
            <a:xfrm>
              <a:off x="6465859" y="1148078"/>
              <a:ext cx="672994" cy="574537"/>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C9E7FF"/>
            </a:solidFill>
            <a:ln>
              <a:noFill/>
            </a:ln>
            <a:effectLst>
              <a:outerShdw blurRad="165100" dist="127000" dir="2700000" algn="tl" rotWithShape="0">
                <a:srgbClr val="177DE3">
                  <a:alpha val="10000"/>
                </a:srgbClr>
              </a:outerShdw>
            </a:effectLst>
          </p:spPr>
          <p:txBody>
            <a:bodyPr vert="horz" wrap="square" lIns="91440" tIns="45720" rIns="91440" bIns="45720" numCol="1" anchor="t" anchorCtr="0" compatLnSpc="1"/>
            <a:lstStyle/>
            <a:p>
              <a:endParaRPr lang="zh-CN" altLang="en-US"/>
            </a:p>
          </p:txBody>
        </p:sp>
        <p:sp>
          <p:nvSpPr>
            <p:cNvPr id="4" name="文本框 3"/>
            <p:cNvSpPr txBox="1"/>
            <p:nvPr/>
          </p:nvSpPr>
          <p:spPr>
            <a:xfrm>
              <a:off x="6465859" y="1173737"/>
              <a:ext cx="751192" cy="523220"/>
            </a:xfrm>
            <a:prstGeom prst="rect">
              <a:avLst/>
            </a:prstGeom>
            <a:noFill/>
          </p:spPr>
          <p:txBody>
            <a:bodyPr wrap="square" rtlCol="0">
              <a:spAutoFit/>
            </a:bodyPr>
            <a:lstStyle/>
            <a:p>
              <a:pPr algn="ctr"/>
              <a:r>
                <a:rPr lang="en-US" altLang="zh-CN" sz="2800" b="1">
                  <a:solidFill>
                    <a:srgbClr val="234463"/>
                  </a:solidFill>
                  <a:latin typeface="微软雅黑" panose="020B0503020204020204" pitchFamily="34" charset="-122"/>
                  <a:ea typeface="微软雅黑" panose="020B0503020204020204" pitchFamily="34" charset="-122"/>
                </a:rPr>
                <a:t>01</a:t>
              </a:r>
              <a:endParaRPr lang="zh-CN" altLang="en-US" sz="2800" b="1">
                <a:solidFill>
                  <a:srgbClr val="234463"/>
                </a:solidFill>
                <a:latin typeface="微软雅黑" panose="020B0503020204020204" pitchFamily="34" charset="-122"/>
                <a:ea typeface="微软雅黑" panose="020B0503020204020204" pitchFamily="34" charset="-122"/>
              </a:endParaRPr>
            </a:p>
          </p:txBody>
        </p:sp>
      </p:grpSp>
      <p:sp>
        <p:nvSpPr>
          <p:cNvPr id="5" name="文本框 4"/>
          <p:cNvSpPr txBox="1"/>
          <p:nvPr/>
        </p:nvSpPr>
        <p:spPr>
          <a:xfrm>
            <a:off x="898980" y="255809"/>
            <a:ext cx="2743200" cy="460375"/>
          </a:xfrm>
          <a:prstGeom prst="rect">
            <a:avLst/>
          </a:prstGeom>
          <a:noFill/>
        </p:spPr>
        <p:txBody>
          <a:bodyPr wrap="square" rtlCol="0">
            <a:spAutoFit/>
          </a:bodyPr>
          <a:lstStyle/>
          <a:p>
            <a:r>
              <a:rPr lang="zh-CN" altLang="en-US" sz="2400" b="1">
                <a:solidFill>
                  <a:srgbClr val="234463"/>
                </a:solidFill>
                <a:latin typeface="微软雅黑" panose="020B0503020204020204" pitchFamily="34" charset="-122"/>
                <a:ea typeface="微软雅黑" panose="020B0503020204020204" pitchFamily="34" charset="-122"/>
                <a:sym typeface="+mn-ea"/>
              </a:rPr>
              <a:t>前期准备部分</a:t>
            </a:r>
            <a:endParaRPr lang="en-US" altLang="zh-CN" sz="2400" b="1">
              <a:solidFill>
                <a:srgbClr val="234463"/>
              </a:solidFill>
              <a:latin typeface="微软雅黑" panose="020B0503020204020204" pitchFamily="34" charset="-122"/>
              <a:ea typeface="微软雅黑" panose="020B0503020204020204" pitchFamily="34" charset="-122"/>
              <a:sym typeface="+mn-ea"/>
            </a:endParaRPr>
          </a:p>
        </p:txBody>
      </p:sp>
      <p:sp>
        <p:nvSpPr>
          <p:cNvPr id="6" name="文本框 5"/>
          <p:cNvSpPr txBox="1"/>
          <p:nvPr/>
        </p:nvSpPr>
        <p:spPr>
          <a:xfrm>
            <a:off x="898981" y="634922"/>
            <a:ext cx="2511764" cy="275590"/>
          </a:xfrm>
          <a:prstGeom prst="rect">
            <a:avLst/>
          </a:prstGeom>
          <a:noFill/>
        </p:spPr>
        <p:txBody>
          <a:bodyPr wrap="square" rtlCol="0">
            <a:spAutoFit/>
          </a:bodyPr>
          <a:lstStyle/>
          <a:p>
            <a:r>
              <a:rPr lang="zh-CN" altLang="en-US" sz="1200">
                <a:solidFill>
                  <a:srgbClr val="234463"/>
                </a:solidFill>
                <a:latin typeface="Segoe UI Light" panose="020B0502040204020203" pitchFamily="34" charset="0"/>
                <a:ea typeface="微软雅黑 Light" panose="020B0502040204020203" pitchFamily="34" charset="-122"/>
                <a:cs typeface="Segoe UI Light" panose="020B0502040204020203" pitchFamily="34" charset="0"/>
              </a:rPr>
              <a:t>找素材部分</a:t>
            </a:r>
            <a:endParaRPr lang="zh-CN" altLang="en-US" sz="1200">
              <a:solidFill>
                <a:srgbClr val="234463"/>
              </a:solidFill>
              <a:latin typeface="Segoe UI Light" panose="020B0502040204020203" pitchFamily="34" charset="0"/>
              <a:ea typeface="微软雅黑 Light" panose="020B0502040204020203" pitchFamily="34" charset="-122"/>
              <a:cs typeface="Segoe UI Light" panose="020B0502040204020203" pitchFamily="34" charset="0"/>
            </a:endParaRPr>
          </a:p>
        </p:txBody>
      </p:sp>
      <p:sp>
        <p:nvSpPr>
          <p:cNvPr id="41" name="Freeform 23"/>
          <p:cNvSpPr>
            <a:spLocks noEditPoints="1"/>
          </p:cNvSpPr>
          <p:nvPr>
            <p:custDataLst>
              <p:tags r:id="rId1"/>
            </p:custDataLst>
          </p:nvPr>
        </p:nvSpPr>
        <p:spPr bwMode="auto">
          <a:xfrm>
            <a:off x="1603766" y="2531212"/>
            <a:ext cx="734975" cy="601582"/>
          </a:xfrm>
          <a:custGeom>
            <a:avLst/>
            <a:gdLst>
              <a:gd name="T0" fmla="*/ 108 w 176"/>
              <a:gd name="T1" fmla="*/ 24 h 144"/>
              <a:gd name="T2" fmla="*/ 108 w 176"/>
              <a:gd name="T3" fmla="*/ 16 h 144"/>
              <a:gd name="T4" fmla="*/ 64 w 176"/>
              <a:gd name="T5" fmla="*/ 20 h 144"/>
              <a:gd name="T6" fmla="*/ 88 w 176"/>
              <a:gd name="T7" fmla="*/ 56 h 144"/>
              <a:gd name="T8" fmla="*/ 88 w 176"/>
              <a:gd name="T9" fmla="*/ 104 h 144"/>
              <a:gd name="T10" fmla="*/ 88 w 176"/>
              <a:gd name="T11" fmla="*/ 56 h 144"/>
              <a:gd name="T12" fmla="*/ 72 w 176"/>
              <a:gd name="T13" fmla="*/ 80 h 144"/>
              <a:gd name="T14" fmla="*/ 104 w 176"/>
              <a:gd name="T15" fmla="*/ 80 h 144"/>
              <a:gd name="T16" fmla="*/ 88 w 176"/>
              <a:gd name="T17" fmla="*/ 40 h 144"/>
              <a:gd name="T18" fmla="*/ 88 w 176"/>
              <a:gd name="T19" fmla="*/ 120 h 144"/>
              <a:gd name="T20" fmla="*/ 88 w 176"/>
              <a:gd name="T21" fmla="*/ 40 h 144"/>
              <a:gd name="T22" fmla="*/ 56 w 176"/>
              <a:gd name="T23" fmla="*/ 80 h 144"/>
              <a:gd name="T24" fmla="*/ 120 w 176"/>
              <a:gd name="T25" fmla="*/ 80 h 144"/>
              <a:gd name="T26" fmla="*/ 148 w 176"/>
              <a:gd name="T27" fmla="*/ 64 h 144"/>
              <a:gd name="T28" fmla="*/ 148 w 176"/>
              <a:gd name="T29" fmla="*/ 72 h 144"/>
              <a:gd name="T30" fmla="*/ 148 w 176"/>
              <a:gd name="T31" fmla="*/ 64 h 144"/>
              <a:gd name="T32" fmla="*/ 136 w 176"/>
              <a:gd name="T33" fmla="*/ 44 h 144"/>
              <a:gd name="T34" fmla="*/ 160 w 176"/>
              <a:gd name="T35" fmla="*/ 44 h 144"/>
              <a:gd name="T36" fmla="*/ 148 w 176"/>
              <a:gd name="T37" fmla="*/ 48 h 144"/>
              <a:gd name="T38" fmla="*/ 148 w 176"/>
              <a:gd name="T39" fmla="*/ 40 h 144"/>
              <a:gd name="T40" fmla="*/ 148 w 176"/>
              <a:gd name="T41" fmla="*/ 48 h 144"/>
              <a:gd name="T42" fmla="*/ 144 w 176"/>
              <a:gd name="T43" fmla="*/ 16 h 144"/>
              <a:gd name="T44" fmla="*/ 88 w 176"/>
              <a:gd name="T45" fmla="*/ 0 h 144"/>
              <a:gd name="T46" fmla="*/ 32 w 176"/>
              <a:gd name="T47" fmla="*/ 16 h 144"/>
              <a:gd name="T48" fmla="*/ 0 w 176"/>
              <a:gd name="T49" fmla="*/ 32 h 144"/>
              <a:gd name="T50" fmla="*/ 16 w 176"/>
              <a:gd name="T51" fmla="*/ 144 h 144"/>
              <a:gd name="T52" fmla="*/ 176 w 176"/>
              <a:gd name="T53" fmla="*/ 128 h 144"/>
              <a:gd name="T54" fmla="*/ 160 w 176"/>
              <a:gd name="T55" fmla="*/ 16 h 144"/>
              <a:gd name="T56" fmla="*/ 133 w 176"/>
              <a:gd name="T57" fmla="*/ 96 h 144"/>
              <a:gd name="T58" fmla="*/ 168 w 176"/>
              <a:gd name="T59" fmla="*/ 104 h 144"/>
              <a:gd name="T60" fmla="*/ 160 w 176"/>
              <a:gd name="T61" fmla="*/ 136 h 144"/>
              <a:gd name="T62" fmla="*/ 8 w 176"/>
              <a:gd name="T63" fmla="*/ 128 h 144"/>
              <a:gd name="T64" fmla="*/ 46 w 176"/>
              <a:gd name="T65" fmla="*/ 104 h 144"/>
              <a:gd name="T66" fmla="*/ 8 w 176"/>
              <a:gd name="T67" fmla="*/ 96 h 144"/>
              <a:gd name="T68" fmla="*/ 16 w 176"/>
              <a:gd name="T69" fmla="*/ 24 h 144"/>
              <a:gd name="T70" fmla="*/ 60 w 176"/>
              <a:gd name="T71" fmla="*/ 8 h 144"/>
              <a:gd name="T72" fmla="*/ 116 w 176"/>
              <a:gd name="T73" fmla="*/ 8 h 144"/>
              <a:gd name="T74" fmla="*/ 160 w 176"/>
              <a:gd name="T75" fmla="*/ 24 h 144"/>
              <a:gd name="T76" fmla="*/ 168 w 176"/>
              <a:gd name="T77" fmla="*/ 9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6" h="144">
                <a:moveTo>
                  <a:pt x="68" y="24"/>
                </a:moveTo>
                <a:cubicBezTo>
                  <a:pt x="108" y="24"/>
                  <a:pt x="108" y="24"/>
                  <a:pt x="108" y="24"/>
                </a:cubicBezTo>
                <a:cubicBezTo>
                  <a:pt x="110" y="24"/>
                  <a:pt x="112" y="22"/>
                  <a:pt x="112" y="20"/>
                </a:cubicBezTo>
                <a:cubicBezTo>
                  <a:pt x="112" y="18"/>
                  <a:pt x="110" y="16"/>
                  <a:pt x="108" y="16"/>
                </a:cubicBezTo>
                <a:cubicBezTo>
                  <a:pt x="68" y="16"/>
                  <a:pt x="68" y="16"/>
                  <a:pt x="68" y="16"/>
                </a:cubicBezTo>
                <a:cubicBezTo>
                  <a:pt x="66" y="16"/>
                  <a:pt x="64" y="18"/>
                  <a:pt x="64" y="20"/>
                </a:cubicBezTo>
                <a:cubicBezTo>
                  <a:pt x="64" y="22"/>
                  <a:pt x="66" y="24"/>
                  <a:pt x="68" y="24"/>
                </a:cubicBezTo>
                <a:moveTo>
                  <a:pt x="88" y="56"/>
                </a:moveTo>
                <a:cubicBezTo>
                  <a:pt x="75" y="56"/>
                  <a:pt x="64" y="67"/>
                  <a:pt x="64" y="80"/>
                </a:cubicBezTo>
                <a:cubicBezTo>
                  <a:pt x="64" y="93"/>
                  <a:pt x="75" y="104"/>
                  <a:pt x="88" y="104"/>
                </a:cubicBezTo>
                <a:cubicBezTo>
                  <a:pt x="101" y="104"/>
                  <a:pt x="112" y="93"/>
                  <a:pt x="112" y="80"/>
                </a:cubicBezTo>
                <a:cubicBezTo>
                  <a:pt x="112" y="67"/>
                  <a:pt x="101" y="56"/>
                  <a:pt x="88" y="56"/>
                </a:cubicBezTo>
                <a:moveTo>
                  <a:pt x="88" y="96"/>
                </a:moveTo>
                <a:cubicBezTo>
                  <a:pt x="79" y="96"/>
                  <a:pt x="72" y="89"/>
                  <a:pt x="72" y="80"/>
                </a:cubicBezTo>
                <a:cubicBezTo>
                  <a:pt x="72" y="71"/>
                  <a:pt x="79" y="64"/>
                  <a:pt x="88" y="64"/>
                </a:cubicBezTo>
                <a:cubicBezTo>
                  <a:pt x="97" y="64"/>
                  <a:pt x="104" y="71"/>
                  <a:pt x="104" y="80"/>
                </a:cubicBezTo>
                <a:cubicBezTo>
                  <a:pt x="104" y="89"/>
                  <a:pt x="97" y="96"/>
                  <a:pt x="88" y="96"/>
                </a:cubicBezTo>
                <a:moveTo>
                  <a:pt x="88" y="40"/>
                </a:moveTo>
                <a:cubicBezTo>
                  <a:pt x="66" y="40"/>
                  <a:pt x="48" y="58"/>
                  <a:pt x="48" y="80"/>
                </a:cubicBezTo>
                <a:cubicBezTo>
                  <a:pt x="48" y="102"/>
                  <a:pt x="66" y="120"/>
                  <a:pt x="88" y="120"/>
                </a:cubicBezTo>
                <a:cubicBezTo>
                  <a:pt x="110" y="120"/>
                  <a:pt x="128" y="102"/>
                  <a:pt x="128" y="80"/>
                </a:cubicBezTo>
                <a:cubicBezTo>
                  <a:pt x="128" y="58"/>
                  <a:pt x="110" y="40"/>
                  <a:pt x="88" y="40"/>
                </a:cubicBezTo>
                <a:moveTo>
                  <a:pt x="88" y="112"/>
                </a:moveTo>
                <a:cubicBezTo>
                  <a:pt x="70" y="112"/>
                  <a:pt x="56" y="98"/>
                  <a:pt x="56" y="80"/>
                </a:cubicBezTo>
                <a:cubicBezTo>
                  <a:pt x="56" y="62"/>
                  <a:pt x="70" y="48"/>
                  <a:pt x="88" y="48"/>
                </a:cubicBezTo>
                <a:cubicBezTo>
                  <a:pt x="106" y="48"/>
                  <a:pt x="120" y="62"/>
                  <a:pt x="120" y="80"/>
                </a:cubicBezTo>
                <a:cubicBezTo>
                  <a:pt x="120" y="98"/>
                  <a:pt x="106" y="112"/>
                  <a:pt x="88" y="112"/>
                </a:cubicBezTo>
                <a:moveTo>
                  <a:pt x="148" y="64"/>
                </a:moveTo>
                <a:cubicBezTo>
                  <a:pt x="146" y="64"/>
                  <a:pt x="144" y="66"/>
                  <a:pt x="144" y="68"/>
                </a:cubicBezTo>
                <a:cubicBezTo>
                  <a:pt x="144" y="70"/>
                  <a:pt x="146" y="72"/>
                  <a:pt x="148" y="72"/>
                </a:cubicBezTo>
                <a:cubicBezTo>
                  <a:pt x="150" y="72"/>
                  <a:pt x="152" y="70"/>
                  <a:pt x="152" y="68"/>
                </a:cubicBezTo>
                <a:cubicBezTo>
                  <a:pt x="152" y="66"/>
                  <a:pt x="150" y="64"/>
                  <a:pt x="148" y="64"/>
                </a:cubicBezTo>
                <a:moveTo>
                  <a:pt x="148" y="32"/>
                </a:moveTo>
                <a:cubicBezTo>
                  <a:pt x="141" y="32"/>
                  <a:pt x="136" y="37"/>
                  <a:pt x="136" y="44"/>
                </a:cubicBezTo>
                <a:cubicBezTo>
                  <a:pt x="136" y="51"/>
                  <a:pt x="141" y="56"/>
                  <a:pt x="148" y="56"/>
                </a:cubicBezTo>
                <a:cubicBezTo>
                  <a:pt x="155" y="56"/>
                  <a:pt x="160" y="51"/>
                  <a:pt x="160" y="44"/>
                </a:cubicBezTo>
                <a:cubicBezTo>
                  <a:pt x="160" y="37"/>
                  <a:pt x="155" y="32"/>
                  <a:pt x="148" y="32"/>
                </a:cubicBezTo>
                <a:moveTo>
                  <a:pt x="148" y="48"/>
                </a:moveTo>
                <a:cubicBezTo>
                  <a:pt x="146" y="48"/>
                  <a:pt x="144" y="46"/>
                  <a:pt x="144" y="44"/>
                </a:cubicBezTo>
                <a:cubicBezTo>
                  <a:pt x="144" y="42"/>
                  <a:pt x="146" y="40"/>
                  <a:pt x="148" y="40"/>
                </a:cubicBezTo>
                <a:cubicBezTo>
                  <a:pt x="150" y="40"/>
                  <a:pt x="152" y="42"/>
                  <a:pt x="152" y="44"/>
                </a:cubicBezTo>
                <a:cubicBezTo>
                  <a:pt x="152" y="46"/>
                  <a:pt x="150" y="48"/>
                  <a:pt x="148" y="48"/>
                </a:cubicBezTo>
                <a:moveTo>
                  <a:pt x="160" y="16"/>
                </a:moveTo>
                <a:cubicBezTo>
                  <a:pt x="144" y="16"/>
                  <a:pt x="144" y="16"/>
                  <a:pt x="144" y="16"/>
                </a:cubicBezTo>
                <a:cubicBezTo>
                  <a:pt x="132" y="16"/>
                  <a:pt x="132" y="0"/>
                  <a:pt x="116" y="0"/>
                </a:cubicBezTo>
                <a:cubicBezTo>
                  <a:pt x="88" y="0"/>
                  <a:pt x="88" y="0"/>
                  <a:pt x="88" y="0"/>
                </a:cubicBezTo>
                <a:cubicBezTo>
                  <a:pt x="60" y="0"/>
                  <a:pt x="60" y="0"/>
                  <a:pt x="60" y="0"/>
                </a:cubicBezTo>
                <a:cubicBezTo>
                  <a:pt x="44" y="0"/>
                  <a:pt x="44" y="16"/>
                  <a:pt x="32" y="16"/>
                </a:cubicBezTo>
                <a:cubicBezTo>
                  <a:pt x="16" y="16"/>
                  <a:pt x="16" y="16"/>
                  <a:pt x="16" y="16"/>
                </a:cubicBezTo>
                <a:cubicBezTo>
                  <a:pt x="7" y="16"/>
                  <a:pt x="0" y="23"/>
                  <a:pt x="0" y="32"/>
                </a:cubicBezTo>
                <a:cubicBezTo>
                  <a:pt x="0" y="128"/>
                  <a:pt x="0" y="128"/>
                  <a:pt x="0" y="128"/>
                </a:cubicBezTo>
                <a:cubicBezTo>
                  <a:pt x="0" y="137"/>
                  <a:pt x="7" y="144"/>
                  <a:pt x="16" y="144"/>
                </a:cubicBezTo>
                <a:cubicBezTo>
                  <a:pt x="160" y="144"/>
                  <a:pt x="160" y="144"/>
                  <a:pt x="160" y="144"/>
                </a:cubicBezTo>
                <a:cubicBezTo>
                  <a:pt x="169" y="144"/>
                  <a:pt x="176" y="137"/>
                  <a:pt x="176" y="128"/>
                </a:cubicBezTo>
                <a:cubicBezTo>
                  <a:pt x="176" y="32"/>
                  <a:pt x="176" y="32"/>
                  <a:pt x="176" y="32"/>
                </a:cubicBezTo>
                <a:cubicBezTo>
                  <a:pt x="176" y="23"/>
                  <a:pt x="169" y="16"/>
                  <a:pt x="160" y="16"/>
                </a:cubicBezTo>
                <a:moveTo>
                  <a:pt x="168" y="96"/>
                </a:moveTo>
                <a:cubicBezTo>
                  <a:pt x="133" y="96"/>
                  <a:pt x="133" y="96"/>
                  <a:pt x="133" y="96"/>
                </a:cubicBezTo>
                <a:cubicBezTo>
                  <a:pt x="132" y="99"/>
                  <a:pt x="131" y="101"/>
                  <a:pt x="130" y="104"/>
                </a:cubicBezTo>
                <a:cubicBezTo>
                  <a:pt x="168" y="104"/>
                  <a:pt x="168" y="104"/>
                  <a:pt x="168" y="104"/>
                </a:cubicBezTo>
                <a:cubicBezTo>
                  <a:pt x="168" y="128"/>
                  <a:pt x="168" y="128"/>
                  <a:pt x="168" y="128"/>
                </a:cubicBezTo>
                <a:cubicBezTo>
                  <a:pt x="168" y="132"/>
                  <a:pt x="164" y="136"/>
                  <a:pt x="160" y="136"/>
                </a:cubicBezTo>
                <a:cubicBezTo>
                  <a:pt x="16" y="136"/>
                  <a:pt x="16" y="136"/>
                  <a:pt x="16" y="136"/>
                </a:cubicBezTo>
                <a:cubicBezTo>
                  <a:pt x="12" y="136"/>
                  <a:pt x="8" y="132"/>
                  <a:pt x="8" y="128"/>
                </a:cubicBezTo>
                <a:cubicBezTo>
                  <a:pt x="8" y="104"/>
                  <a:pt x="8" y="104"/>
                  <a:pt x="8" y="104"/>
                </a:cubicBezTo>
                <a:cubicBezTo>
                  <a:pt x="46" y="104"/>
                  <a:pt x="46" y="104"/>
                  <a:pt x="46" y="104"/>
                </a:cubicBezTo>
                <a:cubicBezTo>
                  <a:pt x="45" y="101"/>
                  <a:pt x="44" y="99"/>
                  <a:pt x="43" y="96"/>
                </a:cubicBezTo>
                <a:cubicBezTo>
                  <a:pt x="8" y="96"/>
                  <a:pt x="8" y="96"/>
                  <a:pt x="8" y="96"/>
                </a:cubicBezTo>
                <a:cubicBezTo>
                  <a:pt x="8" y="32"/>
                  <a:pt x="8" y="32"/>
                  <a:pt x="8" y="32"/>
                </a:cubicBezTo>
                <a:cubicBezTo>
                  <a:pt x="8" y="28"/>
                  <a:pt x="12" y="24"/>
                  <a:pt x="16" y="24"/>
                </a:cubicBezTo>
                <a:cubicBezTo>
                  <a:pt x="32" y="24"/>
                  <a:pt x="32" y="24"/>
                  <a:pt x="32" y="24"/>
                </a:cubicBezTo>
                <a:cubicBezTo>
                  <a:pt x="48" y="24"/>
                  <a:pt x="48" y="8"/>
                  <a:pt x="60" y="8"/>
                </a:cubicBezTo>
                <a:cubicBezTo>
                  <a:pt x="88" y="8"/>
                  <a:pt x="88" y="8"/>
                  <a:pt x="88" y="8"/>
                </a:cubicBezTo>
                <a:cubicBezTo>
                  <a:pt x="116" y="8"/>
                  <a:pt x="116" y="8"/>
                  <a:pt x="116" y="8"/>
                </a:cubicBezTo>
                <a:cubicBezTo>
                  <a:pt x="128" y="8"/>
                  <a:pt x="128" y="24"/>
                  <a:pt x="144" y="24"/>
                </a:cubicBezTo>
                <a:cubicBezTo>
                  <a:pt x="160" y="24"/>
                  <a:pt x="160" y="24"/>
                  <a:pt x="160" y="24"/>
                </a:cubicBezTo>
                <a:cubicBezTo>
                  <a:pt x="164" y="24"/>
                  <a:pt x="168" y="28"/>
                  <a:pt x="168" y="32"/>
                </a:cubicBezTo>
                <a:lnTo>
                  <a:pt x="168" y="96"/>
                </a:lnTo>
                <a:close/>
              </a:path>
            </a:pathLst>
          </a:custGeom>
          <a:solidFill>
            <a:srgbClr val="3298FD"/>
          </a:solidFill>
          <a:ln w="0">
            <a:noFill/>
            <a:prstDash val="solid"/>
            <a:round/>
          </a:ln>
        </p:spPr>
        <p:txBody>
          <a:bodyPr vert="horz" wrap="square" lIns="91440" tIns="45720" rIns="91440" bIns="45720" numCol="1" anchor="t" anchorCtr="0" compatLnSpc="1"/>
          <a:lstStyle/>
          <a:p>
            <a:endParaRPr lang="en-US">
              <a:solidFill>
                <a:srgbClr val="234463"/>
              </a:solidFill>
              <a:latin typeface="Arial" panose="020B0604020202020204" pitchFamily="34" charset="0"/>
              <a:ea typeface="微软雅黑" panose="020B0503020204020204" pitchFamily="34" charset="-122"/>
              <a:cs typeface="+mn-ea"/>
            </a:endParaRPr>
          </a:p>
        </p:txBody>
      </p:sp>
      <p:sp>
        <p:nvSpPr>
          <p:cNvPr id="42" name="TextBox 5"/>
          <p:cNvSpPr txBox="1"/>
          <p:nvPr>
            <p:custDataLst>
              <p:tags r:id="rId2"/>
            </p:custDataLst>
          </p:nvPr>
        </p:nvSpPr>
        <p:spPr>
          <a:xfrm>
            <a:off x="1082601" y="3303242"/>
            <a:ext cx="1773937" cy="386080"/>
          </a:xfrm>
          <a:prstGeom prst="rect">
            <a:avLst/>
          </a:prstGeom>
          <a:noFill/>
          <a:ln>
            <a:noFill/>
          </a:ln>
        </p:spPr>
        <p:txBody>
          <a:bodyPr wrap="square" rtlCol="0">
            <a:spAutoFit/>
          </a:bodyPr>
          <a:lstStyle/>
          <a:p>
            <a:pPr algn="ctr" defTabSz="1216660">
              <a:lnSpc>
                <a:spcPct val="120000"/>
              </a:lnSpc>
              <a:spcBef>
                <a:spcPct val="20000"/>
              </a:spcBef>
              <a:defRPr/>
            </a:pP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下载视频</a:t>
            </a:r>
            <a:endParaRPr lang="en-US" altLang="zh-CN"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3" name="TextBox 14"/>
          <p:cNvSpPr txBox="1"/>
          <p:nvPr>
            <p:custDataLst>
              <p:tags r:id="rId3"/>
            </p:custDataLst>
          </p:nvPr>
        </p:nvSpPr>
        <p:spPr>
          <a:xfrm>
            <a:off x="836930" y="3689350"/>
            <a:ext cx="2480945" cy="1085850"/>
          </a:xfrm>
          <a:prstGeom prst="rect">
            <a:avLst/>
          </a:prstGeom>
          <a:noFill/>
        </p:spPr>
        <p:txBody>
          <a:bodyPr wrap="square" rtlCol="0">
            <a:spAutoFit/>
          </a:bodyPr>
          <a:lstStyle/>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①唧唧</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down</a:t>
            </a:r>
            <a:endPar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②</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Ocam&amp;OBS</a:t>
            </a: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录屏</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③</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QQ</a:t>
            </a: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群、贴吧、评论区</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a:t>
            </a:r>
            <a:endPar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④免费开源网站</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4" name="Freeform 66"/>
          <p:cNvSpPr>
            <a:spLocks noEditPoints="1"/>
          </p:cNvSpPr>
          <p:nvPr>
            <p:custDataLst>
              <p:tags r:id="rId4"/>
            </p:custDataLst>
          </p:nvPr>
        </p:nvSpPr>
        <p:spPr bwMode="auto">
          <a:xfrm>
            <a:off x="3669529" y="2529290"/>
            <a:ext cx="731520" cy="603504"/>
          </a:xfrm>
          <a:custGeom>
            <a:avLst/>
            <a:gdLst>
              <a:gd name="T0" fmla="*/ 39 w 176"/>
              <a:gd name="T1" fmla="*/ 119 h 176"/>
              <a:gd name="T2" fmla="*/ 43 w 176"/>
              <a:gd name="T3" fmla="*/ 115 h 176"/>
              <a:gd name="T4" fmla="*/ 44 w 176"/>
              <a:gd name="T5" fmla="*/ 112 h 176"/>
              <a:gd name="T6" fmla="*/ 40 w 176"/>
              <a:gd name="T7" fmla="*/ 108 h 176"/>
              <a:gd name="T8" fmla="*/ 37 w 176"/>
              <a:gd name="T9" fmla="*/ 109 h 176"/>
              <a:gd name="T10" fmla="*/ 33 w 176"/>
              <a:gd name="T11" fmla="*/ 113 h 176"/>
              <a:gd name="T12" fmla="*/ 32 w 176"/>
              <a:gd name="T13" fmla="*/ 116 h 176"/>
              <a:gd name="T14" fmla="*/ 36 w 176"/>
              <a:gd name="T15" fmla="*/ 120 h 176"/>
              <a:gd name="T16" fmla="*/ 39 w 176"/>
              <a:gd name="T17" fmla="*/ 119 h 176"/>
              <a:gd name="T18" fmla="*/ 64 w 176"/>
              <a:gd name="T19" fmla="*/ 116 h 176"/>
              <a:gd name="T20" fmla="*/ 60 w 176"/>
              <a:gd name="T21" fmla="*/ 112 h 176"/>
              <a:gd name="T22" fmla="*/ 57 w 176"/>
              <a:gd name="T23" fmla="*/ 113 h 176"/>
              <a:gd name="T24" fmla="*/ 17 w 176"/>
              <a:gd name="T25" fmla="*/ 153 h 176"/>
              <a:gd name="T26" fmla="*/ 16 w 176"/>
              <a:gd name="T27" fmla="*/ 156 h 176"/>
              <a:gd name="T28" fmla="*/ 20 w 176"/>
              <a:gd name="T29" fmla="*/ 160 h 176"/>
              <a:gd name="T30" fmla="*/ 23 w 176"/>
              <a:gd name="T31" fmla="*/ 159 h 176"/>
              <a:gd name="T32" fmla="*/ 63 w 176"/>
              <a:gd name="T33" fmla="*/ 119 h 176"/>
              <a:gd name="T34" fmla="*/ 64 w 176"/>
              <a:gd name="T35" fmla="*/ 116 h 176"/>
              <a:gd name="T36" fmla="*/ 64 w 176"/>
              <a:gd name="T37" fmla="*/ 132 h 176"/>
              <a:gd name="T38" fmla="*/ 61 w 176"/>
              <a:gd name="T39" fmla="*/ 133 h 176"/>
              <a:gd name="T40" fmla="*/ 49 w 176"/>
              <a:gd name="T41" fmla="*/ 145 h 176"/>
              <a:gd name="T42" fmla="*/ 48 w 176"/>
              <a:gd name="T43" fmla="*/ 148 h 176"/>
              <a:gd name="T44" fmla="*/ 52 w 176"/>
              <a:gd name="T45" fmla="*/ 152 h 176"/>
              <a:gd name="T46" fmla="*/ 55 w 176"/>
              <a:gd name="T47" fmla="*/ 151 h 176"/>
              <a:gd name="T48" fmla="*/ 67 w 176"/>
              <a:gd name="T49" fmla="*/ 139 h 176"/>
              <a:gd name="T50" fmla="*/ 68 w 176"/>
              <a:gd name="T51" fmla="*/ 136 h 176"/>
              <a:gd name="T52" fmla="*/ 64 w 176"/>
              <a:gd name="T53" fmla="*/ 132 h 176"/>
              <a:gd name="T54" fmla="*/ 176 w 176"/>
              <a:gd name="T55" fmla="*/ 4 h 176"/>
              <a:gd name="T56" fmla="*/ 172 w 176"/>
              <a:gd name="T57" fmla="*/ 0 h 176"/>
              <a:gd name="T58" fmla="*/ 170 w 176"/>
              <a:gd name="T59" fmla="*/ 0 h 176"/>
              <a:gd name="T60" fmla="*/ 170 w 176"/>
              <a:gd name="T61" fmla="*/ 0 h 176"/>
              <a:gd name="T62" fmla="*/ 2 w 176"/>
              <a:gd name="T63" fmla="*/ 72 h 176"/>
              <a:gd name="T64" fmla="*/ 2 w 176"/>
              <a:gd name="T65" fmla="*/ 72 h 176"/>
              <a:gd name="T66" fmla="*/ 2 w 176"/>
              <a:gd name="T67" fmla="*/ 72 h 176"/>
              <a:gd name="T68" fmla="*/ 2 w 176"/>
              <a:gd name="T69" fmla="*/ 72 h 176"/>
              <a:gd name="T70" fmla="*/ 0 w 176"/>
              <a:gd name="T71" fmla="*/ 76 h 176"/>
              <a:gd name="T72" fmla="*/ 3 w 176"/>
              <a:gd name="T73" fmla="*/ 80 h 176"/>
              <a:gd name="T74" fmla="*/ 3 w 176"/>
              <a:gd name="T75" fmla="*/ 80 h 176"/>
              <a:gd name="T76" fmla="*/ 69 w 176"/>
              <a:gd name="T77" fmla="*/ 107 h 176"/>
              <a:gd name="T78" fmla="*/ 96 w 176"/>
              <a:gd name="T79" fmla="*/ 173 h 176"/>
              <a:gd name="T80" fmla="*/ 96 w 176"/>
              <a:gd name="T81" fmla="*/ 173 h 176"/>
              <a:gd name="T82" fmla="*/ 100 w 176"/>
              <a:gd name="T83" fmla="*/ 176 h 176"/>
              <a:gd name="T84" fmla="*/ 104 w 176"/>
              <a:gd name="T85" fmla="*/ 174 h 176"/>
              <a:gd name="T86" fmla="*/ 104 w 176"/>
              <a:gd name="T87" fmla="*/ 174 h 176"/>
              <a:gd name="T88" fmla="*/ 104 w 176"/>
              <a:gd name="T89" fmla="*/ 174 h 176"/>
              <a:gd name="T90" fmla="*/ 104 w 176"/>
              <a:gd name="T91" fmla="*/ 174 h 176"/>
              <a:gd name="T92" fmla="*/ 176 w 176"/>
              <a:gd name="T93" fmla="*/ 6 h 176"/>
              <a:gd name="T94" fmla="*/ 176 w 176"/>
              <a:gd name="T95" fmla="*/ 6 h 176"/>
              <a:gd name="T96" fmla="*/ 176 w 176"/>
              <a:gd name="T97" fmla="*/ 4 h 176"/>
              <a:gd name="T98" fmla="*/ 14 w 176"/>
              <a:gd name="T99" fmla="*/ 76 h 176"/>
              <a:gd name="T100" fmla="*/ 154 w 176"/>
              <a:gd name="T101" fmla="*/ 16 h 176"/>
              <a:gd name="T102" fmla="*/ 71 w 176"/>
              <a:gd name="T103" fmla="*/ 99 h 176"/>
              <a:gd name="T104" fmla="*/ 14 w 176"/>
              <a:gd name="T105" fmla="*/ 76 h 176"/>
              <a:gd name="T106" fmla="*/ 100 w 176"/>
              <a:gd name="T107" fmla="*/ 162 h 176"/>
              <a:gd name="T108" fmla="*/ 77 w 176"/>
              <a:gd name="T109" fmla="*/ 105 h 176"/>
              <a:gd name="T110" fmla="*/ 160 w 176"/>
              <a:gd name="T111" fmla="*/ 22 h 176"/>
              <a:gd name="T112" fmla="*/ 100 w 176"/>
              <a:gd name="T113" fmla="*/ 16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76" h="176">
                <a:moveTo>
                  <a:pt x="39" y="119"/>
                </a:moveTo>
                <a:cubicBezTo>
                  <a:pt x="43" y="115"/>
                  <a:pt x="43" y="115"/>
                  <a:pt x="43" y="115"/>
                </a:cubicBezTo>
                <a:cubicBezTo>
                  <a:pt x="44" y="114"/>
                  <a:pt x="44" y="113"/>
                  <a:pt x="44" y="112"/>
                </a:cubicBezTo>
                <a:cubicBezTo>
                  <a:pt x="44" y="110"/>
                  <a:pt x="42" y="108"/>
                  <a:pt x="40" y="108"/>
                </a:cubicBezTo>
                <a:cubicBezTo>
                  <a:pt x="39" y="108"/>
                  <a:pt x="38" y="108"/>
                  <a:pt x="37" y="109"/>
                </a:cubicBezTo>
                <a:cubicBezTo>
                  <a:pt x="33" y="113"/>
                  <a:pt x="33" y="113"/>
                  <a:pt x="33" y="113"/>
                </a:cubicBezTo>
                <a:cubicBezTo>
                  <a:pt x="32" y="114"/>
                  <a:pt x="32" y="115"/>
                  <a:pt x="32" y="116"/>
                </a:cubicBezTo>
                <a:cubicBezTo>
                  <a:pt x="32" y="118"/>
                  <a:pt x="34" y="120"/>
                  <a:pt x="36" y="120"/>
                </a:cubicBezTo>
                <a:cubicBezTo>
                  <a:pt x="37" y="120"/>
                  <a:pt x="38" y="120"/>
                  <a:pt x="39" y="119"/>
                </a:cubicBezTo>
                <a:moveTo>
                  <a:pt x="64" y="116"/>
                </a:moveTo>
                <a:cubicBezTo>
                  <a:pt x="64" y="114"/>
                  <a:pt x="62" y="112"/>
                  <a:pt x="60" y="112"/>
                </a:cubicBezTo>
                <a:cubicBezTo>
                  <a:pt x="59" y="112"/>
                  <a:pt x="58" y="112"/>
                  <a:pt x="57" y="113"/>
                </a:cubicBezTo>
                <a:cubicBezTo>
                  <a:pt x="17" y="153"/>
                  <a:pt x="17" y="153"/>
                  <a:pt x="17" y="153"/>
                </a:cubicBezTo>
                <a:cubicBezTo>
                  <a:pt x="16" y="154"/>
                  <a:pt x="16" y="155"/>
                  <a:pt x="16" y="156"/>
                </a:cubicBezTo>
                <a:cubicBezTo>
                  <a:pt x="16" y="158"/>
                  <a:pt x="18" y="160"/>
                  <a:pt x="20" y="160"/>
                </a:cubicBezTo>
                <a:cubicBezTo>
                  <a:pt x="21" y="160"/>
                  <a:pt x="22" y="160"/>
                  <a:pt x="23" y="159"/>
                </a:cubicBezTo>
                <a:cubicBezTo>
                  <a:pt x="63" y="119"/>
                  <a:pt x="63" y="119"/>
                  <a:pt x="63" y="119"/>
                </a:cubicBezTo>
                <a:cubicBezTo>
                  <a:pt x="64" y="118"/>
                  <a:pt x="64" y="117"/>
                  <a:pt x="64" y="116"/>
                </a:cubicBezTo>
                <a:moveTo>
                  <a:pt x="64" y="132"/>
                </a:moveTo>
                <a:cubicBezTo>
                  <a:pt x="63" y="132"/>
                  <a:pt x="62" y="132"/>
                  <a:pt x="61" y="133"/>
                </a:cubicBezTo>
                <a:cubicBezTo>
                  <a:pt x="49" y="145"/>
                  <a:pt x="49" y="145"/>
                  <a:pt x="49" y="145"/>
                </a:cubicBezTo>
                <a:cubicBezTo>
                  <a:pt x="48" y="146"/>
                  <a:pt x="48" y="147"/>
                  <a:pt x="48" y="148"/>
                </a:cubicBezTo>
                <a:cubicBezTo>
                  <a:pt x="48" y="150"/>
                  <a:pt x="50" y="152"/>
                  <a:pt x="52" y="152"/>
                </a:cubicBezTo>
                <a:cubicBezTo>
                  <a:pt x="53" y="152"/>
                  <a:pt x="54" y="152"/>
                  <a:pt x="55" y="151"/>
                </a:cubicBezTo>
                <a:cubicBezTo>
                  <a:pt x="67" y="139"/>
                  <a:pt x="67" y="139"/>
                  <a:pt x="67" y="139"/>
                </a:cubicBezTo>
                <a:cubicBezTo>
                  <a:pt x="68" y="138"/>
                  <a:pt x="68" y="137"/>
                  <a:pt x="68" y="136"/>
                </a:cubicBezTo>
                <a:cubicBezTo>
                  <a:pt x="68" y="134"/>
                  <a:pt x="66" y="132"/>
                  <a:pt x="64" y="132"/>
                </a:cubicBezTo>
                <a:moveTo>
                  <a:pt x="176" y="4"/>
                </a:moveTo>
                <a:cubicBezTo>
                  <a:pt x="176" y="2"/>
                  <a:pt x="174" y="0"/>
                  <a:pt x="172" y="0"/>
                </a:cubicBezTo>
                <a:cubicBezTo>
                  <a:pt x="171" y="0"/>
                  <a:pt x="171" y="0"/>
                  <a:pt x="170" y="0"/>
                </a:cubicBezTo>
                <a:cubicBezTo>
                  <a:pt x="170" y="0"/>
                  <a:pt x="170" y="0"/>
                  <a:pt x="170" y="0"/>
                </a:cubicBezTo>
                <a:cubicBezTo>
                  <a:pt x="2" y="72"/>
                  <a:pt x="2" y="72"/>
                  <a:pt x="2" y="72"/>
                </a:cubicBezTo>
                <a:cubicBezTo>
                  <a:pt x="2" y="72"/>
                  <a:pt x="2" y="72"/>
                  <a:pt x="2" y="72"/>
                </a:cubicBezTo>
                <a:cubicBezTo>
                  <a:pt x="2" y="72"/>
                  <a:pt x="2" y="72"/>
                  <a:pt x="2" y="72"/>
                </a:cubicBezTo>
                <a:cubicBezTo>
                  <a:pt x="2" y="72"/>
                  <a:pt x="2" y="72"/>
                  <a:pt x="2" y="72"/>
                </a:cubicBezTo>
                <a:cubicBezTo>
                  <a:pt x="1" y="73"/>
                  <a:pt x="0" y="74"/>
                  <a:pt x="0" y="76"/>
                </a:cubicBezTo>
                <a:cubicBezTo>
                  <a:pt x="0" y="78"/>
                  <a:pt x="1" y="79"/>
                  <a:pt x="3" y="80"/>
                </a:cubicBezTo>
                <a:cubicBezTo>
                  <a:pt x="3" y="80"/>
                  <a:pt x="3" y="80"/>
                  <a:pt x="3" y="80"/>
                </a:cubicBezTo>
                <a:cubicBezTo>
                  <a:pt x="69" y="107"/>
                  <a:pt x="69" y="107"/>
                  <a:pt x="69" y="107"/>
                </a:cubicBezTo>
                <a:cubicBezTo>
                  <a:pt x="96" y="173"/>
                  <a:pt x="96" y="173"/>
                  <a:pt x="96" y="173"/>
                </a:cubicBezTo>
                <a:cubicBezTo>
                  <a:pt x="96" y="173"/>
                  <a:pt x="96" y="173"/>
                  <a:pt x="96" y="173"/>
                </a:cubicBezTo>
                <a:cubicBezTo>
                  <a:pt x="97" y="175"/>
                  <a:pt x="98" y="176"/>
                  <a:pt x="100" y="176"/>
                </a:cubicBezTo>
                <a:cubicBezTo>
                  <a:pt x="102" y="176"/>
                  <a:pt x="103" y="175"/>
                  <a:pt x="104" y="174"/>
                </a:cubicBezTo>
                <a:cubicBezTo>
                  <a:pt x="104" y="174"/>
                  <a:pt x="104" y="174"/>
                  <a:pt x="104" y="174"/>
                </a:cubicBezTo>
                <a:cubicBezTo>
                  <a:pt x="104" y="174"/>
                  <a:pt x="104" y="174"/>
                  <a:pt x="104" y="174"/>
                </a:cubicBezTo>
                <a:cubicBezTo>
                  <a:pt x="104" y="174"/>
                  <a:pt x="104" y="174"/>
                  <a:pt x="104" y="174"/>
                </a:cubicBezTo>
                <a:cubicBezTo>
                  <a:pt x="176" y="6"/>
                  <a:pt x="176" y="6"/>
                  <a:pt x="176" y="6"/>
                </a:cubicBezTo>
                <a:cubicBezTo>
                  <a:pt x="176" y="6"/>
                  <a:pt x="176" y="6"/>
                  <a:pt x="176" y="6"/>
                </a:cubicBezTo>
                <a:cubicBezTo>
                  <a:pt x="176" y="5"/>
                  <a:pt x="176" y="5"/>
                  <a:pt x="176" y="4"/>
                </a:cubicBezTo>
                <a:moveTo>
                  <a:pt x="14" y="76"/>
                </a:moveTo>
                <a:cubicBezTo>
                  <a:pt x="154" y="16"/>
                  <a:pt x="154" y="16"/>
                  <a:pt x="154" y="16"/>
                </a:cubicBezTo>
                <a:cubicBezTo>
                  <a:pt x="71" y="99"/>
                  <a:pt x="71" y="99"/>
                  <a:pt x="71" y="99"/>
                </a:cubicBezTo>
                <a:lnTo>
                  <a:pt x="14" y="76"/>
                </a:lnTo>
                <a:close/>
                <a:moveTo>
                  <a:pt x="100" y="162"/>
                </a:moveTo>
                <a:cubicBezTo>
                  <a:pt x="77" y="105"/>
                  <a:pt x="77" y="105"/>
                  <a:pt x="77" y="105"/>
                </a:cubicBezTo>
                <a:cubicBezTo>
                  <a:pt x="160" y="22"/>
                  <a:pt x="160" y="22"/>
                  <a:pt x="160" y="22"/>
                </a:cubicBezTo>
                <a:lnTo>
                  <a:pt x="100" y="162"/>
                </a:lnTo>
                <a:close/>
              </a:path>
            </a:pathLst>
          </a:custGeom>
          <a:solidFill>
            <a:srgbClr val="234463"/>
          </a:solidFill>
          <a:ln>
            <a:noFill/>
          </a:ln>
        </p:spPr>
        <p:txBody>
          <a:bodyPr lIns="0" tIns="0" rIns="0" bIns="0"/>
          <a:lstStyle/>
          <a:p>
            <a:endParaRPr lang="en-US">
              <a:solidFill>
                <a:srgbClr val="6EA060"/>
              </a:solidFill>
            </a:endParaRPr>
          </a:p>
        </p:txBody>
      </p:sp>
      <p:sp>
        <p:nvSpPr>
          <p:cNvPr id="45" name="TextBox 7"/>
          <p:cNvSpPr txBox="1"/>
          <p:nvPr>
            <p:custDataLst>
              <p:tags r:id="rId5"/>
            </p:custDataLst>
          </p:nvPr>
        </p:nvSpPr>
        <p:spPr>
          <a:xfrm>
            <a:off x="3148321" y="3303242"/>
            <a:ext cx="1773937" cy="386080"/>
          </a:xfrm>
          <a:prstGeom prst="rect">
            <a:avLst/>
          </a:prstGeom>
          <a:noFill/>
          <a:ln>
            <a:noFill/>
          </a:ln>
        </p:spPr>
        <p:txBody>
          <a:bodyPr wrap="square" rtlCol="0">
            <a:spAutoFit/>
          </a:bodyPr>
          <a:lstStyle/>
          <a:p>
            <a:pPr algn="ctr" defTabSz="1216660">
              <a:lnSpc>
                <a:spcPct val="120000"/>
              </a:lnSpc>
              <a:spcBef>
                <a:spcPct val="20000"/>
              </a:spcBef>
              <a:defRPr/>
            </a:pP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添加图片</a:t>
            </a:r>
            <a:endPar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6" name="TextBox 15"/>
          <p:cNvSpPr txBox="1"/>
          <p:nvPr>
            <p:custDataLst>
              <p:tags r:id="rId6"/>
            </p:custDataLst>
          </p:nvPr>
        </p:nvSpPr>
        <p:spPr>
          <a:xfrm>
            <a:off x="3272155" y="3641725"/>
            <a:ext cx="2334895" cy="1859280"/>
          </a:xfrm>
          <a:prstGeom prst="rect">
            <a:avLst/>
          </a:prstGeom>
          <a:noFill/>
        </p:spPr>
        <p:txBody>
          <a:bodyPr wrap="square" rtlCol="0">
            <a:spAutoFit/>
          </a:bodyPr>
          <a:lstStyle/>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①</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QQ&amp;</a:t>
            </a: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微信截图法</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②</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F12</a:t>
            </a: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大法</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③</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QQ</a:t>
            </a: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群、贴吧、评论区</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④</a:t>
            </a: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免费开源网站</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⑤</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AI</a:t>
            </a: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生成</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⑥自己做</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l" defTabSz="1216660">
              <a:lnSpc>
                <a:spcPct val="120000"/>
              </a:lnSpc>
              <a:spcBef>
                <a:spcPct val="20000"/>
              </a:spcBef>
              <a:defRPr/>
            </a:pP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7" name="Freeform 30"/>
          <p:cNvSpPr>
            <a:spLocks noEditPoints="1"/>
          </p:cNvSpPr>
          <p:nvPr>
            <p:custDataLst>
              <p:tags r:id="rId7"/>
            </p:custDataLst>
          </p:nvPr>
        </p:nvSpPr>
        <p:spPr bwMode="auto">
          <a:xfrm>
            <a:off x="5757086" y="2452888"/>
            <a:ext cx="679906" cy="679906"/>
          </a:xfrm>
          <a:custGeom>
            <a:avLst/>
            <a:gdLst>
              <a:gd name="T0" fmla="*/ 144 w 176"/>
              <a:gd name="T1" fmla="*/ 0 h 176"/>
              <a:gd name="T2" fmla="*/ 121 w 176"/>
              <a:gd name="T3" fmla="*/ 9 h 176"/>
              <a:gd name="T4" fmla="*/ 13 w 176"/>
              <a:gd name="T5" fmla="*/ 117 h 176"/>
              <a:gd name="T6" fmla="*/ 0 w 176"/>
              <a:gd name="T7" fmla="*/ 176 h 176"/>
              <a:gd name="T8" fmla="*/ 59 w 176"/>
              <a:gd name="T9" fmla="*/ 163 h 176"/>
              <a:gd name="T10" fmla="*/ 167 w 176"/>
              <a:gd name="T11" fmla="*/ 55 h 176"/>
              <a:gd name="T12" fmla="*/ 176 w 176"/>
              <a:gd name="T13" fmla="*/ 32 h 176"/>
              <a:gd name="T14" fmla="*/ 144 w 176"/>
              <a:gd name="T15" fmla="*/ 0 h 176"/>
              <a:gd name="T16" fmla="*/ 52 w 176"/>
              <a:gd name="T17" fmla="*/ 155 h 176"/>
              <a:gd name="T18" fmla="*/ 24 w 176"/>
              <a:gd name="T19" fmla="*/ 162 h 176"/>
              <a:gd name="T20" fmla="*/ 24 w 176"/>
              <a:gd name="T21" fmla="*/ 152 h 176"/>
              <a:gd name="T22" fmla="*/ 14 w 176"/>
              <a:gd name="T23" fmla="*/ 152 h 176"/>
              <a:gd name="T24" fmla="*/ 21 w 176"/>
              <a:gd name="T25" fmla="*/ 124 h 176"/>
              <a:gd name="T26" fmla="*/ 52 w 176"/>
              <a:gd name="T27" fmla="*/ 124 h 176"/>
              <a:gd name="T28" fmla="*/ 52 w 176"/>
              <a:gd name="T29" fmla="*/ 155 h 176"/>
              <a:gd name="T30" fmla="*/ 60 w 176"/>
              <a:gd name="T31" fmla="*/ 150 h 176"/>
              <a:gd name="T32" fmla="*/ 60 w 176"/>
              <a:gd name="T33" fmla="*/ 120 h 176"/>
              <a:gd name="T34" fmla="*/ 56 w 176"/>
              <a:gd name="T35" fmla="*/ 116 h 176"/>
              <a:gd name="T36" fmla="*/ 26 w 176"/>
              <a:gd name="T37" fmla="*/ 116 h 176"/>
              <a:gd name="T38" fmla="*/ 112 w 176"/>
              <a:gd name="T39" fmla="*/ 30 h 176"/>
              <a:gd name="T40" fmla="*/ 146 w 176"/>
              <a:gd name="T41" fmla="*/ 64 h 176"/>
              <a:gd name="T42" fmla="*/ 60 w 176"/>
              <a:gd name="T43" fmla="*/ 150 h 176"/>
              <a:gd name="T44" fmla="*/ 161 w 176"/>
              <a:gd name="T45" fmla="*/ 49 h 176"/>
              <a:gd name="T46" fmla="*/ 152 w 176"/>
              <a:gd name="T47" fmla="*/ 58 h 176"/>
              <a:gd name="T48" fmla="*/ 118 w 176"/>
              <a:gd name="T49" fmla="*/ 24 h 176"/>
              <a:gd name="T50" fmla="*/ 127 w 176"/>
              <a:gd name="T51" fmla="*/ 15 h 176"/>
              <a:gd name="T52" fmla="*/ 144 w 176"/>
              <a:gd name="T53" fmla="*/ 8 h 176"/>
              <a:gd name="T54" fmla="*/ 168 w 176"/>
              <a:gd name="T55" fmla="*/ 32 h 176"/>
              <a:gd name="T56" fmla="*/ 161 w 176"/>
              <a:gd name="T57" fmla="*/ 4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76" h="176">
                <a:moveTo>
                  <a:pt x="144" y="0"/>
                </a:moveTo>
                <a:cubicBezTo>
                  <a:pt x="135" y="0"/>
                  <a:pt x="127" y="4"/>
                  <a:pt x="121" y="9"/>
                </a:cubicBezTo>
                <a:cubicBezTo>
                  <a:pt x="13" y="117"/>
                  <a:pt x="13" y="117"/>
                  <a:pt x="13" y="117"/>
                </a:cubicBezTo>
                <a:cubicBezTo>
                  <a:pt x="0" y="176"/>
                  <a:pt x="0" y="176"/>
                  <a:pt x="0" y="176"/>
                </a:cubicBezTo>
                <a:cubicBezTo>
                  <a:pt x="59" y="163"/>
                  <a:pt x="59" y="163"/>
                  <a:pt x="59" y="163"/>
                </a:cubicBezTo>
                <a:cubicBezTo>
                  <a:pt x="167" y="55"/>
                  <a:pt x="167" y="55"/>
                  <a:pt x="167" y="55"/>
                </a:cubicBezTo>
                <a:cubicBezTo>
                  <a:pt x="172" y="49"/>
                  <a:pt x="176" y="41"/>
                  <a:pt x="176" y="32"/>
                </a:cubicBezTo>
                <a:cubicBezTo>
                  <a:pt x="176" y="14"/>
                  <a:pt x="162" y="0"/>
                  <a:pt x="144" y="0"/>
                </a:cubicBezTo>
                <a:moveTo>
                  <a:pt x="52" y="155"/>
                </a:moveTo>
                <a:cubicBezTo>
                  <a:pt x="24" y="162"/>
                  <a:pt x="24" y="162"/>
                  <a:pt x="24" y="162"/>
                </a:cubicBezTo>
                <a:cubicBezTo>
                  <a:pt x="24" y="152"/>
                  <a:pt x="24" y="152"/>
                  <a:pt x="24" y="152"/>
                </a:cubicBezTo>
                <a:cubicBezTo>
                  <a:pt x="14" y="152"/>
                  <a:pt x="14" y="152"/>
                  <a:pt x="14" y="152"/>
                </a:cubicBezTo>
                <a:cubicBezTo>
                  <a:pt x="21" y="124"/>
                  <a:pt x="21" y="124"/>
                  <a:pt x="21" y="124"/>
                </a:cubicBezTo>
                <a:cubicBezTo>
                  <a:pt x="52" y="124"/>
                  <a:pt x="52" y="124"/>
                  <a:pt x="52" y="124"/>
                </a:cubicBezTo>
                <a:lnTo>
                  <a:pt x="52" y="155"/>
                </a:lnTo>
                <a:close/>
                <a:moveTo>
                  <a:pt x="60" y="150"/>
                </a:moveTo>
                <a:cubicBezTo>
                  <a:pt x="60" y="120"/>
                  <a:pt x="60" y="120"/>
                  <a:pt x="60" y="120"/>
                </a:cubicBezTo>
                <a:cubicBezTo>
                  <a:pt x="60" y="118"/>
                  <a:pt x="58" y="116"/>
                  <a:pt x="56" y="116"/>
                </a:cubicBezTo>
                <a:cubicBezTo>
                  <a:pt x="26" y="116"/>
                  <a:pt x="26" y="116"/>
                  <a:pt x="26" y="116"/>
                </a:cubicBezTo>
                <a:cubicBezTo>
                  <a:pt x="112" y="30"/>
                  <a:pt x="112" y="30"/>
                  <a:pt x="112" y="30"/>
                </a:cubicBezTo>
                <a:cubicBezTo>
                  <a:pt x="146" y="64"/>
                  <a:pt x="146" y="64"/>
                  <a:pt x="146" y="64"/>
                </a:cubicBezTo>
                <a:lnTo>
                  <a:pt x="60" y="150"/>
                </a:lnTo>
                <a:close/>
                <a:moveTo>
                  <a:pt x="161" y="49"/>
                </a:moveTo>
                <a:cubicBezTo>
                  <a:pt x="152" y="58"/>
                  <a:pt x="152" y="58"/>
                  <a:pt x="152" y="58"/>
                </a:cubicBezTo>
                <a:cubicBezTo>
                  <a:pt x="118" y="24"/>
                  <a:pt x="118" y="24"/>
                  <a:pt x="118" y="24"/>
                </a:cubicBezTo>
                <a:cubicBezTo>
                  <a:pt x="127" y="15"/>
                  <a:pt x="127" y="15"/>
                  <a:pt x="127" y="15"/>
                </a:cubicBezTo>
                <a:cubicBezTo>
                  <a:pt x="127" y="15"/>
                  <a:pt x="134" y="8"/>
                  <a:pt x="144" y="8"/>
                </a:cubicBezTo>
                <a:cubicBezTo>
                  <a:pt x="157" y="8"/>
                  <a:pt x="168" y="19"/>
                  <a:pt x="168" y="32"/>
                </a:cubicBezTo>
                <a:cubicBezTo>
                  <a:pt x="168" y="39"/>
                  <a:pt x="165" y="45"/>
                  <a:pt x="161" y="49"/>
                </a:cubicBezTo>
              </a:path>
            </a:pathLst>
          </a:custGeom>
          <a:solidFill>
            <a:srgbClr val="3298FD"/>
          </a:solidFill>
          <a:ln w="0">
            <a:noFill/>
            <a:prstDash val="solid"/>
            <a:round/>
          </a:ln>
        </p:spPr>
        <p:txBody>
          <a:bodyPr vert="horz" wrap="square" lIns="91440" tIns="45720" rIns="91440" bIns="45720" numCol="1" anchor="t" anchorCtr="0" compatLnSpc="1"/>
          <a:lstStyle/>
          <a:p>
            <a:endParaRPr lang="en-US">
              <a:solidFill>
                <a:srgbClr val="234463"/>
              </a:solidFill>
              <a:latin typeface="Arial" panose="020B0604020202020204" pitchFamily="34" charset="0"/>
              <a:ea typeface="微软雅黑" panose="020B0503020204020204" pitchFamily="34" charset="-122"/>
              <a:cs typeface="+mn-ea"/>
            </a:endParaRPr>
          </a:p>
        </p:txBody>
      </p:sp>
      <p:sp>
        <p:nvSpPr>
          <p:cNvPr id="48" name="TextBox 9"/>
          <p:cNvSpPr txBox="1"/>
          <p:nvPr>
            <p:custDataLst>
              <p:tags r:id="rId8"/>
            </p:custDataLst>
          </p:nvPr>
        </p:nvSpPr>
        <p:spPr>
          <a:xfrm>
            <a:off x="5205779" y="3303242"/>
            <a:ext cx="1773937" cy="386080"/>
          </a:xfrm>
          <a:prstGeom prst="rect">
            <a:avLst/>
          </a:prstGeom>
          <a:noFill/>
          <a:ln>
            <a:noFill/>
          </a:ln>
        </p:spPr>
        <p:txBody>
          <a:bodyPr wrap="square" rtlCol="0">
            <a:spAutoFit/>
          </a:bodyPr>
          <a:lstStyle/>
          <a:p>
            <a:pPr algn="ctr" defTabSz="1216660">
              <a:lnSpc>
                <a:spcPct val="120000"/>
              </a:lnSpc>
              <a:spcBef>
                <a:spcPct val="20000"/>
              </a:spcBef>
              <a:defRPr/>
            </a:pP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获取音频</a:t>
            </a:r>
            <a:endPar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49" name="TextBox 16"/>
          <p:cNvSpPr txBox="1"/>
          <p:nvPr>
            <p:custDataLst>
              <p:tags r:id="rId9"/>
            </p:custDataLst>
          </p:nvPr>
        </p:nvSpPr>
        <p:spPr>
          <a:xfrm>
            <a:off x="5264598" y="3728791"/>
            <a:ext cx="2038142" cy="1343660"/>
          </a:xfrm>
          <a:prstGeom prst="rect">
            <a:avLst/>
          </a:prstGeom>
          <a:noFill/>
        </p:spPr>
        <p:txBody>
          <a:bodyPr wrap="square" rtlCol="0">
            <a:spAutoFit/>
          </a:bodyPr>
          <a:lstStyle/>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①唧唧</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down</a:t>
            </a:r>
            <a:endPar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②网易云、酷狗、</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QQ</a:t>
            </a: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音乐</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a:t>
            </a:r>
            <a:endPar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③免费开源网站</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④</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QQ</a:t>
            </a: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群、贴吧、评论区</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l" defTabSz="1216660">
              <a:lnSpc>
                <a:spcPct val="120000"/>
              </a:lnSpc>
              <a:spcBef>
                <a:spcPct val="20000"/>
              </a:spcBef>
              <a:defRPr/>
            </a:pP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0" name="Freeform 42"/>
          <p:cNvSpPr>
            <a:spLocks noEditPoints="1"/>
          </p:cNvSpPr>
          <p:nvPr>
            <p:custDataLst>
              <p:tags r:id="rId10"/>
            </p:custDataLst>
          </p:nvPr>
        </p:nvSpPr>
        <p:spPr bwMode="auto">
          <a:xfrm>
            <a:off x="7810253" y="2414687"/>
            <a:ext cx="679906" cy="679906"/>
          </a:xfrm>
          <a:custGeom>
            <a:avLst/>
            <a:gdLst>
              <a:gd name="T0" fmla="*/ 16 w 176"/>
              <a:gd name="T1" fmla="*/ 32 h 176"/>
              <a:gd name="T2" fmla="*/ 0 w 176"/>
              <a:gd name="T3" fmla="*/ 160 h 176"/>
              <a:gd name="T4" fmla="*/ 128 w 176"/>
              <a:gd name="T5" fmla="*/ 176 h 176"/>
              <a:gd name="T6" fmla="*/ 144 w 176"/>
              <a:gd name="T7" fmla="*/ 48 h 176"/>
              <a:gd name="T8" fmla="*/ 136 w 176"/>
              <a:gd name="T9" fmla="*/ 160 h 176"/>
              <a:gd name="T10" fmla="*/ 16 w 176"/>
              <a:gd name="T11" fmla="*/ 168 h 176"/>
              <a:gd name="T12" fmla="*/ 8 w 176"/>
              <a:gd name="T13" fmla="*/ 48 h 176"/>
              <a:gd name="T14" fmla="*/ 128 w 176"/>
              <a:gd name="T15" fmla="*/ 40 h 176"/>
              <a:gd name="T16" fmla="*/ 136 w 176"/>
              <a:gd name="T17" fmla="*/ 160 h 176"/>
              <a:gd name="T18" fmla="*/ 56 w 176"/>
              <a:gd name="T19" fmla="*/ 72 h 176"/>
              <a:gd name="T20" fmla="*/ 24 w 176"/>
              <a:gd name="T21" fmla="*/ 72 h 176"/>
              <a:gd name="T22" fmla="*/ 40 w 176"/>
              <a:gd name="T23" fmla="*/ 64 h 176"/>
              <a:gd name="T24" fmla="*/ 40 w 176"/>
              <a:gd name="T25" fmla="*/ 80 h 176"/>
              <a:gd name="T26" fmla="*/ 40 w 176"/>
              <a:gd name="T27" fmla="*/ 64 h 176"/>
              <a:gd name="T28" fmla="*/ 120 w 176"/>
              <a:gd name="T29" fmla="*/ 146 h 176"/>
              <a:gd name="T30" fmla="*/ 96 w 176"/>
              <a:gd name="T31" fmla="*/ 107 h 176"/>
              <a:gd name="T32" fmla="*/ 92 w 176"/>
              <a:gd name="T33" fmla="*/ 104 h 176"/>
              <a:gd name="T34" fmla="*/ 77 w 176"/>
              <a:gd name="T35" fmla="*/ 118 h 176"/>
              <a:gd name="T36" fmla="*/ 60 w 176"/>
              <a:gd name="T37" fmla="*/ 96 h 176"/>
              <a:gd name="T38" fmla="*/ 57 w 176"/>
              <a:gd name="T39" fmla="*/ 98 h 176"/>
              <a:gd name="T40" fmla="*/ 25 w 176"/>
              <a:gd name="T41" fmla="*/ 146 h 176"/>
              <a:gd name="T42" fmla="*/ 28 w 176"/>
              <a:gd name="T43" fmla="*/ 152 h 176"/>
              <a:gd name="T44" fmla="*/ 120 w 176"/>
              <a:gd name="T45" fmla="*/ 148 h 176"/>
              <a:gd name="T46" fmla="*/ 35 w 176"/>
              <a:gd name="T47" fmla="*/ 144 h 176"/>
              <a:gd name="T48" fmla="*/ 72 w 176"/>
              <a:gd name="T49" fmla="*/ 126 h 176"/>
              <a:gd name="T50" fmla="*/ 79 w 176"/>
              <a:gd name="T51" fmla="*/ 127 h 176"/>
              <a:gd name="T52" fmla="*/ 109 w 176"/>
              <a:gd name="T53" fmla="*/ 144 h 176"/>
              <a:gd name="T54" fmla="*/ 160 w 176"/>
              <a:gd name="T55" fmla="*/ 0 h 176"/>
              <a:gd name="T56" fmla="*/ 32 w 176"/>
              <a:gd name="T57" fmla="*/ 16 h 176"/>
              <a:gd name="T58" fmla="*/ 36 w 176"/>
              <a:gd name="T59" fmla="*/ 24 h 176"/>
              <a:gd name="T60" fmla="*/ 40 w 176"/>
              <a:gd name="T61" fmla="*/ 16 h 176"/>
              <a:gd name="T62" fmla="*/ 160 w 176"/>
              <a:gd name="T63" fmla="*/ 8 h 176"/>
              <a:gd name="T64" fmla="*/ 168 w 176"/>
              <a:gd name="T65" fmla="*/ 128 h 176"/>
              <a:gd name="T66" fmla="*/ 156 w 176"/>
              <a:gd name="T67" fmla="*/ 136 h 176"/>
              <a:gd name="T68" fmla="*/ 156 w 176"/>
              <a:gd name="T69" fmla="*/ 144 h 176"/>
              <a:gd name="T70" fmla="*/ 176 w 176"/>
              <a:gd name="T71" fmla="*/ 128 h 176"/>
              <a:gd name="T72" fmla="*/ 160 w 176"/>
              <a:gd name="T73"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76" h="176">
                <a:moveTo>
                  <a:pt x="128" y="32"/>
                </a:moveTo>
                <a:cubicBezTo>
                  <a:pt x="16" y="32"/>
                  <a:pt x="16" y="32"/>
                  <a:pt x="16" y="32"/>
                </a:cubicBezTo>
                <a:cubicBezTo>
                  <a:pt x="7" y="32"/>
                  <a:pt x="0" y="39"/>
                  <a:pt x="0" y="48"/>
                </a:cubicBezTo>
                <a:cubicBezTo>
                  <a:pt x="0" y="160"/>
                  <a:pt x="0" y="160"/>
                  <a:pt x="0" y="160"/>
                </a:cubicBezTo>
                <a:cubicBezTo>
                  <a:pt x="0" y="169"/>
                  <a:pt x="7" y="176"/>
                  <a:pt x="16" y="176"/>
                </a:cubicBezTo>
                <a:cubicBezTo>
                  <a:pt x="128" y="176"/>
                  <a:pt x="128" y="176"/>
                  <a:pt x="128" y="176"/>
                </a:cubicBezTo>
                <a:cubicBezTo>
                  <a:pt x="137" y="176"/>
                  <a:pt x="144" y="169"/>
                  <a:pt x="144" y="160"/>
                </a:cubicBezTo>
                <a:cubicBezTo>
                  <a:pt x="144" y="48"/>
                  <a:pt x="144" y="48"/>
                  <a:pt x="144" y="48"/>
                </a:cubicBezTo>
                <a:cubicBezTo>
                  <a:pt x="144" y="39"/>
                  <a:pt x="137" y="32"/>
                  <a:pt x="128" y="32"/>
                </a:cubicBezTo>
                <a:moveTo>
                  <a:pt x="136" y="160"/>
                </a:moveTo>
                <a:cubicBezTo>
                  <a:pt x="136" y="164"/>
                  <a:pt x="132" y="168"/>
                  <a:pt x="128" y="168"/>
                </a:cubicBezTo>
                <a:cubicBezTo>
                  <a:pt x="16" y="168"/>
                  <a:pt x="16" y="168"/>
                  <a:pt x="16" y="168"/>
                </a:cubicBezTo>
                <a:cubicBezTo>
                  <a:pt x="12" y="168"/>
                  <a:pt x="8" y="164"/>
                  <a:pt x="8" y="160"/>
                </a:cubicBezTo>
                <a:cubicBezTo>
                  <a:pt x="8" y="48"/>
                  <a:pt x="8" y="48"/>
                  <a:pt x="8" y="48"/>
                </a:cubicBezTo>
                <a:cubicBezTo>
                  <a:pt x="8" y="44"/>
                  <a:pt x="12" y="40"/>
                  <a:pt x="16" y="40"/>
                </a:cubicBezTo>
                <a:cubicBezTo>
                  <a:pt x="128" y="40"/>
                  <a:pt x="128" y="40"/>
                  <a:pt x="128" y="40"/>
                </a:cubicBezTo>
                <a:cubicBezTo>
                  <a:pt x="132" y="40"/>
                  <a:pt x="136" y="44"/>
                  <a:pt x="136" y="48"/>
                </a:cubicBezTo>
                <a:lnTo>
                  <a:pt x="136" y="160"/>
                </a:lnTo>
                <a:close/>
                <a:moveTo>
                  <a:pt x="40" y="88"/>
                </a:moveTo>
                <a:cubicBezTo>
                  <a:pt x="49" y="88"/>
                  <a:pt x="56" y="81"/>
                  <a:pt x="56" y="72"/>
                </a:cubicBezTo>
                <a:cubicBezTo>
                  <a:pt x="56" y="63"/>
                  <a:pt x="49" y="56"/>
                  <a:pt x="40" y="56"/>
                </a:cubicBezTo>
                <a:cubicBezTo>
                  <a:pt x="31" y="56"/>
                  <a:pt x="24" y="63"/>
                  <a:pt x="24" y="72"/>
                </a:cubicBezTo>
                <a:cubicBezTo>
                  <a:pt x="24" y="81"/>
                  <a:pt x="31" y="88"/>
                  <a:pt x="40" y="88"/>
                </a:cubicBezTo>
                <a:moveTo>
                  <a:pt x="40" y="64"/>
                </a:moveTo>
                <a:cubicBezTo>
                  <a:pt x="44" y="64"/>
                  <a:pt x="48" y="68"/>
                  <a:pt x="48" y="72"/>
                </a:cubicBezTo>
                <a:cubicBezTo>
                  <a:pt x="48" y="76"/>
                  <a:pt x="44" y="80"/>
                  <a:pt x="40" y="80"/>
                </a:cubicBezTo>
                <a:cubicBezTo>
                  <a:pt x="36" y="80"/>
                  <a:pt x="32" y="76"/>
                  <a:pt x="32" y="72"/>
                </a:cubicBezTo>
                <a:cubicBezTo>
                  <a:pt x="32" y="68"/>
                  <a:pt x="36" y="64"/>
                  <a:pt x="40" y="64"/>
                </a:cubicBezTo>
                <a:moveTo>
                  <a:pt x="120" y="147"/>
                </a:moveTo>
                <a:cubicBezTo>
                  <a:pt x="120" y="146"/>
                  <a:pt x="120" y="146"/>
                  <a:pt x="120" y="146"/>
                </a:cubicBezTo>
                <a:cubicBezTo>
                  <a:pt x="120" y="146"/>
                  <a:pt x="120" y="146"/>
                  <a:pt x="120" y="146"/>
                </a:cubicBezTo>
                <a:cubicBezTo>
                  <a:pt x="96" y="107"/>
                  <a:pt x="96" y="107"/>
                  <a:pt x="96" y="107"/>
                </a:cubicBezTo>
                <a:cubicBezTo>
                  <a:pt x="96" y="107"/>
                  <a:pt x="96" y="107"/>
                  <a:pt x="96" y="107"/>
                </a:cubicBezTo>
                <a:cubicBezTo>
                  <a:pt x="95" y="105"/>
                  <a:pt x="94" y="104"/>
                  <a:pt x="92" y="104"/>
                </a:cubicBezTo>
                <a:cubicBezTo>
                  <a:pt x="91" y="104"/>
                  <a:pt x="90" y="104"/>
                  <a:pt x="89" y="105"/>
                </a:cubicBezTo>
                <a:cubicBezTo>
                  <a:pt x="77" y="118"/>
                  <a:pt x="77" y="118"/>
                  <a:pt x="77" y="118"/>
                </a:cubicBezTo>
                <a:cubicBezTo>
                  <a:pt x="64" y="98"/>
                  <a:pt x="64" y="98"/>
                  <a:pt x="64" y="98"/>
                </a:cubicBezTo>
                <a:cubicBezTo>
                  <a:pt x="63" y="97"/>
                  <a:pt x="62" y="96"/>
                  <a:pt x="60" y="96"/>
                </a:cubicBezTo>
                <a:cubicBezTo>
                  <a:pt x="59" y="96"/>
                  <a:pt x="57" y="97"/>
                  <a:pt x="57" y="98"/>
                </a:cubicBezTo>
                <a:cubicBezTo>
                  <a:pt x="57" y="98"/>
                  <a:pt x="57" y="98"/>
                  <a:pt x="57" y="98"/>
                </a:cubicBezTo>
                <a:cubicBezTo>
                  <a:pt x="25" y="146"/>
                  <a:pt x="25" y="146"/>
                  <a:pt x="25" y="146"/>
                </a:cubicBezTo>
                <a:cubicBezTo>
                  <a:pt x="25" y="146"/>
                  <a:pt x="25" y="146"/>
                  <a:pt x="25" y="146"/>
                </a:cubicBezTo>
                <a:cubicBezTo>
                  <a:pt x="24" y="146"/>
                  <a:pt x="24" y="147"/>
                  <a:pt x="24" y="148"/>
                </a:cubicBezTo>
                <a:cubicBezTo>
                  <a:pt x="24" y="150"/>
                  <a:pt x="26" y="152"/>
                  <a:pt x="28" y="152"/>
                </a:cubicBezTo>
                <a:cubicBezTo>
                  <a:pt x="116" y="152"/>
                  <a:pt x="116" y="152"/>
                  <a:pt x="116" y="152"/>
                </a:cubicBezTo>
                <a:cubicBezTo>
                  <a:pt x="118" y="152"/>
                  <a:pt x="120" y="150"/>
                  <a:pt x="120" y="148"/>
                </a:cubicBezTo>
                <a:cubicBezTo>
                  <a:pt x="120" y="147"/>
                  <a:pt x="120" y="147"/>
                  <a:pt x="120" y="147"/>
                </a:cubicBezTo>
                <a:close/>
                <a:moveTo>
                  <a:pt x="35" y="144"/>
                </a:moveTo>
                <a:cubicBezTo>
                  <a:pt x="60" y="107"/>
                  <a:pt x="60" y="107"/>
                  <a:pt x="60" y="107"/>
                </a:cubicBezTo>
                <a:cubicBezTo>
                  <a:pt x="72" y="126"/>
                  <a:pt x="72" y="126"/>
                  <a:pt x="72" y="126"/>
                </a:cubicBezTo>
                <a:cubicBezTo>
                  <a:pt x="73" y="127"/>
                  <a:pt x="74" y="128"/>
                  <a:pt x="76" y="128"/>
                </a:cubicBezTo>
                <a:cubicBezTo>
                  <a:pt x="77" y="128"/>
                  <a:pt x="78" y="128"/>
                  <a:pt x="79" y="127"/>
                </a:cubicBezTo>
                <a:cubicBezTo>
                  <a:pt x="91" y="114"/>
                  <a:pt x="91" y="114"/>
                  <a:pt x="91" y="114"/>
                </a:cubicBezTo>
                <a:cubicBezTo>
                  <a:pt x="109" y="144"/>
                  <a:pt x="109" y="144"/>
                  <a:pt x="109" y="144"/>
                </a:cubicBezTo>
                <a:lnTo>
                  <a:pt x="35" y="144"/>
                </a:lnTo>
                <a:close/>
                <a:moveTo>
                  <a:pt x="160" y="0"/>
                </a:moveTo>
                <a:cubicBezTo>
                  <a:pt x="48" y="0"/>
                  <a:pt x="48" y="0"/>
                  <a:pt x="48" y="0"/>
                </a:cubicBezTo>
                <a:cubicBezTo>
                  <a:pt x="39" y="0"/>
                  <a:pt x="32" y="7"/>
                  <a:pt x="32" y="16"/>
                </a:cubicBezTo>
                <a:cubicBezTo>
                  <a:pt x="32" y="20"/>
                  <a:pt x="32" y="20"/>
                  <a:pt x="32" y="20"/>
                </a:cubicBezTo>
                <a:cubicBezTo>
                  <a:pt x="32" y="22"/>
                  <a:pt x="34" y="24"/>
                  <a:pt x="36" y="24"/>
                </a:cubicBezTo>
                <a:cubicBezTo>
                  <a:pt x="38" y="24"/>
                  <a:pt x="40" y="22"/>
                  <a:pt x="40" y="20"/>
                </a:cubicBezTo>
                <a:cubicBezTo>
                  <a:pt x="40" y="16"/>
                  <a:pt x="40" y="16"/>
                  <a:pt x="40" y="16"/>
                </a:cubicBezTo>
                <a:cubicBezTo>
                  <a:pt x="40" y="12"/>
                  <a:pt x="44" y="8"/>
                  <a:pt x="48" y="8"/>
                </a:cubicBezTo>
                <a:cubicBezTo>
                  <a:pt x="160" y="8"/>
                  <a:pt x="160" y="8"/>
                  <a:pt x="160" y="8"/>
                </a:cubicBezTo>
                <a:cubicBezTo>
                  <a:pt x="164" y="8"/>
                  <a:pt x="168" y="12"/>
                  <a:pt x="168" y="16"/>
                </a:cubicBezTo>
                <a:cubicBezTo>
                  <a:pt x="168" y="128"/>
                  <a:pt x="168" y="128"/>
                  <a:pt x="168" y="128"/>
                </a:cubicBezTo>
                <a:cubicBezTo>
                  <a:pt x="168" y="132"/>
                  <a:pt x="164" y="136"/>
                  <a:pt x="160" y="136"/>
                </a:cubicBezTo>
                <a:cubicBezTo>
                  <a:pt x="156" y="136"/>
                  <a:pt x="156" y="136"/>
                  <a:pt x="156" y="136"/>
                </a:cubicBezTo>
                <a:cubicBezTo>
                  <a:pt x="154" y="136"/>
                  <a:pt x="152" y="138"/>
                  <a:pt x="152" y="140"/>
                </a:cubicBezTo>
                <a:cubicBezTo>
                  <a:pt x="152" y="142"/>
                  <a:pt x="154" y="144"/>
                  <a:pt x="156" y="144"/>
                </a:cubicBezTo>
                <a:cubicBezTo>
                  <a:pt x="160" y="144"/>
                  <a:pt x="160" y="144"/>
                  <a:pt x="160" y="144"/>
                </a:cubicBezTo>
                <a:cubicBezTo>
                  <a:pt x="169" y="144"/>
                  <a:pt x="176" y="137"/>
                  <a:pt x="176" y="128"/>
                </a:cubicBezTo>
                <a:cubicBezTo>
                  <a:pt x="176" y="16"/>
                  <a:pt x="176" y="16"/>
                  <a:pt x="176" y="16"/>
                </a:cubicBezTo>
                <a:cubicBezTo>
                  <a:pt x="176" y="7"/>
                  <a:pt x="169" y="0"/>
                  <a:pt x="160" y="0"/>
                </a:cubicBezTo>
              </a:path>
            </a:pathLst>
          </a:custGeom>
          <a:solidFill>
            <a:srgbClr val="234463"/>
          </a:solidFill>
          <a:ln>
            <a:noFill/>
          </a:ln>
        </p:spPr>
        <p:txBody>
          <a:bodyPr lIns="0" tIns="0" rIns="0" bIns="0"/>
          <a:lstStyle/>
          <a:p>
            <a:endParaRPr lang="en-US">
              <a:solidFill>
                <a:srgbClr val="6EA060"/>
              </a:solidFill>
            </a:endParaRPr>
          </a:p>
        </p:txBody>
      </p:sp>
      <p:sp>
        <p:nvSpPr>
          <p:cNvPr id="51" name="TextBox 11"/>
          <p:cNvSpPr txBox="1"/>
          <p:nvPr>
            <p:custDataLst>
              <p:tags r:id="rId11"/>
            </p:custDataLst>
          </p:nvPr>
        </p:nvSpPr>
        <p:spPr>
          <a:xfrm>
            <a:off x="7263237" y="3303242"/>
            <a:ext cx="1773937" cy="386080"/>
          </a:xfrm>
          <a:prstGeom prst="rect">
            <a:avLst/>
          </a:prstGeom>
          <a:noFill/>
          <a:ln>
            <a:noFill/>
          </a:ln>
        </p:spPr>
        <p:txBody>
          <a:bodyPr wrap="square" rtlCol="0">
            <a:spAutoFit/>
          </a:bodyPr>
          <a:lstStyle/>
          <a:p>
            <a:pPr algn="ctr" defTabSz="1216660">
              <a:lnSpc>
                <a:spcPct val="120000"/>
              </a:lnSpc>
              <a:spcBef>
                <a:spcPct val="20000"/>
              </a:spcBef>
              <a:defRPr/>
            </a:pP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特效来源</a:t>
            </a:r>
            <a:endPar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2" name="TextBox 17"/>
          <p:cNvSpPr txBox="1"/>
          <p:nvPr>
            <p:custDataLst>
              <p:tags r:id="rId12"/>
            </p:custDataLst>
          </p:nvPr>
        </p:nvSpPr>
        <p:spPr>
          <a:xfrm>
            <a:off x="7353300" y="3689350"/>
            <a:ext cx="2038350" cy="1383665"/>
          </a:xfrm>
          <a:prstGeom prst="rect">
            <a:avLst/>
          </a:prstGeom>
          <a:noFill/>
        </p:spPr>
        <p:txBody>
          <a:bodyPr wrap="square" rtlCol="0">
            <a:noAutofit/>
          </a:bodyPr>
          <a:lstStyle/>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①唧唧</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down</a:t>
            </a:r>
            <a:endPar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②</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Ocam&amp;OBS</a:t>
            </a: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录屏</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③</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QQ</a:t>
            </a: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群、贴吧、评论区</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a:t>
            </a:r>
            <a:endPar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④免费开源网站</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⑤自己做</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ctr" defTabSz="1216660">
              <a:lnSpc>
                <a:spcPct val="120000"/>
              </a:lnSpc>
              <a:spcBef>
                <a:spcPct val="20000"/>
              </a:spcBef>
              <a:defRPr/>
            </a:pPr>
            <a:endPar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ctr" defTabSz="1216660">
              <a:lnSpc>
                <a:spcPct val="120000"/>
              </a:lnSpc>
              <a:spcBef>
                <a:spcPct val="20000"/>
              </a:spcBef>
              <a:defRPr/>
            </a:pP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3" name="Freeform 10"/>
          <p:cNvSpPr>
            <a:spLocks noEditPoints="1"/>
          </p:cNvSpPr>
          <p:nvPr>
            <p:custDataLst>
              <p:tags r:id="rId13"/>
            </p:custDataLst>
          </p:nvPr>
        </p:nvSpPr>
        <p:spPr bwMode="auto">
          <a:xfrm>
            <a:off x="9857777" y="2452888"/>
            <a:ext cx="731520" cy="603504"/>
          </a:xfrm>
          <a:custGeom>
            <a:avLst/>
            <a:gdLst>
              <a:gd name="T0" fmla="*/ 48 w 176"/>
              <a:gd name="T1" fmla="*/ 32 h 160"/>
              <a:gd name="T2" fmla="*/ 32 w 176"/>
              <a:gd name="T3" fmla="*/ 32 h 160"/>
              <a:gd name="T4" fmla="*/ 96 w 176"/>
              <a:gd name="T5" fmla="*/ 40 h 160"/>
              <a:gd name="T6" fmla="*/ 96 w 176"/>
              <a:gd name="T7" fmla="*/ 24 h 160"/>
              <a:gd name="T8" fmla="*/ 96 w 176"/>
              <a:gd name="T9" fmla="*/ 40 h 160"/>
              <a:gd name="T10" fmla="*/ 170 w 176"/>
              <a:gd name="T11" fmla="*/ 72 h 160"/>
              <a:gd name="T12" fmla="*/ 136 w 176"/>
              <a:gd name="T13" fmla="*/ 86 h 160"/>
              <a:gd name="T14" fmla="*/ 120 w 176"/>
              <a:gd name="T15" fmla="*/ 56 h 160"/>
              <a:gd name="T16" fmla="*/ 128 w 176"/>
              <a:gd name="T17" fmla="*/ 32 h 160"/>
              <a:gd name="T18" fmla="*/ 68 w 176"/>
              <a:gd name="T19" fmla="*/ 17 h 160"/>
              <a:gd name="T20" fmla="*/ 8 w 176"/>
              <a:gd name="T21" fmla="*/ 32 h 160"/>
              <a:gd name="T22" fmla="*/ 16 w 176"/>
              <a:gd name="T23" fmla="*/ 56 h 160"/>
              <a:gd name="T24" fmla="*/ 0 w 176"/>
              <a:gd name="T25" fmla="*/ 144 h 160"/>
              <a:gd name="T26" fmla="*/ 120 w 176"/>
              <a:gd name="T27" fmla="*/ 160 h 160"/>
              <a:gd name="T28" fmla="*/ 136 w 176"/>
              <a:gd name="T29" fmla="*/ 130 h 160"/>
              <a:gd name="T30" fmla="*/ 170 w 176"/>
              <a:gd name="T31" fmla="*/ 144 h 160"/>
              <a:gd name="T32" fmla="*/ 176 w 176"/>
              <a:gd name="T33" fmla="*/ 140 h 160"/>
              <a:gd name="T34" fmla="*/ 172 w 176"/>
              <a:gd name="T35" fmla="*/ 72 h 160"/>
              <a:gd name="T36" fmla="*/ 120 w 176"/>
              <a:gd name="T37" fmla="*/ 32 h 160"/>
              <a:gd name="T38" fmla="*/ 72 w 176"/>
              <a:gd name="T39" fmla="*/ 32 h 160"/>
              <a:gd name="T40" fmla="*/ 75 w 176"/>
              <a:gd name="T41" fmla="*/ 56 h 160"/>
              <a:gd name="T42" fmla="*/ 68 w 176"/>
              <a:gd name="T43" fmla="*/ 47 h 160"/>
              <a:gd name="T44" fmla="*/ 16 w 176"/>
              <a:gd name="T45" fmla="*/ 32 h 160"/>
              <a:gd name="T46" fmla="*/ 64 w 176"/>
              <a:gd name="T47" fmla="*/ 32 h 160"/>
              <a:gd name="T48" fmla="*/ 16 w 176"/>
              <a:gd name="T49" fmla="*/ 32 h 160"/>
              <a:gd name="T50" fmla="*/ 120 w 176"/>
              <a:gd name="T51" fmla="*/ 152 h 160"/>
              <a:gd name="T52" fmla="*/ 8 w 176"/>
              <a:gd name="T53" fmla="*/ 144 h 160"/>
              <a:gd name="T54" fmla="*/ 16 w 176"/>
              <a:gd name="T55" fmla="*/ 64 h 160"/>
              <a:gd name="T56" fmla="*/ 128 w 176"/>
              <a:gd name="T57" fmla="*/ 72 h 160"/>
              <a:gd name="T58" fmla="*/ 168 w 176"/>
              <a:gd name="T59" fmla="*/ 134 h 160"/>
              <a:gd name="T60" fmla="*/ 136 w 176"/>
              <a:gd name="T61" fmla="*/ 95 h 160"/>
              <a:gd name="T62" fmla="*/ 168 w 176"/>
              <a:gd name="T63" fmla="*/ 134 h 160"/>
              <a:gd name="T64" fmla="*/ 20 w 176"/>
              <a:gd name="T65" fmla="*/ 136 h 160"/>
              <a:gd name="T66" fmla="*/ 20 w 176"/>
              <a:gd name="T67" fmla="*/ 144 h 160"/>
              <a:gd name="T68" fmla="*/ 120 w 176"/>
              <a:gd name="T69" fmla="*/ 140 h 160"/>
              <a:gd name="T70" fmla="*/ 28 w 176"/>
              <a:gd name="T71" fmla="*/ 96 h 160"/>
              <a:gd name="T72" fmla="*/ 28 w 176"/>
              <a:gd name="T73" fmla="*/ 72 h 160"/>
              <a:gd name="T74" fmla="*/ 28 w 176"/>
              <a:gd name="T75" fmla="*/ 96 h 160"/>
              <a:gd name="T76" fmla="*/ 32 w 176"/>
              <a:gd name="T77" fmla="*/ 84 h 160"/>
              <a:gd name="T78" fmla="*/ 24 w 176"/>
              <a:gd name="T79" fmla="*/ 84 h 160"/>
              <a:gd name="T80" fmla="*/ 52 w 176"/>
              <a:gd name="T81" fmla="*/ 80 h 160"/>
              <a:gd name="T82" fmla="*/ 52 w 176"/>
              <a:gd name="T83" fmla="*/ 72 h 160"/>
              <a:gd name="T84" fmla="*/ 52 w 176"/>
              <a:gd name="T85" fmla="*/ 8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76" h="160">
                <a:moveTo>
                  <a:pt x="40" y="40"/>
                </a:moveTo>
                <a:cubicBezTo>
                  <a:pt x="44" y="40"/>
                  <a:pt x="48" y="36"/>
                  <a:pt x="48" y="32"/>
                </a:cubicBezTo>
                <a:cubicBezTo>
                  <a:pt x="48" y="28"/>
                  <a:pt x="44" y="24"/>
                  <a:pt x="40" y="24"/>
                </a:cubicBezTo>
                <a:cubicBezTo>
                  <a:pt x="36" y="24"/>
                  <a:pt x="32" y="28"/>
                  <a:pt x="32" y="32"/>
                </a:cubicBezTo>
                <a:cubicBezTo>
                  <a:pt x="32" y="36"/>
                  <a:pt x="36" y="40"/>
                  <a:pt x="40" y="40"/>
                </a:cubicBezTo>
                <a:moveTo>
                  <a:pt x="96" y="40"/>
                </a:moveTo>
                <a:cubicBezTo>
                  <a:pt x="100" y="40"/>
                  <a:pt x="104" y="36"/>
                  <a:pt x="104" y="32"/>
                </a:cubicBezTo>
                <a:cubicBezTo>
                  <a:pt x="104" y="28"/>
                  <a:pt x="100" y="24"/>
                  <a:pt x="96" y="24"/>
                </a:cubicBezTo>
                <a:cubicBezTo>
                  <a:pt x="92" y="24"/>
                  <a:pt x="88" y="28"/>
                  <a:pt x="88" y="32"/>
                </a:cubicBezTo>
                <a:cubicBezTo>
                  <a:pt x="88" y="36"/>
                  <a:pt x="92" y="40"/>
                  <a:pt x="96" y="40"/>
                </a:cubicBezTo>
                <a:moveTo>
                  <a:pt x="172" y="72"/>
                </a:moveTo>
                <a:cubicBezTo>
                  <a:pt x="171" y="72"/>
                  <a:pt x="171" y="72"/>
                  <a:pt x="170" y="72"/>
                </a:cubicBezTo>
                <a:cubicBezTo>
                  <a:pt x="170" y="72"/>
                  <a:pt x="170" y="72"/>
                  <a:pt x="170" y="72"/>
                </a:cubicBezTo>
                <a:cubicBezTo>
                  <a:pt x="136" y="86"/>
                  <a:pt x="136" y="86"/>
                  <a:pt x="136" y="86"/>
                </a:cubicBezTo>
                <a:cubicBezTo>
                  <a:pt x="136" y="72"/>
                  <a:pt x="136" y="72"/>
                  <a:pt x="136" y="72"/>
                </a:cubicBezTo>
                <a:cubicBezTo>
                  <a:pt x="136" y="63"/>
                  <a:pt x="129" y="56"/>
                  <a:pt x="120" y="56"/>
                </a:cubicBezTo>
                <a:cubicBezTo>
                  <a:pt x="117" y="56"/>
                  <a:pt x="117" y="56"/>
                  <a:pt x="117" y="56"/>
                </a:cubicBezTo>
                <a:cubicBezTo>
                  <a:pt x="124" y="50"/>
                  <a:pt x="128" y="42"/>
                  <a:pt x="128" y="32"/>
                </a:cubicBezTo>
                <a:cubicBezTo>
                  <a:pt x="128" y="14"/>
                  <a:pt x="114" y="0"/>
                  <a:pt x="96" y="0"/>
                </a:cubicBezTo>
                <a:cubicBezTo>
                  <a:pt x="84" y="0"/>
                  <a:pt x="73" y="7"/>
                  <a:pt x="68" y="17"/>
                </a:cubicBezTo>
                <a:cubicBezTo>
                  <a:pt x="63" y="7"/>
                  <a:pt x="52" y="0"/>
                  <a:pt x="40" y="0"/>
                </a:cubicBezTo>
                <a:cubicBezTo>
                  <a:pt x="22" y="0"/>
                  <a:pt x="8" y="14"/>
                  <a:pt x="8" y="32"/>
                </a:cubicBezTo>
                <a:cubicBezTo>
                  <a:pt x="8" y="42"/>
                  <a:pt x="12" y="50"/>
                  <a:pt x="19" y="56"/>
                </a:cubicBezTo>
                <a:cubicBezTo>
                  <a:pt x="16" y="56"/>
                  <a:pt x="16" y="56"/>
                  <a:pt x="16" y="56"/>
                </a:cubicBezTo>
                <a:cubicBezTo>
                  <a:pt x="7" y="56"/>
                  <a:pt x="0" y="63"/>
                  <a:pt x="0" y="72"/>
                </a:cubicBezTo>
                <a:cubicBezTo>
                  <a:pt x="0" y="144"/>
                  <a:pt x="0" y="144"/>
                  <a:pt x="0" y="144"/>
                </a:cubicBezTo>
                <a:cubicBezTo>
                  <a:pt x="0" y="153"/>
                  <a:pt x="7" y="160"/>
                  <a:pt x="16" y="160"/>
                </a:cubicBezTo>
                <a:cubicBezTo>
                  <a:pt x="120" y="160"/>
                  <a:pt x="120" y="160"/>
                  <a:pt x="120" y="160"/>
                </a:cubicBezTo>
                <a:cubicBezTo>
                  <a:pt x="129" y="160"/>
                  <a:pt x="136" y="153"/>
                  <a:pt x="136" y="144"/>
                </a:cubicBezTo>
                <a:cubicBezTo>
                  <a:pt x="136" y="130"/>
                  <a:pt x="136" y="130"/>
                  <a:pt x="136" y="130"/>
                </a:cubicBezTo>
                <a:cubicBezTo>
                  <a:pt x="170" y="144"/>
                  <a:pt x="170" y="144"/>
                  <a:pt x="170" y="144"/>
                </a:cubicBezTo>
                <a:cubicBezTo>
                  <a:pt x="170" y="144"/>
                  <a:pt x="170" y="144"/>
                  <a:pt x="170" y="144"/>
                </a:cubicBezTo>
                <a:cubicBezTo>
                  <a:pt x="171" y="144"/>
                  <a:pt x="171" y="144"/>
                  <a:pt x="172" y="144"/>
                </a:cubicBezTo>
                <a:cubicBezTo>
                  <a:pt x="174" y="144"/>
                  <a:pt x="176" y="142"/>
                  <a:pt x="176" y="140"/>
                </a:cubicBezTo>
                <a:cubicBezTo>
                  <a:pt x="176" y="76"/>
                  <a:pt x="176" y="76"/>
                  <a:pt x="176" y="76"/>
                </a:cubicBezTo>
                <a:cubicBezTo>
                  <a:pt x="176" y="74"/>
                  <a:pt x="174" y="72"/>
                  <a:pt x="172" y="72"/>
                </a:cubicBezTo>
                <a:moveTo>
                  <a:pt x="96" y="8"/>
                </a:moveTo>
                <a:cubicBezTo>
                  <a:pt x="109" y="8"/>
                  <a:pt x="120" y="19"/>
                  <a:pt x="120" y="32"/>
                </a:cubicBezTo>
                <a:cubicBezTo>
                  <a:pt x="120" y="45"/>
                  <a:pt x="109" y="56"/>
                  <a:pt x="96" y="56"/>
                </a:cubicBezTo>
                <a:cubicBezTo>
                  <a:pt x="83" y="56"/>
                  <a:pt x="72" y="45"/>
                  <a:pt x="72" y="32"/>
                </a:cubicBezTo>
                <a:cubicBezTo>
                  <a:pt x="72" y="19"/>
                  <a:pt x="83" y="8"/>
                  <a:pt x="96" y="8"/>
                </a:cubicBezTo>
                <a:moveTo>
                  <a:pt x="75" y="56"/>
                </a:moveTo>
                <a:cubicBezTo>
                  <a:pt x="61" y="56"/>
                  <a:pt x="61" y="56"/>
                  <a:pt x="61" y="56"/>
                </a:cubicBezTo>
                <a:cubicBezTo>
                  <a:pt x="64" y="54"/>
                  <a:pt x="66" y="51"/>
                  <a:pt x="68" y="47"/>
                </a:cubicBezTo>
                <a:cubicBezTo>
                  <a:pt x="70" y="51"/>
                  <a:pt x="72" y="54"/>
                  <a:pt x="75" y="56"/>
                </a:cubicBezTo>
                <a:moveTo>
                  <a:pt x="16" y="32"/>
                </a:moveTo>
                <a:cubicBezTo>
                  <a:pt x="16" y="19"/>
                  <a:pt x="27" y="8"/>
                  <a:pt x="40" y="8"/>
                </a:cubicBezTo>
                <a:cubicBezTo>
                  <a:pt x="53" y="8"/>
                  <a:pt x="64" y="19"/>
                  <a:pt x="64" y="32"/>
                </a:cubicBezTo>
                <a:cubicBezTo>
                  <a:pt x="64" y="45"/>
                  <a:pt x="53" y="56"/>
                  <a:pt x="40" y="56"/>
                </a:cubicBezTo>
                <a:cubicBezTo>
                  <a:pt x="27" y="56"/>
                  <a:pt x="16" y="45"/>
                  <a:pt x="16" y="32"/>
                </a:cubicBezTo>
                <a:moveTo>
                  <a:pt x="128" y="144"/>
                </a:moveTo>
                <a:cubicBezTo>
                  <a:pt x="128" y="148"/>
                  <a:pt x="124" y="152"/>
                  <a:pt x="120" y="152"/>
                </a:cubicBezTo>
                <a:cubicBezTo>
                  <a:pt x="16" y="152"/>
                  <a:pt x="16" y="152"/>
                  <a:pt x="16" y="152"/>
                </a:cubicBezTo>
                <a:cubicBezTo>
                  <a:pt x="12" y="152"/>
                  <a:pt x="8" y="148"/>
                  <a:pt x="8" y="144"/>
                </a:cubicBezTo>
                <a:cubicBezTo>
                  <a:pt x="8" y="72"/>
                  <a:pt x="8" y="72"/>
                  <a:pt x="8" y="72"/>
                </a:cubicBezTo>
                <a:cubicBezTo>
                  <a:pt x="8" y="68"/>
                  <a:pt x="12" y="64"/>
                  <a:pt x="16" y="64"/>
                </a:cubicBezTo>
                <a:cubicBezTo>
                  <a:pt x="120" y="64"/>
                  <a:pt x="120" y="64"/>
                  <a:pt x="120" y="64"/>
                </a:cubicBezTo>
                <a:cubicBezTo>
                  <a:pt x="124" y="64"/>
                  <a:pt x="128" y="68"/>
                  <a:pt x="128" y="72"/>
                </a:cubicBezTo>
                <a:lnTo>
                  <a:pt x="128" y="144"/>
                </a:lnTo>
                <a:close/>
                <a:moveTo>
                  <a:pt x="168" y="134"/>
                </a:moveTo>
                <a:cubicBezTo>
                  <a:pt x="136" y="121"/>
                  <a:pt x="136" y="121"/>
                  <a:pt x="136" y="121"/>
                </a:cubicBezTo>
                <a:cubicBezTo>
                  <a:pt x="136" y="95"/>
                  <a:pt x="136" y="95"/>
                  <a:pt x="136" y="95"/>
                </a:cubicBezTo>
                <a:cubicBezTo>
                  <a:pt x="168" y="82"/>
                  <a:pt x="168" y="82"/>
                  <a:pt x="168" y="82"/>
                </a:cubicBezTo>
                <a:lnTo>
                  <a:pt x="168" y="134"/>
                </a:lnTo>
                <a:close/>
                <a:moveTo>
                  <a:pt x="116" y="136"/>
                </a:moveTo>
                <a:cubicBezTo>
                  <a:pt x="20" y="136"/>
                  <a:pt x="20" y="136"/>
                  <a:pt x="20" y="136"/>
                </a:cubicBezTo>
                <a:cubicBezTo>
                  <a:pt x="18" y="136"/>
                  <a:pt x="16" y="138"/>
                  <a:pt x="16" y="140"/>
                </a:cubicBezTo>
                <a:cubicBezTo>
                  <a:pt x="16" y="142"/>
                  <a:pt x="18" y="144"/>
                  <a:pt x="20" y="144"/>
                </a:cubicBezTo>
                <a:cubicBezTo>
                  <a:pt x="116" y="144"/>
                  <a:pt x="116" y="144"/>
                  <a:pt x="116" y="144"/>
                </a:cubicBezTo>
                <a:cubicBezTo>
                  <a:pt x="118" y="144"/>
                  <a:pt x="120" y="142"/>
                  <a:pt x="120" y="140"/>
                </a:cubicBezTo>
                <a:cubicBezTo>
                  <a:pt x="120" y="138"/>
                  <a:pt x="118" y="136"/>
                  <a:pt x="116" y="136"/>
                </a:cubicBezTo>
                <a:moveTo>
                  <a:pt x="28" y="96"/>
                </a:moveTo>
                <a:cubicBezTo>
                  <a:pt x="35" y="96"/>
                  <a:pt x="40" y="91"/>
                  <a:pt x="40" y="84"/>
                </a:cubicBezTo>
                <a:cubicBezTo>
                  <a:pt x="40" y="77"/>
                  <a:pt x="35" y="72"/>
                  <a:pt x="28" y="72"/>
                </a:cubicBezTo>
                <a:cubicBezTo>
                  <a:pt x="21" y="72"/>
                  <a:pt x="16" y="77"/>
                  <a:pt x="16" y="84"/>
                </a:cubicBezTo>
                <a:cubicBezTo>
                  <a:pt x="16" y="91"/>
                  <a:pt x="21" y="96"/>
                  <a:pt x="28" y="96"/>
                </a:cubicBezTo>
                <a:moveTo>
                  <a:pt x="28" y="80"/>
                </a:moveTo>
                <a:cubicBezTo>
                  <a:pt x="30" y="80"/>
                  <a:pt x="32" y="82"/>
                  <a:pt x="32" y="84"/>
                </a:cubicBezTo>
                <a:cubicBezTo>
                  <a:pt x="32" y="86"/>
                  <a:pt x="30" y="88"/>
                  <a:pt x="28" y="88"/>
                </a:cubicBezTo>
                <a:cubicBezTo>
                  <a:pt x="26" y="88"/>
                  <a:pt x="24" y="86"/>
                  <a:pt x="24" y="84"/>
                </a:cubicBezTo>
                <a:cubicBezTo>
                  <a:pt x="24" y="82"/>
                  <a:pt x="26" y="80"/>
                  <a:pt x="28" y="80"/>
                </a:cubicBezTo>
                <a:moveTo>
                  <a:pt x="52" y="80"/>
                </a:moveTo>
                <a:cubicBezTo>
                  <a:pt x="54" y="80"/>
                  <a:pt x="56" y="78"/>
                  <a:pt x="56" y="76"/>
                </a:cubicBezTo>
                <a:cubicBezTo>
                  <a:pt x="56" y="74"/>
                  <a:pt x="54" y="72"/>
                  <a:pt x="52" y="72"/>
                </a:cubicBezTo>
                <a:cubicBezTo>
                  <a:pt x="50" y="72"/>
                  <a:pt x="48" y="74"/>
                  <a:pt x="48" y="76"/>
                </a:cubicBezTo>
                <a:cubicBezTo>
                  <a:pt x="48" y="78"/>
                  <a:pt x="50" y="80"/>
                  <a:pt x="52" y="80"/>
                </a:cubicBezTo>
              </a:path>
            </a:pathLst>
          </a:custGeom>
          <a:solidFill>
            <a:srgbClr val="3298FD"/>
          </a:solidFill>
          <a:ln w="0">
            <a:noFill/>
            <a:prstDash val="solid"/>
            <a:round/>
          </a:ln>
        </p:spPr>
        <p:txBody>
          <a:bodyPr vert="horz" wrap="square" lIns="91440" tIns="45720" rIns="91440" bIns="45720" numCol="1" anchor="t" anchorCtr="0" compatLnSpc="1"/>
          <a:lstStyle/>
          <a:p>
            <a:endParaRPr lang="en-US">
              <a:solidFill>
                <a:srgbClr val="234463"/>
              </a:solidFill>
              <a:latin typeface="Arial" panose="020B0604020202020204" pitchFamily="34" charset="0"/>
              <a:ea typeface="微软雅黑" panose="020B0503020204020204" pitchFamily="34" charset="-122"/>
              <a:cs typeface="+mn-ea"/>
            </a:endParaRPr>
          </a:p>
        </p:txBody>
      </p:sp>
      <p:sp>
        <p:nvSpPr>
          <p:cNvPr id="54" name="TextBox 13"/>
          <p:cNvSpPr txBox="1"/>
          <p:nvPr>
            <p:custDataLst>
              <p:tags r:id="rId14"/>
            </p:custDataLst>
          </p:nvPr>
        </p:nvSpPr>
        <p:spPr>
          <a:xfrm>
            <a:off x="9335462" y="3303242"/>
            <a:ext cx="1773937" cy="386080"/>
          </a:xfrm>
          <a:prstGeom prst="rect">
            <a:avLst/>
          </a:prstGeom>
          <a:noFill/>
          <a:ln>
            <a:noFill/>
          </a:ln>
        </p:spPr>
        <p:txBody>
          <a:bodyPr wrap="square" rtlCol="0">
            <a:spAutoFit/>
          </a:bodyPr>
          <a:lstStyle/>
          <a:p>
            <a:pPr algn="ctr" defTabSz="1216660">
              <a:lnSpc>
                <a:spcPct val="120000"/>
              </a:lnSpc>
              <a:spcBef>
                <a:spcPct val="20000"/>
              </a:spcBef>
              <a:defRPr/>
            </a:pP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字幕制作</a:t>
            </a:r>
            <a:endPar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5" name="TextBox 18"/>
          <p:cNvSpPr txBox="1"/>
          <p:nvPr>
            <p:custDataLst>
              <p:tags r:id="rId15"/>
            </p:custDataLst>
          </p:nvPr>
        </p:nvSpPr>
        <p:spPr>
          <a:xfrm>
            <a:off x="9203359" y="3641796"/>
            <a:ext cx="2038142" cy="570230"/>
          </a:xfrm>
          <a:prstGeom prst="rect">
            <a:avLst/>
          </a:prstGeom>
          <a:noFill/>
        </p:spPr>
        <p:txBody>
          <a:bodyPr wrap="square" rtlCol="0">
            <a:spAutoFit/>
          </a:bodyPr>
          <a:lstStyle/>
          <a:p>
            <a:pPr algn="ct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①自动生成字幕</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ct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②</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AI</a:t>
            </a: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PS</a:t>
            </a: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联动</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6" name="Content Placeholder 11"/>
          <p:cNvSpPr txBox="1"/>
          <p:nvPr/>
        </p:nvSpPr>
        <p:spPr>
          <a:xfrm>
            <a:off x="959715" y="5419087"/>
            <a:ext cx="10058400" cy="62633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1216660">
              <a:lnSpc>
                <a:spcPct val="120000"/>
              </a:lnSpc>
              <a:spcBef>
                <a:spcPct val="20000"/>
              </a:spcBef>
              <a:buNone/>
            </a:pP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sym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5"/>
          <p:cNvSpPr/>
          <p:nvPr/>
        </p:nvSpPr>
        <p:spPr bwMode="auto">
          <a:xfrm rot="9300860" flipV="1">
            <a:off x="1218288" y="-1403837"/>
            <a:ext cx="9755424" cy="9665675"/>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F8FEFE">
              <a:alpha val="93000"/>
            </a:srgbClr>
          </a:solidFill>
          <a:ln>
            <a:noFill/>
          </a:ln>
          <a:effectLst>
            <a:outerShdw blurRad="825500" dist="38100" dir="13500000" algn="br" rotWithShape="0">
              <a:srgbClr val="177DE3">
                <a:alpha val="7000"/>
              </a:srgbClr>
            </a:outerShdw>
          </a:effectLst>
        </p:spPr>
        <p:txBody>
          <a:bodyPr vert="horz" wrap="square" lIns="91440" tIns="45720" rIns="91440" bIns="45720" numCol="1" anchor="t" anchorCtr="0" compatLnSpc="1"/>
          <a:lstStyle/>
          <a:p>
            <a:endParaRPr lang="zh-CN" altLang="en-US"/>
          </a:p>
        </p:txBody>
      </p:sp>
      <p:sp>
        <p:nvSpPr>
          <p:cNvPr id="4" name="Freeform 5"/>
          <p:cNvSpPr/>
          <p:nvPr/>
        </p:nvSpPr>
        <p:spPr bwMode="auto">
          <a:xfrm rot="19509204">
            <a:off x="4907341" y="1550753"/>
            <a:ext cx="1986939" cy="1968662"/>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noFill/>
          <a:ln w="17577" cap="flat">
            <a:solidFill>
              <a:srgbClr val="234463">
                <a:alpha val="18000"/>
              </a:srgbClr>
            </a:solidFill>
            <a:prstDash val="solid"/>
            <a:miter/>
          </a:ln>
        </p:spPr>
        <p:txBody>
          <a:bodyPr vert="horz" wrap="square" lIns="91440" tIns="45720" rIns="91440" bIns="45720" numCol="1" anchor="t" anchorCtr="0" compatLnSpc="1"/>
          <a:lstStyle/>
          <a:p>
            <a:endParaRPr lang="zh-CN" altLang="en-US"/>
          </a:p>
        </p:txBody>
      </p:sp>
      <p:sp>
        <p:nvSpPr>
          <p:cNvPr id="3" name="Freeform 5"/>
          <p:cNvSpPr/>
          <p:nvPr/>
        </p:nvSpPr>
        <p:spPr bwMode="auto">
          <a:xfrm rot="2010771">
            <a:off x="5058174" y="1494322"/>
            <a:ext cx="1954729" cy="1954801"/>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177DE3"/>
          </a:solidFill>
          <a:ln>
            <a:noFill/>
          </a:ln>
          <a:effectLst/>
        </p:spPr>
        <p:txBody>
          <a:bodyPr vert="horz" wrap="square" lIns="91440" tIns="45720" rIns="91440" bIns="45720" numCol="1" anchor="t" anchorCtr="0" compatLnSpc="1"/>
          <a:lstStyle/>
          <a:p>
            <a:endParaRPr lang="zh-CN" altLang="en-US"/>
          </a:p>
        </p:txBody>
      </p:sp>
      <p:sp>
        <p:nvSpPr>
          <p:cNvPr id="5" name="文本框 4"/>
          <p:cNvSpPr txBox="1"/>
          <p:nvPr/>
        </p:nvSpPr>
        <p:spPr>
          <a:xfrm>
            <a:off x="5207538" y="2030133"/>
            <a:ext cx="1756230" cy="1200329"/>
          </a:xfrm>
          <a:prstGeom prst="rect">
            <a:avLst/>
          </a:prstGeom>
          <a:noFill/>
        </p:spPr>
        <p:txBody>
          <a:bodyPr wrap="square" rtlCol="0">
            <a:spAutoFit/>
          </a:bodyPr>
          <a:lstStyle/>
          <a:p>
            <a:pPr algn="ctr"/>
            <a:r>
              <a:rPr lang="en-US" altLang="zh-CN" sz="7200" b="1">
                <a:solidFill>
                  <a:schemeClr val="bg1"/>
                </a:solidFill>
                <a:latin typeface="微软雅黑" panose="020B0503020204020204" pitchFamily="34" charset="-122"/>
                <a:ea typeface="微软雅黑" panose="020B0503020204020204" pitchFamily="34" charset="-122"/>
              </a:rPr>
              <a:t>02</a:t>
            </a:r>
            <a:endParaRPr lang="zh-CN" altLang="en-US" sz="7200" b="1">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4211610" y="3834359"/>
            <a:ext cx="3768780" cy="645160"/>
          </a:xfrm>
          <a:prstGeom prst="rect">
            <a:avLst/>
          </a:prstGeom>
          <a:noFill/>
        </p:spPr>
        <p:txBody>
          <a:bodyPr wrap="square" rtlCol="0">
            <a:spAutoFit/>
          </a:bodyPr>
          <a:lstStyle/>
          <a:p>
            <a:pPr algn="ctr"/>
            <a:r>
              <a:rPr lang="zh-CN" altLang="en-US" sz="3600" b="1">
                <a:solidFill>
                  <a:srgbClr val="234463"/>
                </a:solidFill>
                <a:latin typeface="微软雅黑" panose="020B0503020204020204" pitchFamily="34" charset="-122"/>
                <a:ea typeface="微软雅黑" panose="020B0503020204020204" pitchFamily="34" charset="-122"/>
              </a:rPr>
              <a:t>剪辑的思路</a:t>
            </a:r>
            <a:endParaRPr lang="zh-CN" altLang="en-US" sz="3600" b="1">
              <a:solidFill>
                <a:srgbClr val="234463"/>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533141" y="4465254"/>
            <a:ext cx="7125719" cy="337185"/>
          </a:xfrm>
          <a:prstGeom prst="rect">
            <a:avLst/>
          </a:prstGeom>
          <a:noFill/>
        </p:spPr>
        <p:txBody>
          <a:bodyPr wrap="square" rtlCol="0">
            <a:spAutoFit/>
          </a:bodyPr>
          <a:lstStyle/>
          <a:p>
            <a:pPr algn="ctr"/>
            <a:r>
              <a:rPr lang="zh-CN" altLang="en-US" sz="16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rPr>
              <a:t>从哪里开始呢？</a:t>
            </a:r>
            <a:endParaRPr lang="zh-CN" altLang="en-US" sz="16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1">
                <a:effectLst>
                  <a:outerShdw blurRad="38100" dist="38100" dir="2700000" algn="tl">
                    <a:srgbClr val="000000">
                      <a:alpha val="43137"/>
                    </a:srgbClr>
                  </a:outerShdw>
                </a:effectLst>
              </a:rPr>
              <a:t>通用快捷键</a:t>
            </a:r>
            <a:endParaRPr lang="zh-CN" altLang="en-US" b="1">
              <a:effectLst>
                <a:outerShdw blurRad="38100" dist="38100" dir="2700000" algn="tl">
                  <a:srgbClr val="000000">
                    <a:alpha val="43137"/>
                  </a:srgbClr>
                </a:outerShdw>
              </a:effectLst>
            </a:endParaRPr>
          </a:p>
        </p:txBody>
      </p:sp>
      <p:sp>
        <p:nvSpPr>
          <p:cNvPr id="3" name="内容占位符 2"/>
          <p:cNvSpPr>
            <a:spLocks noGrp="1"/>
          </p:cNvSpPr>
          <p:nvPr>
            <p:ph idx="1"/>
          </p:nvPr>
        </p:nvSpPr>
        <p:spPr/>
        <p:txBody>
          <a:bodyPr>
            <a:normAutofit fontScale="60000"/>
          </a:bodyPr>
          <a:p>
            <a:r>
              <a:rPr lang="en-US" altLang="zh-CN">
                <a:solidFill>
                  <a:srgbClr val="FF0000"/>
                </a:solidFill>
              </a:rPr>
              <a:t>Ctrl+S</a:t>
            </a:r>
            <a:r>
              <a:rPr lang="zh-CN" altLang="en-US">
                <a:solidFill>
                  <a:srgbClr val="FF0000"/>
                </a:solidFill>
              </a:rPr>
              <a:t>：保存</a:t>
            </a:r>
            <a:endParaRPr lang="en-US" altLang="zh-CN">
              <a:solidFill>
                <a:srgbClr val="FF0000"/>
              </a:solidFill>
            </a:endParaRPr>
          </a:p>
          <a:p>
            <a:r>
              <a:rPr lang="en-US" altLang="zh-CN"/>
              <a:t>Ctrl+C</a:t>
            </a:r>
            <a:r>
              <a:rPr lang="zh-CN" altLang="en-US"/>
              <a:t>：复制</a:t>
            </a:r>
            <a:endParaRPr lang="en-US" altLang="zh-CN"/>
          </a:p>
          <a:p>
            <a:r>
              <a:rPr lang="en-US" altLang="zh-CN"/>
              <a:t>Ctrl+X</a:t>
            </a:r>
            <a:r>
              <a:rPr lang="zh-CN" altLang="en-US"/>
              <a:t>：裁剪</a:t>
            </a:r>
            <a:endParaRPr lang="en-US" altLang="zh-CN"/>
          </a:p>
          <a:p>
            <a:r>
              <a:rPr lang="en-US" altLang="zh-CN"/>
              <a:t>Ctrl+V</a:t>
            </a:r>
            <a:r>
              <a:rPr lang="zh-CN" altLang="en-US"/>
              <a:t>：粘贴</a:t>
            </a:r>
            <a:endParaRPr lang="en-US" altLang="zh-CN"/>
          </a:p>
          <a:p>
            <a:r>
              <a:rPr lang="en-US" altLang="zh-CN">
                <a:solidFill>
                  <a:srgbClr val="FF0000"/>
                </a:solidFill>
              </a:rPr>
              <a:t>Ctrl+Z</a:t>
            </a:r>
            <a:r>
              <a:rPr lang="zh-CN" altLang="en-US">
                <a:solidFill>
                  <a:srgbClr val="FF0000"/>
                </a:solidFill>
              </a:rPr>
              <a:t>：撤销</a:t>
            </a:r>
            <a:endParaRPr lang="en-US" altLang="zh-CN">
              <a:solidFill>
                <a:srgbClr val="FF0000"/>
              </a:solidFill>
            </a:endParaRPr>
          </a:p>
          <a:p>
            <a:r>
              <a:rPr lang="en-US" altLang="zh-CN"/>
              <a:t>Ctrl+A</a:t>
            </a:r>
            <a:r>
              <a:rPr lang="zh-CN" altLang="en-US"/>
              <a:t>：全选</a:t>
            </a:r>
            <a:endParaRPr lang="en-US" altLang="zh-CN"/>
          </a:p>
          <a:p>
            <a:r>
              <a:rPr lang="en-US" altLang="zh-CN"/>
              <a:t>Ctrl</a:t>
            </a:r>
            <a:r>
              <a:rPr lang="zh-CN" altLang="en-US"/>
              <a:t>：</a:t>
            </a:r>
            <a:endParaRPr lang="en-US" altLang="zh-CN"/>
          </a:p>
          <a:p>
            <a:r>
              <a:rPr lang="en-US" altLang="zh-CN"/>
              <a:t>Alt</a:t>
            </a:r>
            <a:r>
              <a:rPr lang="zh-CN" altLang="en-US"/>
              <a:t>：</a:t>
            </a:r>
            <a:endParaRPr lang="en-US" altLang="zh-CN"/>
          </a:p>
          <a:p>
            <a:r>
              <a:rPr lang="en-US" altLang="zh-CN"/>
              <a:t>shift</a:t>
            </a:r>
            <a:r>
              <a:rPr lang="zh-CN" altLang="en-US"/>
              <a:t>：</a:t>
            </a:r>
            <a:endParaRPr lang="en-US" altLang="zh-CN"/>
          </a:p>
          <a:p>
            <a:r>
              <a:rPr lang="zh-CN" altLang="en-US"/>
              <a:t>空格：</a:t>
            </a:r>
            <a:endParaRPr lang="zh-CN" altLang="en-US"/>
          </a:p>
          <a:p>
            <a:r>
              <a:rPr lang="zh-CN" altLang="en-US"/>
              <a:t>鼠标左中右键：</a:t>
            </a:r>
            <a:endParaRPr lang="en-US" altLang="zh-CN"/>
          </a:p>
          <a:p>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08221" y="255809"/>
            <a:ext cx="751192" cy="574537"/>
            <a:chOff x="6465859" y="1148078"/>
            <a:chExt cx="751192" cy="574537"/>
          </a:xfrm>
        </p:grpSpPr>
        <p:sp>
          <p:nvSpPr>
            <p:cNvPr id="3" name="Freeform 5"/>
            <p:cNvSpPr/>
            <p:nvPr/>
          </p:nvSpPr>
          <p:spPr bwMode="auto">
            <a:xfrm>
              <a:off x="6465859" y="1148078"/>
              <a:ext cx="672994" cy="574537"/>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C9E7FF"/>
            </a:solidFill>
            <a:ln>
              <a:noFill/>
            </a:ln>
            <a:effectLst>
              <a:outerShdw blurRad="165100" dist="127000" dir="2700000" algn="tl" rotWithShape="0">
                <a:srgbClr val="177DE3">
                  <a:alpha val="10000"/>
                </a:srgbClr>
              </a:outerShdw>
            </a:effectLst>
          </p:spPr>
          <p:txBody>
            <a:bodyPr vert="horz" wrap="square" lIns="91440" tIns="45720" rIns="91440" bIns="45720" numCol="1" anchor="t" anchorCtr="0" compatLnSpc="1"/>
            <a:lstStyle/>
            <a:p>
              <a:endParaRPr lang="zh-CN" altLang="en-US"/>
            </a:p>
          </p:txBody>
        </p:sp>
        <p:sp>
          <p:nvSpPr>
            <p:cNvPr id="4" name="文本框 3"/>
            <p:cNvSpPr txBox="1"/>
            <p:nvPr/>
          </p:nvSpPr>
          <p:spPr>
            <a:xfrm>
              <a:off x="6465859" y="1173737"/>
              <a:ext cx="751192" cy="523220"/>
            </a:xfrm>
            <a:prstGeom prst="rect">
              <a:avLst/>
            </a:prstGeom>
            <a:noFill/>
          </p:spPr>
          <p:txBody>
            <a:bodyPr wrap="square" rtlCol="0">
              <a:spAutoFit/>
            </a:bodyPr>
            <a:lstStyle/>
            <a:p>
              <a:pPr algn="ctr"/>
              <a:r>
                <a:rPr lang="en-US" altLang="zh-CN" sz="2800" b="1">
                  <a:solidFill>
                    <a:srgbClr val="234463"/>
                  </a:solidFill>
                  <a:latin typeface="微软雅黑" panose="020B0503020204020204" pitchFamily="34" charset="-122"/>
                  <a:ea typeface="微软雅黑" panose="020B0503020204020204" pitchFamily="34" charset="-122"/>
                </a:rPr>
                <a:t>02</a:t>
              </a:r>
              <a:endParaRPr lang="zh-CN" altLang="en-US" sz="2800" b="1">
                <a:solidFill>
                  <a:srgbClr val="234463"/>
                </a:solidFill>
                <a:latin typeface="微软雅黑" panose="020B0503020204020204" pitchFamily="34" charset="-122"/>
                <a:ea typeface="微软雅黑" panose="020B0503020204020204" pitchFamily="34" charset="-122"/>
              </a:endParaRPr>
            </a:p>
          </p:txBody>
        </p:sp>
      </p:grpSp>
      <p:sp>
        <p:nvSpPr>
          <p:cNvPr id="5" name="文本框 4"/>
          <p:cNvSpPr txBox="1"/>
          <p:nvPr/>
        </p:nvSpPr>
        <p:spPr>
          <a:xfrm>
            <a:off x="898980" y="255809"/>
            <a:ext cx="2743200" cy="460375"/>
          </a:xfrm>
          <a:prstGeom prst="rect">
            <a:avLst/>
          </a:prstGeom>
          <a:noFill/>
        </p:spPr>
        <p:txBody>
          <a:bodyPr wrap="square" rtlCol="0">
            <a:spAutoFit/>
          </a:bodyPr>
          <a:lstStyle/>
          <a:p>
            <a:r>
              <a:rPr lang="zh-CN" altLang="en-US" sz="2400" b="1">
                <a:solidFill>
                  <a:srgbClr val="234463"/>
                </a:solidFill>
                <a:latin typeface="微软雅黑" panose="020B0503020204020204" pitchFamily="34" charset="-122"/>
                <a:ea typeface="微软雅黑" panose="020B0503020204020204" pitchFamily="34" charset="-122"/>
              </a:rPr>
              <a:t>剪辑的思路</a:t>
            </a:r>
            <a:endParaRPr lang="zh-CN" altLang="en-US" sz="2400" b="1">
              <a:solidFill>
                <a:srgbClr val="234463"/>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898981" y="634922"/>
            <a:ext cx="2511764" cy="276999"/>
          </a:xfrm>
          <a:prstGeom prst="rect">
            <a:avLst/>
          </a:prstGeom>
          <a:noFill/>
        </p:spPr>
        <p:txBody>
          <a:bodyPr wrap="square" rtlCol="0">
            <a:spAutoFit/>
          </a:bodyPr>
          <a:lstStyle/>
          <a:p>
            <a:r>
              <a:rPr lang="en-US" altLang="zh-CN" sz="1200">
                <a:solidFill>
                  <a:srgbClr val="234463"/>
                </a:solidFill>
                <a:latin typeface="Segoe UI Light" panose="020B0502040204020203" pitchFamily="34" charset="0"/>
                <a:ea typeface="微软雅黑 Light" panose="020B0502040204020203" pitchFamily="34" charset="-122"/>
                <a:cs typeface="Segoe UI Light" panose="020B0502040204020203" pitchFamily="34" charset="0"/>
              </a:rPr>
              <a:t>FRAMEWORK AND CONTENT</a:t>
            </a:r>
            <a:endParaRPr lang="en-US" altLang="zh-CN" sz="1200">
              <a:solidFill>
                <a:srgbClr val="234463"/>
              </a:solidFill>
              <a:latin typeface="Segoe UI Light" panose="020B0502040204020203" pitchFamily="34" charset="0"/>
              <a:ea typeface="微软雅黑 Light" panose="020B0502040204020203" pitchFamily="34" charset="-122"/>
              <a:cs typeface="Segoe UI Light" panose="020B0502040204020203" pitchFamily="34" charset="0"/>
            </a:endParaRPr>
          </a:p>
        </p:txBody>
      </p:sp>
      <p:sp>
        <p:nvSpPr>
          <p:cNvPr id="7" name="折角形 23"/>
          <p:cNvSpPr/>
          <p:nvPr>
            <p:custDataLst>
              <p:tags r:id="rId1"/>
            </p:custDataLst>
          </p:nvPr>
        </p:nvSpPr>
        <p:spPr>
          <a:xfrm>
            <a:off x="1937463" y="2352449"/>
            <a:ext cx="1592826" cy="1592826"/>
          </a:xfrm>
          <a:prstGeom prst="foldedCorner">
            <a:avLst/>
          </a:prstGeom>
          <a:ln w="9525" cap="rnd">
            <a:solidFill>
              <a:srgbClr val="3298FD"/>
            </a:solidFill>
            <a:prstDash val="solid"/>
            <a:round/>
          </a:ln>
        </p:spPr>
        <p:txBody>
          <a:bodyPr lIns="50800" tIns="50800" rIns="50800" bIns="50800" anchor="ctr"/>
          <a:lstStyle/>
          <a:p>
            <a:endParaRPr lang="zh-CN" altLang="en-US">
              <a:solidFill>
                <a:srgbClr val="6EA060"/>
              </a:solidFill>
            </a:endParaRPr>
          </a:p>
        </p:txBody>
      </p:sp>
      <p:sp>
        <p:nvSpPr>
          <p:cNvPr id="8" name="AutoShape 87"/>
          <p:cNvSpPr>
            <a:spLocks noChangeAspect="1"/>
          </p:cNvSpPr>
          <p:nvPr>
            <p:custDataLst>
              <p:tags r:id="rId2"/>
            </p:custDataLst>
          </p:nvPr>
        </p:nvSpPr>
        <p:spPr bwMode="auto">
          <a:xfrm>
            <a:off x="2369438" y="2784329"/>
            <a:ext cx="728876" cy="729066"/>
          </a:xfrm>
          <a:custGeom>
            <a:avLst/>
            <a:gdLst>
              <a:gd name="T0" fmla="+- 0 10798 9"/>
              <a:gd name="T1" fmla="*/ T0 w 21578"/>
              <a:gd name="T2" fmla="*/ 10800 h 21600"/>
              <a:gd name="T3" fmla="+- 0 10798 9"/>
              <a:gd name="T4" fmla="*/ T3 w 21578"/>
              <a:gd name="T5" fmla="*/ 10800 h 21600"/>
              <a:gd name="T6" fmla="+- 0 10798 9"/>
              <a:gd name="T7" fmla="*/ T6 w 21578"/>
              <a:gd name="T8" fmla="*/ 10800 h 21600"/>
              <a:gd name="T9" fmla="+- 0 10798 9"/>
              <a:gd name="T10" fmla="*/ T9 w 21578"/>
              <a:gd name="T11" fmla="*/ 10800 h 21600"/>
            </a:gdLst>
            <a:ahLst/>
            <a:cxnLst>
              <a:cxn ang="0">
                <a:pos x="T1" y="T2"/>
              </a:cxn>
              <a:cxn ang="0">
                <a:pos x="T4" y="T5"/>
              </a:cxn>
              <a:cxn ang="0">
                <a:pos x="T7" y="T8"/>
              </a:cxn>
              <a:cxn ang="0">
                <a:pos x="T10" y="T11"/>
              </a:cxn>
            </a:cxnLst>
            <a:rect l="0" t="0" r="r" b="b"/>
            <a:pathLst>
              <a:path w="21578" h="21600">
                <a:moveTo>
                  <a:pt x="21416" y="10074"/>
                </a:moveTo>
                <a:cubicBezTo>
                  <a:pt x="21507" y="10166"/>
                  <a:pt x="21562" y="10284"/>
                  <a:pt x="21574" y="10428"/>
                </a:cubicBezTo>
                <a:cubicBezTo>
                  <a:pt x="21590" y="10569"/>
                  <a:pt x="21562" y="10702"/>
                  <a:pt x="21483" y="10820"/>
                </a:cubicBezTo>
                <a:lnTo>
                  <a:pt x="20967" y="11551"/>
                </a:lnTo>
                <a:cubicBezTo>
                  <a:pt x="20891" y="11678"/>
                  <a:pt x="20778" y="11744"/>
                  <a:pt x="20634" y="11744"/>
                </a:cubicBezTo>
                <a:lnTo>
                  <a:pt x="19889" y="11744"/>
                </a:lnTo>
                <a:cubicBezTo>
                  <a:pt x="19769" y="11744"/>
                  <a:pt x="19671" y="11704"/>
                  <a:pt x="19601" y="11632"/>
                </a:cubicBezTo>
                <a:lnTo>
                  <a:pt x="11078" y="3253"/>
                </a:lnTo>
                <a:cubicBezTo>
                  <a:pt x="10884" y="3072"/>
                  <a:pt x="10695" y="3072"/>
                  <a:pt x="10503" y="3253"/>
                </a:cubicBezTo>
                <a:lnTo>
                  <a:pt x="1980" y="11632"/>
                </a:lnTo>
                <a:cubicBezTo>
                  <a:pt x="1918" y="11704"/>
                  <a:pt x="1819" y="11744"/>
                  <a:pt x="1692" y="11744"/>
                </a:cubicBezTo>
                <a:lnTo>
                  <a:pt x="944" y="11744"/>
                </a:lnTo>
                <a:cubicBezTo>
                  <a:pt x="808" y="11744"/>
                  <a:pt x="695" y="11678"/>
                  <a:pt x="611" y="11551"/>
                </a:cubicBezTo>
                <a:lnTo>
                  <a:pt x="96" y="10820"/>
                </a:lnTo>
                <a:cubicBezTo>
                  <a:pt x="19" y="10710"/>
                  <a:pt x="-9" y="10584"/>
                  <a:pt x="2" y="10440"/>
                </a:cubicBezTo>
                <a:cubicBezTo>
                  <a:pt x="19" y="10298"/>
                  <a:pt x="74" y="10175"/>
                  <a:pt x="165" y="10074"/>
                </a:cubicBezTo>
                <a:lnTo>
                  <a:pt x="10112" y="287"/>
                </a:lnTo>
                <a:cubicBezTo>
                  <a:pt x="10321" y="106"/>
                  <a:pt x="10546" y="8"/>
                  <a:pt x="10788" y="0"/>
                </a:cubicBezTo>
                <a:cubicBezTo>
                  <a:pt x="11042" y="0"/>
                  <a:pt x="11267" y="97"/>
                  <a:pt x="11469" y="287"/>
                </a:cubicBezTo>
                <a:lnTo>
                  <a:pt x="14220" y="2991"/>
                </a:lnTo>
                <a:lnTo>
                  <a:pt x="14220" y="1586"/>
                </a:lnTo>
                <a:cubicBezTo>
                  <a:pt x="14220" y="1436"/>
                  <a:pt x="14266" y="1313"/>
                  <a:pt x="14352" y="1206"/>
                </a:cubicBezTo>
                <a:cubicBezTo>
                  <a:pt x="14441" y="1099"/>
                  <a:pt x="14546" y="1048"/>
                  <a:pt x="14669" y="1048"/>
                </a:cubicBezTo>
                <a:lnTo>
                  <a:pt x="17226" y="1048"/>
                </a:lnTo>
                <a:cubicBezTo>
                  <a:pt x="17348" y="1048"/>
                  <a:pt x="17451" y="1099"/>
                  <a:pt x="17530" y="1206"/>
                </a:cubicBezTo>
                <a:cubicBezTo>
                  <a:pt x="17609" y="1312"/>
                  <a:pt x="17653" y="1436"/>
                  <a:pt x="17653" y="1586"/>
                </a:cubicBezTo>
                <a:lnTo>
                  <a:pt x="17653" y="6383"/>
                </a:lnTo>
                <a:lnTo>
                  <a:pt x="21416" y="10074"/>
                </a:lnTo>
                <a:close/>
                <a:moveTo>
                  <a:pt x="18523" y="11977"/>
                </a:moveTo>
                <a:lnTo>
                  <a:pt x="18523" y="20551"/>
                </a:lnTo>
                <a:cubicBezTo>
                  <a:pt x="18523" y="20854"/>
                  <a:pt x="18441" y="21104"/>
                  <a:pt x="18276" y="21300"/>
                </a:cubicBezTo>
                <a:cubicBezTo>
                  <a:pt x="18110" y="21502"/>
                  <a:pt x="17904" y="21599"/>
                  <a:pt x="17653" y="21599"/>
                </a:cubicBezTo>
                <a:lnTo>
                  <a:pt x="12809" y="21599"/>
                </a:lnTo>
                <a:lnTo>
                  <a:pt x="12809" y="14736"/>
                </a:lnTo>
                <a:lnTo>
                  <a:pt x="8772" y="14736"/>
                </a:lnTo>
                <a:lnTo>
                  <a:pt x="8772" y="21599"/>
                </a:lnTo>
                <a:lnTo>
                  <a:pt x="3928" y="21599"/>
                </a:lnTo>
                <a:cubicBezTo>
                  <a:pt x="3677" y="21599"/>
                  <a:pt x="3468" y="21502"/>
                  <a:pt x="3303" y="21300"/>
                </a:cubicBezTo>
                <a:cubicBezTo>
                  <a:pt x="3140" y="21104"/>
                  <a:pt x="3056" y="20854"/>
                  <a:pt x="3056" y="20551"/>
                </a:cubicBezTo>
                <a:lnTo>
                  <a:pt x="3056" y="11977"/>
                </a:lnTo>
                <a:lnTo>
                  <a:pt x="10788" y="4356"/>
                </a:lnTo>
                <a:lnTo>
                  <a:pt x="18523" y="11977"/>
                </a:lnTo>
                <a:close/>
              </a:path>
            </a:pathLst>
          </a:custGeom>
          <a:solidFill>
            <a:srgbClr val="3298FD"/>
          </a:solidFill>
          <a:ln w="0">
            <a:noFill/>
            <a:prstDash val="solid"/>
            <a:round/>
          </a:ln>
        </p:spPr>
        <p:txBody>
          <a:bodyPr vert="horz" wrap="square" lIns="91440" tIns="45720" rIns="91440" bIns="45720" numCol="1" anchor="t" anchorCtr="0" compatLnSpc="1"/>
          <a:lstStyle/>
          <a:p>
            <a:endParaRPr lang="es-ES" dirty="0">
              <a:solidFill>
                <a:srgbClr val="234463"/>
              </a:solidFill>
              <a:latin typeface="Arial" panose="020B0604020202020204" pitchFamily="34" charset="0"/>
              <a:ea typeface="微软雅黑" panose="020B0503020204020204" pitchFamily="34" charset="-122"/>
              <a:cs typeface="+mn-ea"/>
              <a:sym typeface="Gill Sans" charset="0"/>
            </a:endParaRPr>
          </a:p>
        </p:txBody>
      </p:sp>
      <p:sp>
        <p:nvSpPr>
          <p:cNvPr id="9" name="折角形 25"/>
          <p:cNvSpPr/>
          <p:nvPr>
            <p:custDataLst>
              <p:tags r:id="rId3"/>
            </p:custDataLst>
          </p:nvPr>
        </p:nvSpPr>
        <p:spPr>
          <a:xfrm>
            <a:off x="4178703" y="2352449"/>
            <a:ext cx="1592826" cy="1592826"/>
          </a:xfrm>
          <a:prstGeom prst="foldedCorner">
            <a:avLst/>
          </a:prstGeom>
          <a:ln w="9525" cap="rnd">
            <a:solidFill>
              <a:srgbClr val="234463"/>
            </a:solidFill>
            <a:prstDash val="solid"/>
            <a:round/>
          </a:ln>
        </p:spPr>
        <p:txBody>
          <a:bodyPr lIns="50800" tIns="50800" rIns="50800" bIns="50800" anchor="ctr"/>
          <a:lstStyle/>
          <a:p>
            <a:endParaRPr lang="zh-CN" altLang="en-US">
              <a:solidFill>
                <a:srgbClr val="6EA060"/>
              </a:solidFill>
            </a:endParaRPr>
          </a:p>
        </p:txBody>
      </p:sp>
      <p:sp>
        <p:nvSpPr>
          <p:cNvPr id="10" name="AutoShape 123"/>
          <p:cNvSpPr>
            <a:spLocks noChangeAspect="1"/>
          </p:cNvSpPr>
          <p:nvPr>
            <p:custDataLst>
              <p:tags r:id="rId4"/>
            </p:custDataLst>
          </p:nvPr>
        </p:nvSpPr>
        <p:spPr bwMode="auto">
          <a:xfrm>
            <a:off x="4653485" y="2794976"/>
            <a:ext cx="643262" cy="70777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599" y="6949"/>
                </a:moveTo>
                <a:cubicBezTo>
                  <a:pt x="21599" y="7542"/>
                  <a:pt x="21407" y="8153"/>
                  <a:pt x="21017" y="8781"/>
                </a:cubicBezTo>
                <a:cubicBezTo>
                  <a:pt x="20628" y="9416"/>
                  <a:pt x="20109" y="10015"/>
                  <a:pt x="19458" y="10585"/>
                </a:cubicBezTo>
                <a:cubicBezTo>
                  <a:pt x="18806" y="11152"/>
                  <a:pt x="18040" y="11651"/>
                  <a:pt x="17159" y="12083"/>
                </a:cubicBezTo>
                <a:cubicBezTo>
                  <a:pt x="16275" y="12512"/>
                  <a:pt x="15327" y="12820"/>
                  <a:pt x="14315" y="12996"/>
                </a:cubicBezTo>
                <a:cubicBezTo>
                  <a:pt x="13880" y="13090"/>
                  <a:pt x="13492" y="13284"/>
                  <a:pt x="13151" y="13578"/>
                </a:cubicBezTo>
                <a:cubicBezTo>
                  <a:pt x="12809" y="13872"/>
                  <a:pt x="12641" y="14204"/>
                  <a:pt x="12641" y="14571"/>
                </a:cubicBezTo>
                <a:cubicBezTo>
                  <a:pt x="12641" y="14900"/>
                  <a:pt x="12713" y="15140"/>
                  <a:pt x="12865" y="15293"/>
                </a:cubicBezTo>
                <a:cubicBezTo>
                  <a:pt x="13015" y="15449"/>
                  <a:pt x="13177" y="15596"/>
                  <a:pt x="13364" y="15728"/>
                </a:cubicBezTo>
                <a:cubicBezTo>
                  <a:pt x="13546" y="15866"/>
                  <a:pt x="13717" y="16010"/>
                  <a:pt x="13874" y="16169"/>
                </a:cubicBezTo>
                <a:cubicBezTo>
                  <a:pt x="14032" y="16330"/>
                  <a:pt x="14125" y="16574"/>
                  <a:pt x="14160" y="16903"/>
                </a:cubicBezTo>
                <a:cubicBezTo>
                  <a:pt x="14195" y="17117"/>
                  <a:pt x="14187" y="17340"/>
                  <a:pt x="14133" y="17564"/>
                </a:cubicBezTo>
                <a:cubicBezTo>
                  <a:pt x="14099" y="17696"/>
                  <a:pt x="14200" y="17805"/>
                  <a:pt x="14432" y="17893"/>
                </a:cubicBezTo>
                <a:cubicBezTo>
                  <a:pt x="14667" y="17981"/>
                  <a:pt x="14956" y="18069"/>
                  <a:pt x="15295" y="18154"/>
                </a:cubicBezTo>
                <a:cubicBezTo>
                  <a:pt x="15637" y="18236"/>
                  <a:pt x="15987" y="18342"/>
                  <a:pt x="16344" y="18468"/>
                </a:cubicBezTo>
                <a:cubicBezTo>
                  <a:pt x="16705" y="18595"/>
                  <a:pt x="16975" y="18756"/>
                  <a:pt x="17164" y="18953"/>
                </a:cubicBezTo>
                <a:cubicBezTo>
                  <a:pt x="17266" y="19050"/>
                  <a:pt x="17351" y="19232"/>
                  <a:pt x="17415" y="19511"/>
                </a:cubicBezTo>
                <a:cubicBezTo>
                  <a:pt x="17477" y="19790"/>
                  <a:pt x="17519" y="20090"/>
                  <a:pt x="17535" y="20416"/>
                </a:cubicBezTo>
                <a:cubicBezTo>
                  <a:pt x="17554" y="20727"/>
                  <a:pt x="17527" y="21000"/>
                  <a:pt x="17463" y="21241"/>
                </a:cubicBezTo>
                <a:cubicBezTo>
                  <a:pt x="17394" y="21479"/>
                  <a:pt x="17268" y="21599"/>
                  <a:pt x="17089" y="21599"/>
                </a:cubicBezTo>
                <a:lnTo>
                  <a:pt x="4496" y="21599"/>
                </a:lnTo>
                <a:cubicBezTo>
                  <a:pt x="4328" y="21599"/>
                  <a:pt x="4205" y="21479"/>
                  <a:pt x="4130" y="21241"/>
                </a:cubicBezTo>
                <a:cubicBezTo>
                  <a:pt x="4061" y="21000"/>
                  <a:pt x="4032" y="20727"/>
                  <a:pt x="4048" y="20416"/>
                </a:cubicBezTo>
                <a:cubicBezTo>
                  <a:pt x="4066" y="20090"/>
                  <a:pt x="4109" y="19790"/>
                  <a:pt x="4170" y="19511"/>
                </a:cubicBezTo>
                <a:cubicBezTo>
                  <a:pt x="4235" y="19232"/>
                  <a:pt x="4317" y="19050"/>
                  <a:pt x="4421" y="18953"/>
                </a:cubicBezTo>
                <a:cubicBezTo>
                  <a:pt x="4616" y="18768"/>
                  <a:pt x="4889" y="18606"/>
                  <a:pt x="5239" y="18474"/>
                </a:cubicBezTo>
                <a:cubicBezTo>
                  <a:pt x="5588" y="18345"/>
                  <a:pt x="5933" y="18236"/>
                  <a:pt x="6269" y="18154"/>
                </a:cubicBezTo>
                <a:cubicBezTo>
                  <a:pt x="6606" y="18069"/>
                  <a:pt x="6897" y="17984"/>
                  <a:pt x="7145" y="17901"/>
                </a:cubicBezTo>
                <a:cubicBezTo>
                  <a:pt x="7394" y="17816"/>
                  <a:pt x="7498" y="17705"/>
                  <a:pt x="7463" y="17564"/>
                </a:cubicBezTo>
                <a:cubicBezTo>
                  <a:pt x="7428" y="17432"/>
                  <a:pt x="7412" y="17311"/>
                  <a:pt x="7412" y="17205"/>
                </a:cubicBezTo>
                <a:lnTo>
                  <a:pt x="7412" y="16903"/>
                </a:lnTo>
                <a:cubicBezTo>
                  <a:pt x="7428" y="16574"/>
                  <a:pt x="7519" y="16330"/>
                  <a:pt x="7687" y="16169"/>
                </a:cubicBezTo>
                <a:cubicBezTo>
                  <a:pt x="7853" y="16010"/>
                  <a:pt x="8034" y="15866"/>
                  <a:pt x="8224" y="15728"/>
                </a:cubicBezTo>
                <a:cubicBezTo>
                  <a:pt x="8416" y="15593"/>
                  <a:pt x="8584" y="15446"/>
                  <a:pt x="8729" y="15293"/>
                </a:cubicBezTo>
                <a:cubicBezTo>
                  <a:pt x="8873" y="15140"/>
                  <a:pt x="8945" y="14900"/>
                  <a:pt x="8945" y="14571"/>
                </a:cubicBezTo>
                <a:cubicBezTo>
                  <a:pt x="8945" y="14204"/>
                  <a:pt x="8777" y="13875"/>
                  <a:pt x="8440" y="13578"/>
                </a:cubicBezTo>
                <a:cubicBezTo>
                  <a:pt x="8104" y="13281"/>
                  <a:pt x="7706" y="13090"/>
                  <a:pt x="7247" y="12996"/>
                </a:cubicBezTo>
                <a:cubicBezTo>
                  <a:pt x="6251" y="12811"/>
                  <a:pt x="5311" y="12497"/>
                  <a:pt x="4435" y="12062"/>
                </a:cubicBezTo>
                <a:cubicBezTo>
                  <a:pt x="3554" y="11628"/>
                  <a:pt x="2790" y="11128"/>
                  <a:pt x="2133" y="10570"/>
                </a:cubicBezTo>
                <a:cubicBezTo>
                  <a:pt x="1479" y="10012"/>
                  <a:pt x="958" y="9416"/>
                  <a:pt x="574" y="8781"/>
                </a:cubicBezTo>
                <a:cubicBezTo>
                  <a:pt x="189" y="8153"/>
                  <a:pt x="0" y="7542"/>
                  <a:pt x="0" y="6949"/>
                </a:cubicBezTo>
                <a:lnTo>
                  <a:pt x="0" y="4320"/>
                </a:lnTo>
                <a:cubicBezTo>
                  <a:pt x="0" y="4009"/>
                  <a:pt x="93" y="3756"/>
                  <a:pt x="285" y="3553"/>
                </a:cubicBezTo>
                <a:cubicBezTo>
                  <a:pt x="475" y="3354"/>
                  <a:pt x="712" y="3254"/>
                  <a:pt x="998" y="3254"/>
                </a:cubicBezTo>
                <a:lnTo>
                  <a:pt x="5124" y="3254"/>
                </a:lnTo>
                <a:cubicBezTo>
                  <a:pt x="5108" y="3139"/>
                  <a:pt x="5097" y="3025"/>
                  <a:pt x="5097" y="2901"/>
                </a:cubicBezTo>
                <a:lnTo>
                  <a:pt x="5097" y="2564"/>
                </a:lnTo>
                <a:lnTo>
                  <a:pt x="5097" y="2505"/>
                </a:lnTo>
                <a:cubicBezTo>
                  <a:pt x="5097" y="2005"/>
                  <a:pt x="5118" y="1594"/>
                  <a:pt x="5156" y="1265"/>
                </a:cubicBezTo>
                <a:cubicBezTo>
                  <a:pt x="5193" y="939"/>
                  <a:pt x="5260" y="684"/>
                  <a:pt x="5353" y="499"/>
                </a:cubicBezTo>
                <a:cubicBezTo>
                  <a:pt x="5444" y="320"/>
                  <a:pt x="5580" y="187"/>
                  <a:pt x="5754" y="111"/>
                </a:cubicBezTo>
                <a:cubicBezTo>
                  <a:pt x="5928" y="38"/>
                  <a:pt x="6165" y="0"/>
                  <a:pt x="6464" y="0"/>
                </a:cubicBezTo>
                <a:lnTo>
                  <a:pt x="15132" y="0"/>
                </a:lnTo>
                <a:cubicBezTo>
                  <a:pt x="15410" y="0"/>
                  <a:pt x="15645" y="38"/>
                  <a:pt x="15829" y="111"/>
                </a:cubicBezTo>
                <a:cubicBezTo>
                  <a:pt x="16011" y="187"/>
                  <a:pt x="16149" y="320"/>
                  <a:pt x="16243" y="499"/>
                </a:cubicBezTo>
                <a:cubicBezTo>
                  <a:pt x="16336" y="684"/>
                  <a:pt x="16403" y="939"/>
                  <a:pt x="16435" y="1265"/>
                </a:cubicBezTo>
                <a:cubicBezTo>
                  <a:pt x="16470" y="1594"/>
                  <a:pt x="16486" y="2006"/>
                  <a:pt x="16486" y="2505"/>
                </a:cubicBezTo>
                <a:lnTo>
                  <a:pt x="16486" y="2863"/>
                </a:lnTo>
                <a:cubicBezTo>
                  <a:pt x="16486" y="2989"/>
                  <a:pt x="16478" y="3119"/>
                  <a:pt x="16459" y="3251"/>
                </a:cubicBezTo>
                <a:lnTo>
                  <a:pt x="20603" y="3251"/>
                </a:lnTo>
                <a:cubicBezTo>
                  <a:pt x="20884" y="3251"/>
                  <a:pt x="21119" y="3351"/>
                  <a:pt x="21314" y="3550"/>
                </a:cubicBezTo>
                <a:cubicBezTo>
                  <a:pt x="21503" y="3753"/>
                  <a:pt x="21599" y="4006"/>
                  <a:pt x="21599" y="4317"/>
                </a:cubicBezTo>
                <a:lnTo>
                  <a:pt x="21599" y="6949"/>
                </a:lnTo>
                <a:close/>
                <a:moveTo>
                  <a:pt x="6283" y="10550"/>
                </a:moveTo>
                <a:cubicBezTo>
                  <a:pt x="6072" y="9798"/>
                  <a:pt x="5882" y="8978"/>
                  <a:pt x="5714" y="8082"/>
                </a:cubicBezTo>
                <a:cubicBezTo>
                  <a:pt x="5548" y="7189"/>
                  <a:pt x="5407" y="6299"/>
                  <a:pt x="5287" y="5415"/>
                </a:cubicBezTo>
                <a:lnTo>
                  <a:pt x="1962" y="5415"/>
                </a:lnTo>
                <a:lnTo>
                  <a:pt x="1962" y="6949"/>
                </a:lnTo>
                <a:cubicBezTo>
                  <a:pt x="1962" y="7137"/>
                  <a:pt x="2064" y="7389"/>
                  <a:pt x="2264" y="7709"/>
                </a:cubicBezTo>
                <a:cubicBezTo>
                  <a:pt x="2462" y="8029"/>
                  <a:pt x="2753" y="8358"/>
                  <a:pt x="3126" y="8699"/>
                </a:cubicBezTo>
                <a:cubicBezTo>
                  <a:pt x="3500" y="9040"/>
                  <a:pt x="3954" y="9381"/>
                  <a:pt x="4488" y="9707"/>
                </a:cubicBezTo>
                <a:cubicBezTo>
                  <a:pt x="5022" y="10033"/>
                  <a:pt x="5618" y="10315"/>
                  <a:pt x="6283" y="10550"/>
                </a:cubicBezTo>
                <a:moveTo>
                  <a:pt x="19629" y="5415"/>
                </a:moveTo>
                <a:lnTo>
                  <a:pt x="16280" y="5415"/>
                </a:lnTo>
                <a:cubicBezTo>
                  <a:pt x="16179" y="6299"/>
                  <a:pt x="16043" y="7189"/>
                  <a:pt x="15877" y="8082"/>
                </a:cubicBezTo>
                <a:cubicBezTo>
                  <a:pt x="15712" y="8978"/>
                  <a:pt x="15522" y="9798"/>
                  <a:pt x="15308" y="10550"/>
                </a:cubicBezTo>
                <a:cubicBezTo>
                  <a:pt x="15973" y="10315"/>
                  <a:pt x="16574" y="10033"/>
                  <a:pt x="17105" y="9707"/>
                </a:cubicBezTo>
                <a:cubicBezTo>
                  <a:pt x="17637" y="9381"/>
                  <a:pt x="18091" y="9040"/>
                  <a:pt x="18467" y="8699"/>
                </a:cubicBezTo>
                <a:cubicBezTo>
                  <a:pt x="18844" y="8358"/>
                  <a:pt x="19130" y="8029"/>
                  <a:pt x="19330" y="7709"/>
                </a:cubicBezTo>
                <a:cubicBezTo>
                  <a:pt x="19530" y="7389"/>
                  <a:pt x="19629" y="7137"/>
                  <a:pt x="19629" y="6949"/>
                </a:cubicBezTo>
                <a:lnTo>
                  <a:pt x="19629" y="5415"/>
                </a:lnTo>
                <a:close/>
              </a:path>
            </a:pathLst>
          </a:custGeom>
          <a:solidFill>
            <a:srgbClr val="234463"/>
          </a:solidFill>
          <a:ln>
            <a:noFill/>
          </a:ln>
        </p:spPr>
        <p:txBody>
          <a:bodyPr lIns="0" tIns="0" rIns="0" bIns="0"/>
          <a:lstStyle/>
          <a:p>
            <a:endParaRPr lang="es-ES" dirty="0">
              <a:solidFill>
                <a:srgbClr val="6EA060"/>
              </a:solidFill>
              <a:sym typeface="Gill Sans" charset="0"/>
            </a:endParaRPr>
          </a:p>
        </p:txBody>
      </p:sp>
      <p:sp>
        <p:nvSpPr>
          <p:cNvPr id="11" name="折角形 27"/>
          <p:cNvSpPr/>
          <p:nvPr>
            <p:custDataLst>
              <p:tags r:id="rId5"/>
            </p:custDataLst>
          </p:nvPr>
        </p:nvSpPr>
        <p:spPr>
          <a:xfrm>
            <a:off x="6419943" y="2352449"/>
            <a:ext cx="1592826" cy="1592826"/>
          </a:xfrm>
          <a:prstGeom prst="foldedCorner">
            <a:avLst/>
          </a:prstGeom>
          <a:ln w="9525" cap="rnd">
            <a:solidFill>
              <a:srgbClr val="3298FD"/>
            </a:solidFill>
            <a:prstDash val="solid"/>
            <a:round/>
          </a:ln>
        </p:spPr>
        <p:txBody>
          <a:bodyPr lIns="50800" tIns="50800" rIns="50800" bIns="50800" anchor="ctr"/>
          <a:lstStyle/>
          <a:p>
            <a:endParaRPr lang="zh-CN" altLang="en-US">
              <a:solidFill>
                <a:srgbClr val="6EA060"/>
              </a:solidFill>
            </a:endParaRPr>
          </a:p>
        </p:txBody>
      </p:sp>
      <p:sp>
        <p:nvSpPr>
          <p:cNvPr id="12" name="Freeform 16"/>
          <p:cNvSpPr>
            <a:spLocks noChangeAspect="1" noChangeArrowheads="1"/>
          </p:cNvSpPr>
          <p:nvPr>
            <p:custDataLst>
              <p:tags r:id="rId6"/>
            </p:custDataLst>
          </p:nvPr>
        </p:nvSpPr>
        <p:spPr bwMode="auto">
          <a:xfrm>
            <a:off x="6944701" y="2722124"/>
            <a:ext cx="543310" cy="853476"/>
          </a:xfrm>
          <a:custGeom>
            <a:avLst/>
            <a:gdLst>
              <a:gd name="T0" fmla="*/ 406 w 657"/>
              <a:gd name="T1" fmla="*/ 947 h 1032"/>
              <a:gd name="T2" fmla="*/ 333 w 657"/>
              <a:gd name="T3" fmla="*/ 1031 h 1032"/>
              <a:gd name="T4" fmla="*/ 250 w 657"/>
              <a:gd name="T5" fmla="*/ 947 h 1032"/>
              <a:gd name="T6" fmla="*/ 448 w 657"/>
              <a:gd name="T7" fmla="*/ 916 h 1032"/>
              <a:gd name="T8" fmla="*/ 198 w 657"/>
              <a:gd name="T9" fmla="*/ 833 h 1032"/>
              <a:gd name="T10" fmla="*/ 656 w 657"/>
              <a:gd name="T11" fmla="*/ 333 h 1032"/>
              <a:gd name="T12" fmla="*/ 562 w 657"/>
              <a:gd name="T13" fmla="*/ 562 h 1032"/>
              <a:gd name="T14" fmla="*/ 531 w 657"/>
              <a:gd name="T15" fmla="*/ 635 h 1032"/>
              <a:gd name="T16" fmla="*/ 500 w 657"/>
              <a:gd name="T17" fmla="*/ 708 h 1032"/>
              <a:gd name="T18" fmla="*/ 500 w 657"/>
              <a:gd name="T19" fmla="*/ 729 h 1032"/>
              <a:gd name="T20" fmla="*/ 166 w 657"/>
              <a:gd name="T21" fmla="*/ 791 h 1032"/>
              <a:gd name="T22" fmla="*/ 156 w 657"/>
              <a:gd name="T23" fmla="*/ 708 h 1032"/>
              <a:gd name="T24" fmla="*/ 135 w 657"/>
              <a:gd name="T25" fmla="*/ 635 h 1032"/>
              <a:gd name="T26" fmla="*/ 93 w 657"/>
              <a:gd name="T27" fmla="*/ 552 h 1032"/>
              <a:gd name="T28" fmla="*/ 0 w 657"/>
              <a:gd name="T29" fmla="*/ 333 h 1032"/>
              <a:gd name="T30" fmla="*/ 333 w 657"/>
              <a:gd name="T31" fmla="*/ 0 h 1032"/>
              <a:gd name="T32" fmla="*/ 656 w 657"/>
              <a:gd name="T33" fmla="*/ 333 h 1032"/>
              <a:gd name="T34" fmla="*/ 510 w 657"/>
              <a:gd name="T35" fmla="*/ 156 h 1032"/>
              <a:gd name="T36" fmla="*/ 156 w 657"/>
              <a:gd name="T37" fmla="*/ 156 h 1032"/>
              <a:gd name="T38" fmla="*/ 146 w 657"/>
              <a:gd name="T39" fmla="*/ 499 h 1032"/>
              <a:gd name="T40" fmla="*/ 166 w 657"/>
              <a:gd name="T41" fmla="*/ 541 h 1032"/>
              <a:gd name="T42" fmla="*/ 229 w 657"/>
              <a:gd name="T43" fmla="*/ 666 h 1032"/>
              <a:gd name="T44" fmla="*/ 427 w 657"/>
              <a:gd name="T45" fmla="*/ 718 h 1032"/>
              <a:gd name="T46" fmla="*/ 458 w 657"/>
              <a:gd name="T47" fmla="*/ 604 h 1032"/>
              <a:gd name="T48" fmla="*/ 510 w 657"/>
              <a:gd name="T49" fmla="*/ 520 h 1032"/>
              <a:gd name="T50" fmla="*/ 583 w 657"/>
              <a:gd name="T51" fmla="*/ 333 h 1032"/>
              <a:gd name="T52" fmla="*/ 354 w 657"/>
              <a:gd name="T53" fmla="*/ 354 h 1032"/>
              <a:gd name="T54" fmla="*/ 302 w 657"/>
              <a:gd name="T55" fmla="*/ 354 h 1032"/>
              <a:gd name="T56" fmla="*/ 239 w 657"/>
              <a:gd name="T57" fmla="*/ 354 h 1032"/>
              <a:gd name="T58" fmla="*/ 250 w 657"/>
              <a:gd name="T59" fmla="*/ 499 h 1032"/>
              <a:gd name="T60" fmla="*/ 302 w 657"/>
              <a:gd name="T61" fmla="*/ 499 h 1032"/>
              <a:gd name="T62" fmla="*/ 364 w 657"/>
              <a:gd name="T63" fmla="*/ 499 h 1032"/>
              <a:gd name="T64" fmla="*/ 416 w 657"/>
              <a:gd name="T65" fmla="*/ 499 h 1032"/>
              <a:gd name="T66" fmla="*/ 427 w 657"/>
              <a:gd name="T67" fmla="*/ 354 h 1032"/>
              <a:gd name="T68" fmla="*/ 385 w 657"/>
              <a:gd name="T69" fmla="*/ 416 h 1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57" h="1032">
                <a:moveTo>
                  <a:pt x="250" y="947"/>
                </a:moveTo>
                <a:cubicBezTo>
                  <a:pt x="406" y="947"/>
                  <a:pt x="406" y="947"/>
                  <a:pt x="406" y="947"/>
                </a:cubicBezTo>
                <a:cubicBezTo>
                  <a:pt x="406" y="968"/>
                  <a:pt x="396" y="989"/>
                  <a:pt x="385" y="1010"/>
                </a:cubicBezTo>
                <a:cubicBezTo>
                  <a:pt x="364" y="1020"/>
                  <a:pt x="354" y="1031"/>
                  <a:pt x="333" y="1031"/>
                </a:cubicBezTo>
                <a:cubicBezTo>
                  <a:pt x="312" y="1031"/>
                  <a:pt x="291" y="1020"/>
                  <a:pt x="281" y="1010"/>
                </a:cubicBezTo>
                <a:cubicBezTo>
                  <a:pt x="260" y="989"/>
                  <a:pt x="250" y="968"/>
                  <a:pt x="250" y="947"/>
                </a:cubicBezTo>
                <a:close/>
                <a:moveTo>
                  <a:pt x="208" y="916"/>
                </a:moveTo>
                <a:cubicBezTo>
                  <a:pt x="448" y="916"/>
                  <a:pt x="448" y="916"/>
                  <a:pt x="448" y="916"/>
                </a:cubicBezTo>
                <a:cubicBezTo>
                  <a:pt x="458" y="833"/>
                  <a:pt x="458" y="833"/>
                  <a:pt x="458" y="833"/>
                </a:cubicBezTo>
                <a:cubicBezTo>
                  <a:pt x="198" y="833"/>
                  <a:pt x="198" y="833"/>
                  <a:pt x="198" y="833"/>
                </a:cubicBezTo>
                <a:lnTo>
                  <a:pt x="208" y="916"/>
                </a:lnTo>
                <a:close/>
                <a:moveTo>
                  <a:pt x="656" y="333"/>
                </a:moveTo>
                <a:cubicBezTo>
                  <a:pt x="656" y="416"/>
                  <a:pt x="625" y="489"/>
                  <a:pt x="573" y="552"/>
                </a:cubicBezTo>
                <a:lnTo>
                  <a:pt x="562" y="562"/>
                </a:lnTo>
                <a:cubicBezTo>
                  <a:pt x="562" y="562"/>
                  <a:pt x="562" y="572"/>
                  <a:pt x="552" y="572"/>
                </a:cubicBezTo>
                <a:cubicBezTo>
                  <a:pt x="541" y="593"/>
                  <a:pt x="541" y="614"/>
                  <a:pt x="531" y="635"/>
                </a:cubicBezTo>
                <a:cubicBezTo>
                  <a:pt x="521" y="656"/>
                  <a:pt x="510" y="677"/>
                  <a:pt x="510" y="697"/>
                </a:cubicBezTo>
                <a:cubicBezTo>
                  <a:pt x="500" y="697"/>
                  <a:pt x="500" y="697"/>
                  <a:pt x="500" y="708"/>
                </a:cubicBezTo>
                <a:lnTo>
                  <a:pt x="500" y="718"/>
                </a:lnTo>
                <a:cubicBezTo>
                  <a:pt x="500" y="729"/>
                  <a:pt x="500" y="729"/>
                  <a:pt x="500" y="729"/>
                </a:cubicBezTo>
                <a:cubicBezTo>
                  <a:pt x="500" y="791"/>
                  <a:pt x="500" y="791"/>
                  <a:pt x="500" y="791"/>
                </a:cubicBezTo>
                <a:cubicBezTo>
                  <a:pt x="166" y="791"/>
                  <a:pt x="166" y="791"/>
                  <a:pt x="166" y="791"/>
                </a:cubicBezTo>
                <a:cubicBezTo>
                  <a:pt x="166" y="729"/>
                  <a:pt x="166" y="729"/>
                  <a:pt x="166" y="729"/>
                </a:cubicBezTo>
                <a:cubicBezTo>
                  <a:pt x="166" y="718"/>
                  <a:pt x="156" y="718"/>
                  <a:pt x="156" y="708"/>
                </a:cubicBezTo>
                <a:lnTo>
                  <a:pt x="156" y="697"/>
                </a:lnTo>
                <a:cubicBezTo>
                  <a:pt x="146" y="677"/>
                  <a:pt x="146" y="656"/>
                  <a:pt x="135" y="635"/>
                </a:cubicBezTo>
                <a:cubicBezTo>
                  <a:pt x="125" y="614"/>
                  <a:pt x="114" y="593"/>
                  <a:pt x="104" y="572"/>
                </a:cubicBezTo>
                <a:cubicBezTo>
                  <a:pt x="93" y="562"/>
                  <a:pt x="93" y="562"/>
                  <a:pt x="93" y="552"/>
                </a:cubicBezTo>
                <a:lnTo>
                  <a:pt x="83" y="552"/>
                </a:lnTo>
                <a:cubicBezTo>
                  <a:pt x="31" y="489"/>
                  <a:pt x="0" y="416"/>
                  <a:pt x="0" y="333"/>
                </a:cubicBezTo>
                <a:cubicBezTo>
                  <a:pt x="0" y="239"/>
                  <a:pt x="31" y="166"/>
                  <a:pt x="104" y="104"/>
                </a:cubicBezTo>
                <a:cubicBezTo>
                  <a:pt x="166" y="31"/>
                  <a:pt x="239" y="0"/>
                  <a:pt x="333" y="0"/>
                </a:cubicBezTo>
                <a:cubicBezTo>
                  <a:pt x="416" y="0"/>
                  <a:pt x="500" y="31"/>
                  <a:pt x="562" y="104"/>
                </a:cubicBezTo>
                <a:cubicBezTo>
                  <a:pt x="625" y="166"/>
                  <a:pt x="656" y="239"/>
                  <a:pt x="656" y="333"/>
                </a:cubicBezTo>
                <a:close/>
                <a:moveTo>
                  <a:pt x="583" y="333"/>
                </a:moveTo>
                <a:cubicBezTo>
                  <a:pt x="583" y="260"/>
                  <a:pt x="562" y="198"/>
                  <a:pt x="510" y="156"/>
                </a:cubicBezTo>
                <a:cubicBezTo>
                  <a:pt x="458" y="104"/>
                  <a:pt x="396" y="83"/>
                  <a:pt x="333" y="83"/>
                </a:cubicBezTo>
                <a:cubicBezTo>
                  <a:pt x="260" y="83"/>
                  <a:pt x="198" y="104"/>
                  <a:pt x="156" y="156"/>
                </a:cubicBezTo>
                <a:cubicBezTo>
                  <a:pt x="104" y="198"/>
                  <a:pt x="73" y="260"/>
                  <a:pt x="73" y="333"/>
                </a:cubicBezTo>
                <a:cubicBezTo>
                  <a:pt x="73" y="396"/>
                  <a:pt x="93" y="448"/>
                  <a:pt x="146" y="499"/>
                </a:cubicBezTo>
                <a:cubicBezTo>
                  <a:pt x="146" y="499"/>
                  <a:pt x="146" y="510"/>
                  <a:pt x="156" y="510"/>
                </a:cubicBezTo>
                <a:cubicBezTo>
                  <a:pt x="156" y="520"/>
                  <a:pt x="166" y="531"/>
                  <a:pt x="166" y="541"/>
                </a:cubicBezTo>
                <a:cubicBezTo>
                  <a:pt x="177" y="562"/>
                  <a:pt x="187" y="583"/>
                  <a:pt x="198" y="604"/>
                </a:cubicBezTo>
                <a:cubicBezTo>
                  <a:pt x="208" y="624"/>
                  <a:pt x="218" y="645"/>
                  <a:pt x="229" y="666"/>
                </a:cubicBezTo>
                <a:cubicBezTo>
                  <a:pt x="229" y="697"/>
                  <a:pt x="239" y="708"/>
                  <a:pt x="239" y="718"/>
                </a:cubicBezTo>
                <a:cubicBezTo>
                  <a:pt x="427" y="718"/>
                  <a:pt x="427" y="718"/>
                  <a:pt x="427" y="718"/>
                </a:cubicBezTo>
                <a:cubicBezTo>
                  <a:pt x="427" y="708"/>
                  <a:pt x="427" y="697"/>
                  <a:pt x="437" y="666"/>
                </a:cubicBezTo>
                <a:cubicBezTo>
                  <a:pt x="437" y="645"/>
                  <a:pt x="448" y="624"/>
                  <a:pt x="458" y="604"/>
                </a:cubicBezTo>
                <a:cubicBezTo>
                  <a:pt x="468" y="583"/>
                  <a:pt x="479" y="562"/>
                  <a:pt x="489" y="541"/>
                </a:cubicBezTo>
                <a:cubicBezTo>
                  <a:pt x="489" y="531"/>
                  <a:pt x="500" y="520"/>
                  <a:pt x="510" y="520"/>
                </a:cubicBezTo>
                <a:cubicBezTo>
                  <a:pt x="510" y="510"/>
                  <a:pt x="510" y="499"/>
                  <a:pt x="521" y="499"/>
                </a:cubicBezTo>
                <a:cubicBezTo>
                  <a:pt x="562" y="448"/>
                  <a:pt x="583" y="396"/>
                  <a:pt x="583" y="333"/>
                </a:cubicBezTo>
                <a:close/>
                <a:moveTo>
                  <a:pt x="385" y="416"/>
                </a:moveTo>
                <a:cubicBezTo>
                  <a:pt x="354" y="354"/>
                  <a:pt x="354" y="354"/>
                  <a:pt x="354" y="354"/>
                </a:cubicBezTo>
                <a:cubicBezTo>
                  <a:pt x="333" y="302"/>
                  <a:pt x="333" y="302"/>
                  <a:pt x="333" y="302"/>
                </a:cubicBezTo>
                <a:cubicBezTo>
                  <a:pt x="302" y="354"/>
                  <a:pt x="302" y="354"/>
                  <a:pt x="302" y="354"/>
                </a:cubicBezTo>
                <a:cubicBezTo>
                  <a:pt x="271" y="416"/>
                  <a:pt x="271" y="416"/>
                  <a:pt x="271" y="416"/>
                </a:cubicBezTo>
                <a:cubicBezTo>
                  <a:pt x="239" y="354"/>
                  <a:pt x="239" y="354"/>
                  <a:pt x="239" y="354"/>
                </a:cubicBezTo>
                <a:cubicBezTo>
                  <a:pt x="187" y="385"/>
                  <a:pt x="187" y="385"/>
                  <a:pt x="187" y="385"/>
                </a:cubicBezTo>
                <a:cubicBezTo>
                  <a:pt x="250" y="499"/>
                  <a:pt x="250" y="499"/>
                  <a:pt x="250" y="499"/>
                </a:cubicBezTo>
                <a:cubicBezTo>
                  <a:pt x="271" y="552"/>
                  <a:pt x="271" y="552"/>
                  <a:pt x="271" y="552"/>
                </a:cubicBezTo>
                <a:cubicBezTo>
                  <a:pt x="302" y="499"/>
                  <a:pt x="302" y="499"/>
                  <a:pt x="302" y="499"/>
                </a:cubicBezTo>
                <a:cubicBezTo>
                  <a:pt x="333" y="437"/>
                  <a:pt x="333" y="437"/>
                  <a:pt x="333" y="437"/>
                </a:cubicBezTo>
                <a:cubicBezTo>
                  <a:pt x="364" y="499"/>
                  <a:pt x="364" y="499"/>
                  <a:pt x="364" y="499"/>
                </a:cubicBezTo>
                <a:cubicBezTo>
                  <a:pt x="385" y="552"/>
                  <a:pt x="385" y="552"/>
                  <a:pt x="385" y="552"/>
                </a:cubicBezTo>
                <a:cubicBezTo>
                  <a:pt x="416" y="499"/>
                  <a:pt x="416" y="499"/>
                  <a:pt x="416" y="499"/>
                </a:cubicBezTo>
                <a:cubicBezTo>
                  <a:pt x="479" y="385"/>
                  <a:pt x="479" y="385"/>
                  <a:pt x="479" y="385"/>
                </a:cubicBezTo>
                <a:cubicBezTo>
                  <a:pt x="427" y="354"/>
                  <a:pt x="427" y="354"/>
                  <a:pt x="427" y="354"/>
                </a:cubicBezTo>
                <a:lnTo>
                  <a:pt x="385" y="416"/>
                </a:lnTo>
                <a:close/>
                <a:moveTo>
                  <a:pt x="385" y="416"/>
                </a:moveTo>
                <a:lnTo>
                  <a:pt x="385" y="416"/>
                </a:lnTo>
                <a:close/>
              </a:path>
            </a:pathLst>
          </a:custGeom>
          <a:solidFill>
            <a:srgbClr val="3298FD"/>
          </a:solidFill>
          <a:ln w="0">
            <a:noFill/>
            <a:prstDash val="solid"/>
            <a:round/>
          </a:ln>
        </p:spPr>
        <p:txBody>
          <a:bodyPr vert="horz" wrap="square" lIns="91440" tIns="45720" rIns="91440" bIns="45720" numCol="1" anchor="t" anchorCtr="0" compatLnSpc="1"/>
          <a:lstStyle/>
          <a:p>
            <a:endParaRPr lang="en-US" dirty="0">
              <a:solidFill>
                <a:srgbClr val="234463"/>
              </a:solidFill>
              <a:latin typeface="Arial" panose="020B0604020202020204" pitchFamily="34" charset="0"/>
              <a:ea typeface="微软雅黑" panose="020B0503020204020204" pitchFamily="34" charset="-122"/>
              <a:cs typeface="+mn-ea"/>
            </a:endParaRPr>
          </a:p>
        </p:txBody>
      </p:sp>
      <p:sp>
        <p:nvSpPr>
          <p:cNvPr id="13" name="折角形 29"/>
          <p:cNvSpPr/>
          <p:nvPr>
            <p:custDataLst>
              <p:tags r:id="rId7"/>
            </p:custDataLst>
          </p:nvPr>
        </p:nvSpPr>
        <p:spPr>
          <a:xfrm>
            <a:off x="8661182" y="2352449"/>
            <a:ext cx="1592826" cy="1592826"/>
          </a:xfrm>
          <a:prstGeom prst="foldedCorner">
            <a:avLst/>
          </a:prstGeom>
          <a:ln w="9525" cap="rnd">
            <a:solidFill>
              <a:srgbClr val="234463"/>
            </a:solidFill>
            <a:prstDash val="solid"/>
            <a:round/>
          </a:ln>
        </p:spPr>
        <p:txBody>
          <a:bodyPr lIns="50800" tIns="50800" rIns="50800" bIns="50800" anchor="ctr"/>
          <a:lstStyle/>
          <a:p>
            <a:endParaRPr lang="zh-CN" altLang="en-US">
              <a:solidFill>
                <a:srgbClr val="6EA060"/>
              </a:solidFill>
            </a:endParaRPr>
          </a:p>
        </p:txBody>
      </p:sp>
      <p:sp>
        <p:nvSpPr>
          <p:cNvPr id="14" name="Freeform 61"/>
          <p:cNvSpPr>
            <a:spLocks noChangeAspect="1" noChangeArrowheads="1"/>
          </p:cNvSpPr>
          <p:nvPr>
            <p:custDataLst>
              <p:tags r:id="rId8"/>
            </p:custDataLst>
          </p:nvPr>
        </p:nvSpPr>
        <p:spPr bwMode="auto">
          <a:xfrm>
            <a:off x="9159945" y="2792620"/>
            <a:ext cx="595301" cy="712485"/>
          </a:xfrm>
          <a:custGeom>
            <a:avLst/>
            <a:gdLst>
              <a:gd name="connsiteX0" fmla="*/ 206367 w 449768"/>
              <a:gd name="connsiteY0" fmla="*/ 423375 h 538305"/>
              <a:gd name="connsiteX1" fmla="*/ 208536 w 449768"/>
              <a:gd name="connsiteY1" fmla="*/ 434347 h 538305"/>
              <a:gd name="connsiteX2" fmla="*/ 136133 w 449768"/>
              <a:gd name="connsiteY2" fmla="*/ 527584 h 538305"/>
              <a:gd name="connsiteX3" fmla="*/ 120760 w 449768"/>
              <a:gd name="connsiteY3" fmla="*/ 517169 h 538305"/>
              <a:gd name="connsiteX4" fmla="*/ 192667 w 449768"/>
              <a:gd name="connsiteY4" fmla="*/ 423933 h 538305"/>
              <a:gd name="connsiteX5" fmla="*/ 206367 w 449768"/>
              <a:gd name="connsiteY5" fmla="*/ 423375 h 538305"/>
              <a:gd name="connsiteX6" fmla="*/ 158371 w 449768"/>
              <a:gd name="connsiteY6" fmla="*/ 386315 h 538305"/>
              <a:gd name="connsiteX7" fmla="*/ 160292 w 449768"/>
              <a:gd name="connsiteY7" fmla="*/ 397002 h 538305"/>
              <a:gd name="connsiteX8" fmla="*/ 51725 w 449768"/>
              <a:gd name="connsiteY8" fmla="*/ 536376 h 538305"/>
              <a:gd name="connsiteX9" fmla="*/ 41315 w 449768"/>
              <a:gd name="connsiteY9" fmla="*/ 525997 h 538305"/>
              <a:gd name="connsiteX10" fmla="*/ 144924 w 449768"/>
              <a:gd name="connsiteY10" fmla="*/ 387118 h 538305"/>
              <a:gd name="connsiteX11" fmla="*/ 158371 w 449768"/>
              <a:gd name="connsiteY11" fmla="*/ 386315 h 538305"/>
              <a:gd name="connsiteX12" fmla="*/ 112005 w 449768"/>
              <a:gd name="connsiteY12" fmla="*/ 349971 h 538305"/>
              <a:gd name="connsiteX13" fmla="*/ 113740 w 449768"/>
              <a:gd name="connsiteY13" fmla="*/ 362927 h 538305"/>
              <a:gd name="connsiteX14" fmla="*/ 41338 w 449768"/>
              <a:gd name="connsiteY14" fmla="*/ 455221 h 538305"/>
              <a:gd name="connsiteX15" fmla="*/ 25965 w 449768"/>
              <a:gd name="connsiteY15" fmla="*/ 444857 h 538305"/>
              <a:gd name="connsiteX16" fmla="*/ 98367 w 449768"/>
              <a:gd name="connsiteY16" fmla="*/ 352562 h 538305"/>
              <a:gd name="connsiteX17" fmla="*/ 112005 w 449768"/>
              <a:gd name="connsiteY17" fmla="*/ 349971 h 538305"/>
              <a:gd name="connsiteX18" fmla="*/ 287508 w 449768"/>
              <a:gd name="connsiteY18" fmla="*/ 153269 h 538305"/>
              <a:gd name="connsiteX19" fmla="*/ 261020 w 449768"/>
              <a:gd name="connsiteY19" fmla="*/ 165441 h 538305"/>
              <a:gd name="connsiteX20" fmla="*/ 255548 w 449768"/>
              <a:gd name="connsiteY20" fmla="*/ 175874 h 538305"/>
              <a:gd name="connsiteX21" fmla="*/ 276441 w 449768"/>
              <a:gd name="connsiteY21" fmla="*/ 232511 h 538305"/>
              <a:gd name="connsiteX22" fmla="*/ 328174 w 449768"/>
              <a:gd name="connsiteY22" fmla="*/ 227543 h 538305"/>
              <a:gd name="connsiteX23" fmla="*/ 333645 w 449768"/>
              <a:gd name="connsiteY23" fmla="*/ 217110 h 538305"/>
              <a:gd name="connsiteX24" fmla="*/ 317727 w 449768"/>
              <a:gd name="connsiteY24" fmla="*/ 160472 h 538305"/>
              <a:gd name="connsiteX25" fmla="*/ 287508 w 449768"/>
              <a:gd name="connsiteY25" fmla="*/ 153269 h 538305"/>
              <a:gd name="connsiteX26" fmla="*/ 437111 w 449768"/>
              <a:gd name="connsiteY26" fmla="*/ 0 h 538305"/>
              <a:gd name="connsiteX27" fmla="*/ 442086 w 449768"/>
              <a:gd name="connsiteY27" fmla="*/ 0 h 538305"/>
              <a:gd name="connsiteX28" fmla="*/ 447557 w 449768"/>
              <a:gd name="connsiteY28" fmla="*/ 4968 h 538305"/>
              <a:gd name="connsiteX29" fmla="*/ 447557 w 449768"/>
              <a:gd name="connsiteY29" fmla="*/ 9937 h 538305"/>
              <a:gd name="connsiteX30" fmla="*/ 447557 w 449768"/>
              <a:gd name="connsiteY30" fmla="*/ 20370 h 538305"/>
              <a:gd name="connsiteX31" fmla="*/ 447557 w 449768"/>
              <a:gd name="connsiteY31" fmla="*/ 46204 h 538305"/>
              <a:gd name="connsiteX32" fmla="*/ 442086 w 449768"/>
              <a:gd name="connsiteY32" fmla="*/ 103338 h 538305"/>
              <a:gd name="connsiteX33" fmla="*/ 442086 w 449768"/>
              <a:gd name="connsiteY33" fmla="*/ 113771 h 538305"/>
              <a:gd name="connsiteX34" fmla="*/ 437111 w 449768"/>
              <a:gd name="connsiteY34" fmla="*/ 134141 h 538305"/>
              <a:gd name="connsiteX35" fmla="*/ 421194 w 449768"/>
              <a:gd name="connsiteY35" fmla="*/ 175874 h 538305"/>
              <a:gd name="connsiteX36" fmla="*/ 354040 w 449768"/>
              <a:gd name="connsiteY36" fmla="*/ 289645 h 538305"/>
              <a:gd name="connsiteX37" fmla="*/ 344091 w 449768"/>
              <a:gd name="connsiteY37" fmla="*/ 325913 h 538305"/>
              <a:gd name="connsiteX38" fmla="*/ 276441 w 449768"/>
              <a:gd name="connsiteY38" fmla="*/ 506754 h 538305"/>
              <a:gd name="connsiteX39" fmla="*/ 261020 w 449768"/>
              <a:gd name="connsiteY39" fmla="*/ 496321 h 538305"/>
              <a:gd name="connsiteX40" fmla="*/ 17278 w 449768"/>
              <a:gd name="connsiteY40" fmla="*/ 310511 h 538305"/>
              <a:gd name="connsiteX41" fmla="*/ 1858 w 449768"/>
              <a:gd name="connsiteY41" fmla="*/ 289645 h 538305"/>
              <a:gd name="connsiteX42" fmla="*/ 162528 w 449768"/>
              <a:gd name="connsiteY42" fmla="*/ 186307 h 538305"/>
              <a:gd name="connsiteX43" fmla="*/ 193369 w 449768"/>
              <a:gd name="connsiteY43" fmla="*/ 165441 h 538305"/>
              <a:gd name="connsiteX44" fmla="*/ 312753 w 449768"/>
              <a:gd name="connsiteY44" fmla="*/ 51669 h 538305"/>
              <a:gd name="connsiteX45" fmla="*/ 400799 w 449768"/>
              <a:gd name="connsiteY45" fmla="*/ 9937 h 538305"/>
              <a:gd name="connsiteX46" fmla="*/ 426665 w 449768"/>
              <a:gd name="connsiteY46" fmla="*/ 4968 h 538305"/>
              <a:gd name="connsiteX47" fmla="*/ 437111 w 449768"/>
              <a:gd name="connsiteY47" fmla="*/ 0 h 538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449768" h="538305">
                <a:moveTo>
                  <a:pt x="206367" y="423375"/>
                </a:moveTo>
                <a:cubicBezTo>
                  <a:pt x="209652" y="425297"/>
                  <a:pt x="211016" y="429140"/>
                  <a:pt x="208536" y="434347"/>
                </a:cubicBezTo>
                <a:cubicBezTo>
                  <a:pt x="198122" y="460136"/>
                  <a:pt x="172335" y="506754"/>
                  <a:pt x="136133" y="527584"/>
                </a:cubicBezTo>
                <a:cubicBezTo>
                  <a:pt x="125719" y="532543"/>
                  <a:pt x="115305" y="527584"/>
                  <a:pt x="120760" y="517169"/>
                </a:cubicBezTo>
                <a:cubicBezTo>
                  <a:pt x="130678" y="491380"/>
                  <a:pt x="151507" y="450217"/>
                  <a:pt x="192667" y="423933"/>
                </a:cubicBezTo>
                <a:cubicBezTo>
                  <a:pt x="197874" y="421453"/>
                  <a:pt x="203081" y="421453"/>
                  <a:pt x="206367" y="423375"/>
                </a:cubicBezTo>
                <a:close/>
                <a:moveTo>
                  <a:pt x="158371" y="386315"/>
                </a:moveTo>
                <a:cubicBezTo>
                  <a:pt x="161532" y="388230"/>
                  <a:pt x="162771" y="392060"/>
                  <a:pt x="160292" y="397002"/>
                </a:cubicBezTo>
                <a:cubicBezTo>
                  <a:pt x="144924" y="433081"/>
                  <a:pt x="113693" y="500297"/>
                  <a:pt x="51725" y="536376"/>
                </a:cubicBezTo>
                <a:cubicBezTo>
                  <a:pt x="41315" y="541318"/>
                  <a:pt x="36357" y="536376"/>
                  <a:pt x="41315" y="525997"/>
                </a:cubicBezTo>
                <a:cubicBezTo>
                  <a:pt x="51725" y="489918"/>
                  <a:pt x="82957" y="422702"/>
                  <a:pt x="144924" y="387118"/>
                </a:cubicBezTo>
                <a:cubicBezTo>
                  <a:pt x="150130" y="384399"/>
                  <a:pt x="155211" y="384399"/>
                  <a:pt x="158371" y="386315"/>
                </a:cubicBezTo>
                <a:close/>
                <a:moveTo>
                  <a:pt x="112005" y="349971"/>
                </a:moveTo>
                <a:cubicBezTo>
                  <a:pt x="115228" y="352562"/>
                  <a:pt x="116468" y="357744"/>
                  <a:pt x="113740" y="362927"/>
                </a:cubicBezTo>
                <a:cubicBezTo>
                  <a:pt x="103326" y="388591"/>
                  <a:pt x="77539" y="429556"/>
                  <a:pt x="41338" y="455221"/>
                </a:cubicBezTo>
                <a:cubicBezTo>
                  <a:pt x="25965" y="460157"/>
                  <a:pt x="21006" y="455221"/>
                  <a:pt x="25965" y="444857"/>
                </a:cubicBezTo>
                <a:cubicBezTo>
                  <a:pt x="36379" y="419192"/>
                  <a:pt x="57207" y="378227"/>
                  <a:pt x="98367" y="352562"/>
                </a:cubicBezTo>
                <a:cubicBezTo>
                  <a:pt x="103574" y="347380"/>
                  <a:pt x="108781" y="347380"/>
                  <a:pt x="112005" y="349971"/>
                </a:cubicBezTo>
                <a:close/>
                <a:moveTo>
                  <a:pt x="287508" y="153269"/>
                </a:moveTo>
                <a:cubicBezTo>
                  <a:pt x="277809" y="153890"/>
                  <a:pt x="268730" y="157740"/>
                  <a:pt x="261020" y="165441"/>
                </a:cubicBezTo>
                <a:cubicBezTo>
                  <a:pt x="261020" y="170409"/>
                  <a:pt x="261020" y="170409"/>
                  <a:pt x="255548" y="175874"/>
                </a:cubicBezTo>
                <a:cubicBezTo>
                  <a:pt x="245600" y="196243"/>
                  <a:pt x="250574" y="222575"/>
                  <a:pt x="276441" y="232511"/>
                </a:cubicBezTo>
                <a:cubicBezTo>
                  <a:pt x="291861" y="242944"/>
                  <a:pt x="317727" y="242944"/>
                  <a:pt x="328174" y="227543"/>
                </a:cubicBezTo>
                <a:cubicBezTo>
                  <a:pt x="333645" y="222575"/>
                  <a:pt x="333645" y="222575"/>
                  <a:pt x="333645" y="217110"/>
                </a:cubicBezTo>
                <a:cubicBezTo>
                  <a:pt x="349066" y="196243"/>
                  <a:pt x="338620" y="170409"/>
                  <a:pt x="317727" y="160472"/>
                </a:cubicBezTo>
                <a:cubicBezTo>
                  <a:pt x="307530" y="155256"/>
                  <a:pt x="297208" y="152648"/>
                  <a:pt x="287508" y="153269"/>
                </a:cubicBezTo>
                <a:close/>
                <a:moveTo>
                  <a:pt x="437111" y="0"/>
                </a:moveTo>
                <a:lnTo>
                  <a:pt x="442086" y="0"/>
                </a:lnTo>
                <a:cubicBezTo>
                  <a:pt x="447557" y="0"/>
                  <a:pt x="452532" y="0"/>
                  <a:pt x="447557" y="4968"/>
                </a:cubicBezTo>
                <a:lnTo>
                  <a:pt x="447557" y="9937"/>
                </a:lnTo>
                <a:cubicBezTo>
                  <a:pt x="452532" y="15402"/>
                  <a:pt x="447557" y="15402"/>
                  <a:pt x="447557" y="20370"/>
                </a:cubicBezTo>
                <a:cubicBezTo>
                  <a:pt x="447557" y="25835"/>
                  <a:pt x="447557" y="36268"/>
                  <a:pt x="447557" y="46204"/>
                </a:cubicBezTo>
                <a:cubicBezTo>
                  <a:pt x="447557" y="62102"/>
                  <a:pt x="447557" y="82472"/>
                  <a:pt x="442086" y="103338"/>
                </a:cubicBezTo>
                <a:cubicBezTo>
                  <a:pt x="442086" y="108306"/>
                  <a:pt x="442086" y="108306"/>
                  <a:pt x="442086" y="113771"/>
                </a:cubicBezTo>
                <a:cubicBezTo>
                  <a:pt x="437111" y="124205"/>
                  <a:pt x="437111" y="129173"/>
                  <a:pt x="437111" y="134141"/>
                </a:cubicBezTo>
                <a:cubicBezTo>
                  <a:pt x="431640" y="150039"/>
                  <a:pt x="426665" y="165441"/>
                  <a:pt x="421194" y="175874"/>
                </a:cubicBezTo>
                <a:cubicBezTo>
                  <a:pt x="406271" y="212141"/>
                  <a:pt x="385378" y="248409"/>
                  <a:pt x="354040" y="289645"/>
                </a:cubicBezTo>
                <a:cubicBezTo>
                  <a:pt x="349066" y="294613"/>
                  <a:pt x="344091" y="315479"/>
                  <a:pt x="344091" y="325913"/>
                </a:cubicBezTo>
                <a:cubicBezTo>
                  <a:pt x="354040" y="367148"/>
                  <a:pt x="359512" y="460053"/>
                  <a:pt x="276441" y="506754"/>
                </a:cubicBezTo>
                <a:cubicBezTo>
                  <a:pt x="265994" y="517187"/>
                  <a:pt x="255548" y="512219"/>
                  <a:pt x="261020" y="496321"/>
                </a:cubicBezTo>
                <a:cubicBezTo>
                  <a:pt x="261020" y="439684"/>
                  <a:pt x="240128" y="305046"/>
                  <a:pt x="17278" y="310511"/>
                </a:cubicBezTo>
                <a:cubicBezTo>
                  <a:pt x="1858" y="310511"/>
                  <a:pt x="-3117" y="300078"/>
                  <a:pt x="1858" y="289645"/>
                </a:cubicBezTo>
                <a:cubicBezTo>
                  <a:pt x="17278" y="253377"/>
                  <a:pt x="59062" y="180842"/>
                  <a:pt x="162528" y="186307"/>
                </a:cubicBezTo>
                <a:cubicBezTo>
                  <a:pt x="172975" y="186307"/>
                  <a:pt x="188395" y="175874"/>
                  <a:pt x="193369" y="165441"/>
                </a:cubicBezTo>
                <a:cubicBezTo>
                  <a:pt x="214261" y="139606"/>
                  <a:pt x="250574" y="87937"/>
                  <a:pt x="312753" y="51669"/>
                </a:cubicBezTo>
                <a:cubicBezTo>
                  <a:pt x="349066" y="25835"/>
                  <a:pt x="379907" y="15402"/>
                  <a:pt x="400799" y="9937"/>
                </a:cubicBezTo>
                <a:cubicBezTo>
                  <a:pt x="416219" y="9937"/>
                  <a:pt x="426665" y="9937"/>
                  <a:pt x="426665" y="4968"/>
                </a:cubicBezTo>
                <a:cubicBezTo>
                  <a:pt x="431640" y="4968"/>
                  <a:pt x="431640" y="0"/>
                  <a:pt x="437111" y="0"/>
                </a:cubicBezTo>
                <a:close/>
              </a:path>
            </a:pathLst>
          </a:custGeom>
          <a:solidFill>
            <a:srgbClr val="234463"/>
          </a:solidFill>
          <a:ln>
            <a:noFill/>
          </a:ln>
        </p:spPr>
        <p:txBody>
          <a:bodyPr lIns="0" tIns="0" rIns="0" bIns="0"/>
          <a:lstStyle/>
          <a:p>
            <a:endParaRPr lang="en-US" dirty="0">
              <a:solidFill>
                <a:srgbClr val="6EA060"/>
              </a:solidFill>
            </a:endParaRPr>
          </a:p>
        </p:txBody>
      </p:sp>
      <p:sp>
        <p:nvSpPr>
          <p:cNvPr id="15" name="TextBox 13"/>
          <p:cNvSpPr txBox="1"/>
          <p:nvPr>
            <p:custDataLst>
              <p:tags r:id="rId9"/>
            </p:custDataLst>
          </p:nvPr>
        </p:nvSpPr>
        <p:spPr>
          <a:xfrm>
            <a:off x="1764030" y="4283710"/>
            <a:ext cx="2120900" cy="294640"/>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按视觉素材的发展逻辑</a:t>
            </a:r>
            <a:endPar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TextBox 13"/>
          <p:cNvSpPr txBox="1"/>
          <p:nvPr>
            <p:custDataLst>
              <p:tags r:id="rId10"/>
            </p:custDataLst>
          </p:nvPr>
        </p:nvSpPr>
        <p:spPr>
          <a:xfrm>
            <a:off x="1937463" y="4652498"/>
            <a:ext cx="1592826" cy="736600"/>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①</a:t>
            </a:r>
            <a:r>
              <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vlog</a:t>
            </a: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视频</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②故事内容</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③教学视频</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TextBox 13"/>
          <p:cNvSpPr txBox="1"/>
          <p:nvPr>
            <p:custDataLst>
              <p:tags r:id="rId11"/>
            </p:custDataLst>
          </p:nvPr>
        </p:nvSpPr>
        <p:spPr>
          <a:xfrm>
            <a:off x="4129405" y="4284345"/>
            <a:ext cx="1878965" cy="294640"/>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按照音乐的节奏来</a:t>
            </a:r>
            <a:endParaRPr 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8" name="TextBox 13"/>
          <p:cNvSpPr txBox="1"/>
          <p:nvPr>
            <p:custDataLst>
              <p:tags r:id="rId12"/>
            </p:custDataLst>
          </p:nvPr>
        </p:nvSpPr>
        <p:spPr>
          <a:xfrm>
            <a:off x="4178703" y="4652498"/>
            <a:ext cx="1592826" cy="736600"/>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①情感导向类</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②混剪</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③素材较少的</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TextBox 13"/>
          <p:cNvSpPr txBox="1"/>
          <p:nvPr>
            <p:custDataLst>
              <p:tags r:id="rId13"/>
            </p:custDataLst>
          </p:nvPr>
        </p:nvSpPr>
        <p:spPr>
          <a:xfrm>
            <a:off x="6419943" y="4284022"/>
            <a:ext cx="1372819" cy="294640"/>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前俩综合起来</a:t>
            </a:r>
            <a:endPar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0" name="TextBox 13"/>
          <p:cNvSpPr txBox="1"/>
          <p:nvPr>
            <p:custDataLst>
              <p:tags r:id="rId14"/>
            </p:custDataLst>
          </p:nvPr>
        </p:nvSpPr>
        <p:spPr>
          <a:xfrm>
            <a:off x="6419943" y="4652498"/>
            <a:ext cx="1592826" cy="736600"/>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①有明确主题的</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②素材丰富的</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③最常用的</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1" name="TextBox 13"/>
          <p:cNvSpPr txBox="1"/>
          <p:nvPr>
            <p:custDataLst>
              <p:tags r:id="rId15"/>
            </p:custDataLst>
          </p:nvPr>
        </p:nvSpPr>
        <p:spPr>
          <a:xfrm>
            <a:off x="8661182" y="4284022"/>
            <a:ext cx="1372819" cy="294640"/>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其他创意</a:t>
            </a:r>
            <a:endPar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2" name="TextBox 13"/>
          <p:cNvSpPr txBox="1"/>
          <p:nvPr>
            <p:custDataLst>
              <p:tags r:id="rId16"/>
            </p:custDataLst>
          </p:nvPr>
        </p:nvSpPr>
        <p:spPr>
          <a:xfrm>
            <a:off x="8661182" y="4652498"/>
            <a:ext cx="1592826" cy="220980"/>
          </a:xfrm>
          <a:prstGeom prst="rect">
            <a:avLst/>
          </a:prstGeom>
          <a:noFill/>
        </p:spPr>
        <p:txBody>
          <a:bodyPr wrap="square" lIns="0" tIns="0" rIns="0" bIns="0" rtlCol="0" anchor="t" anchorCtr="0">
            <a:spAutoFit/>
          </a:bodyPr>
          <a:lstStyle/>
          <a:p>
            <a:pP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你觉得好的就是好！</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3" name="文本框 22"/>
          <p:cNvSpPr txBox="1"/>
          <p:nvPr/>
        </p:nvSpPr>
        <p:spPr>
          <a:xfrm>
            <a:off x="2941955" y="1100455"/>
            <a:ext cx="7700010" cy="706755"/>
          </a:xfrm>
          <a:prstGeom prst="rect">
            <a:avLst/>
          </a:prstGeom>
          <a:noFill/>
        </p:spPr>
        <p:txBody>
          <a:bodyPr wrap="square" rtlCol="0">
            <a:spAutoFit/>
          </a:bodyPr>
          <a:p>
            <a:r>
              <a:rPr lang="en-US" altLang="zh-CN" sz="2000" b="1"/>
              <a:t>·</a:t>
            </a:r>
            <a:r>
              <a:rPr lang="zh-CN" altLang="en-US" sz="2000" b="1"/>
              <a:t>历史书的体裁有什么？</a:t>
            </a:r>
            <a:r>
              <a:rPr lang="en-US" altLang="zh-CN" sz="2000" b="1"/>
              <a:t>——</a:t>
            </a:r>
            <a:r>
              <a:rPr lang="zh-CN" altLang="en-US" sz="2000" b="1"/>
              <a:t>编年体、纪传体、国别体</a:t>
            </a:r>
            <a:endParaRPr lang="zh-CN" altLang="en-US" sz="2000" b="1"/>
          </a:p>
          <a:p>
            <a:r>
              <a:rPr lang="en-US" altLang="zh-CN" sz="2000" b="1"/>
              <a:t>·</a:t>
            </a:r>
            <a:r>
              <a:rPr lang="zh-CN" altLang="en-US" sz="2000" b="1"/>
              <a:t>编程的思路有什么？</a:t>
            </a:r>
            <a:r>
              <a:rPr lang="en-US" altLang="zh-CN" sz="2000" b="1"/>
              <a:t>——</a:t>
            </a:r>
            <a:r>
              <a:rPr lang="zh-CN" altLang="en-US" sz="2000" b="1"/>
              <a:t>面向过程、面向对象</a:t>
            </a:r>
            <a:endParaRPr lang="zh-CN" altLang="en-US" sz="2000" b="1"/>
          </a:p>
        </p:txBody>
      </p:sp>
      <p:sp>
        <p:nvSpPr>
          <p:cNvPr id="24" name="文本框 23"/>
          <p:cNvSpPr txBox="1"/>
          <p:nvPr/>
        </p:nvSpPr>
        <p:spPr>
          <a:xfrm>
            <a:off x="1057275" y="6021070"/>
            <a:ext cx="10695940" cy="368300"/>
          </a:xfrm>
          <a:prstGeom prst="rect">
            <a:avLst/>
          </a:prstGeom>
          <a:noFill/>
        </p:spPr>
        <p:txBody>
          <a:bodyPr wrap="square" rtlCol="0">
            <a:spAutoFit/>
          </a:bodyPr>
          <a:p>
            <a:r>
              <a:rPr lang="zh-CN" altLang="en-US">
                <a:solidFill>
                  <a:srgbClr val="FF0000"/>
                </a:solidFill>
              </a:rPr>
              <a:t>注：不是说有了按逻辑发展就可以不要音乐，也不是说有了音乐就不要逻辑，只是侧重不同罢了</a:t>
            </a:r>
            <a:endParaRPr lang="zh-CN" altLang="en-US">
              <a:solidFill>
                <a:srgbClr val="FF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5"/>
          <p:cNvSpPr/>
          <p:nvPr/>
        </p:nvSpPr>
        <p:spPr bwMode="auto">
          <a:xfrm rot="9300860" flipV="1">
            <a:off x="1218288" y="-1403837"/>
            <a:ext cx="9755424" cy="9665675"/>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F8FEFE">
              <a:alpha val="93000"/>
            </a:srgbClr>
          </a:solidFill>
          <a:ln>
            <a:noFill/>
          </a:ln>
          <a:effectLst>
            <a:outerShdw blurRad="825500" dist="38100" dir="13500000" algn="br" rotWithShape="0">
              <a:srgbClr val="177DE3">
                <a:alpha val="7000"/>
              </a:srgbClr>
            </a:outerShdw>
          </a:effectLst>
        </p:spPr>
        <p:txBody>
          <a:bodyPr vert="horz" wrap="square" lIns="91440" tIns="45720" rIns="91440" bIns="45720" numCol="1" anchor="t" anchorCtr="0" compatLnSpc="1"/>
          <a:lstStyle/>
          <a:p>
            <a:endParaRPr lang="zh-CN" altLang="en-US"/>
          </a:p>
        </p:txBody>
      </p:sp>
      <p:sp>
        <p:nvSpPr>
          <p:cNvPr id="4" name="Freeform 5"/>
          <p:cNvSpPr/>
          <p:nvPr/>
        </p:nvSpPr>
        <p:spPr bwMode="auto">
          <a:xfrm rot="19509204">
            <a:off x="4907341" y="1550753"/>
            <a:ext cx="1986939" cy="1968662"/>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noFill/>
          <a:ln w="17577" cap="flat">
            <a:solidFill>
              <a:srgbClr val="234463">
                <a:alpha val="18000"/>
              </a:srgbClr>
            </a:solidFill>
            <a:prstDash val="solid"/>
            <a:miter/>
          </a:ln>
        </p:spPr>
        <p:txBody>
          <a:bodyPr vert="horz" wrap="square" lIns="91440" tIns="45720" rIns="91440" bIns="45720" numCol="1" anchor="t" anchorCtr="0" compatLnSpc="1"/>
          <a:lstStyle/>
          <a:p>
            <a:endParaRPr lang="zh-CN" altLang="en-US"/>
          </a:p>
        </p:txBody>
      </p:sp>
      <p:sp>
        <p:nvSpPr>
          <p:cNvPr id="3" name="Freeform 5"/>
          <p:cNvSpPr/>
          <p:nvPr/>
        </p:nvSpPr>
        <p:spPr bwMode="auto">
          <a:xfrm rot="2010771">
            <a:off x="5058174" y="1494322"/>
            <a:ext cx="1954729" cy="1954801"/>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177DE3"/>
          </a:solidFill>
          <a:ln>
            <a:noFill/>
          </a:ln>
          <a:effectLst/>
        </p:spPr>
        <p:txBody>
          <a:bodyPr vert="horz" wrap="square" lIns="91440" tIns="45720" rIns="91440" bIns="45720" numCol="1" anchor="t" anchorCtr="0" compatLnSpc="1"/>
          <a:lstStyle/>
          <a:p>
            <a:endParaRPr lang="zh-CN" altLang="en-US"/>
          </a:p>
        </p:txBody>
      </p:sp>
      <p:sp>
        <p:nvSpPr>
          <p:cNvPr id="5" name="文本框 4"/>
          <p:cNvSpPr txBox="1"/>
          <p:nvPr/>
        </p:nvSpPr>
        <p:spPr>
          <a:xfrm>
            <a:off x="5207538" y="2030133"/>
            <a:ext cx="1756230" cy="1200329"/>
          </a:xfrm>
          <a:prstGeom prst="rect">
            <a:avLst/>
          </a:prstGeom>
          <a:noFill/>
        </p:spPr>
        <p:txBody>
          <a:bodyPr wrap="square" rtlCol="0">
            <a:spAutoFit/>
          </a:bodyPr>
          <a:lstStyle/>
          <a:p>
            <a:pPr algn="ctr"/>
            <a:r>
              <a:rPr lang="en-US" altLang="zh-CN" sz="7200" b="1">
                <a:solidFill>
                  <a:schemeClr val="bg1"/>
                </a:solidFill>
                <a:latin typeface="微软雅黑" panose="020B0503020204020204" pitchFamily="34" charset="-122"/>
                <a:ea typeface="微软雅黑" panose="020B0503020204020204" pitchFamily="34" charset="-122"/>
              </a:rPr>
              <a:t>03</a:t>
            </a:r>
            <a:endParaRPr lang="zh-CN" altLang="en-US" sz="7200" b="1">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4211610" y="3834359"/>
            <a:ext cx="3768780" cy="645160"/>
          </a:xfrm>
          <a:prstGeom prst="rect">
            <a:avLst/>
          </a:prstGeom>
          <a:noFill/>
        </p:spPr>
        <p:txBody>
          <a:bodyPr wrap="square" rtlCol="0">
            <a:spAutoFit/>
          </a:bodyPr>
          <a:lstStyle/>
          <a:p>
            <a:pPr algn="ctr"/>
            <a:r>
              <a:rPr lang="zh-CN" altLang="en-US" sz="3600" b="1">
                <a:solidFill>
                  <a:srgbClr val="234463"/>
                </a:solidFill>
                <a:latin typeface="微软雅黑" panose="020B0503020204020204" pitchFamily="34" charset="-122"/>
                <a:ea typeface="微软雅黑" panose="020B0503020204020204" pitchFamily="34" charset="-122"/>
              </a:rPr>
              <a:t>粗剪</a:t>
            </a:r>
            <a:endParaRPr lang="zh-CN" altLang="en-US" sz="3600" b="1">
              <a:solidFill>
                <a:srgbClr val="234463"/>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533141" y="4465254"/>
            <a:ext cx="7125719" cy="337185"/>
          </a:xfrm>
          <a:prstGeom prst="rect">
            <a:avLst/>
          </a:prstGeom>
          <a:noFill/>
        </p:spPr>
        <p:txBody>
          <a:bodyPr wrap="square" rtlCol="0">
            <a:spAutoFit/>
          </a:bodyPr>
          <a:lstStyle/>
          <a:p>
            <a:pPr algn="ctr"/>
            <a:r>
              <a:rPr lang="zh-CN" altLang="en-US" sz="16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rPr>
              <a:t>洒家不是粗人！难道就不能粗剪吗！</a:t>
            </a:r>
            <a:endParaRPr lang="zh-CN" altLang="en-US" sz="16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endParaRPr>
          </a:p>
        </p:txBody>
      </p:sp>
      <p:pic>
        <p:nvPicPr>
          <p:cNvPr id="2" name="图片 1" descr="df37bcdaf7c1667db9a1a8697bc98678"/>
          <p:cNvPicPr>
            <a:picLocks noChangeAspect="1"/>
          </p:cNvPicPr>
          <p:nvPr/>
        </p:nvPicPr>
        <p:blipFill>
          <a:blip r:embed="rId1"/>
          <a:stretch>
            <a:fillRect/>
          </a:stretch>
        </p:blipFill>
        <p:spPr>
          <a:xfrm>
            <a:off x="808355" y="3564890"/>
            <a:ext cx="2696845" cy="20008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08221" y="255809"/>
            <a:ext cx="751192" cy="574537"/>
            <a:chOff x="6465859" y="1148078"/>
            <a:chExt cx="751192" cy="574537"/>
          </a:xfrm>
        </p:grpSpPr>
        <p:sp>
          <p:nvSpPr>
            <p:cNvPr id="3" name="Freeform 5"/>
            <p:cNvSpPr/>
            <p:nvPr/>
          </p:nvSpPr>
          <p:spPr bwMode="auto">
            <a:xfrm>
              <a:off x="6465859" y="1148078"/>
              <a:ext cx="672994" cy="574537"/>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C9E7FF"/>
            </a:solidFill>
            <a:ln>
              <a:noFill/>
            </a:ln>
            <a:effectLst>
              <a:outerShdw blurRad="165100" dist="127000" dir="2700000" algn="tl" rotWithShape="0">
                <a:srgbClr val="177DE3">
                  <a:alpha val="10000"/>
                </a:srgbClr>
              </a:outerShdw>
            </a:effectLst>
          </p:spPr>
          <p:txBody>
            <a:bodyPr vert="horz" wrap="square" lIns="91440" tIns="45720" rIns="91440" bIns="45720" numCol="1" anchor="t" anchorCtr="0" compatLnSpc="1"/>
            <a:lstStyle/>
            <a:p>
              <a:endParaRPr lang="zh-CN" altLang="en-US"/>
            </a:p>
          </p:txBody>
        </p:sp>
        <p:sp>
          <p:nvSpPr>
            <p:cNvPr id="4" name="文本框 3"/>
            <p:cNvSpPr txBox="1"/>
            <p:nvPr/>
          </p:nvSpPr>
          <p:spPr>
            <a:xfrm>
              <a:off x="6465859" y="1173737"/>
              <a:ext cx="751192" cy="523220"/>
            </a:xfrm>
            <a:prstGeom prst="rect">
              <a:avLst/>
            </a:prstGeom>
            <a:noFill/>
          </p:spPr>
          <p:txBody>
            <a:bodyPr wrap="square" rtlCol="0">
              <a:spAutoFit/>
            </a:bodyPr>
            <a:lstStyle/>
            <a:p>
              <a:pPr algn="ctr"/>
              <a:r>
                <a:rPr lang="en-US" altLang="zh-CN" sz="2800" b="1">
                  <a:solidFill>
                    <a:srgbClr val="234463"/>
                  </a:solidFill>
                  <a:latin typeface="微软雅黑" panose="020B0503020204020204" pitchFamily="34" charset="-122"/>
                  <a:ea typeface="微软雅黑" panose="020B0503020204020204" pitchFamily="34" charset="-122"/>
                </a:rPr>
                <a:t>03</a:t>
              </a:r>
              <a:endParaRPr lang="zh-CN" altLang="en-US" sz="2800" b="1">
                <a:solidFill>
                  <a:srgbClr val="234463"/>
                </a:solidFill>
                <a:latin typeface="微软雅黑" panose="020B0503020204020204" pitchFamily="34" charset="-122"/>
                <a:ea typeface="微软雅黑" panose="020B0503020204020204" pitchFamily="34" charset="-122"/>
              </a:endParaRPr>
            </a:p>
          </p:txBody>
        </p:sp>
      </p:grpSp>
      <p:sp>
        <p:nvSpPr>
          <p:cNvPr id="5" name="文本框 4"/>
          <p:cNvSpPr txBox="1"/>
          <p:nvPr/>
        </p:nvSpPr>
        <p:spPr>
          <a:xfrm>
            <a:off x="898980" y="255809"/>
            <a:ext cx="2743200" cy="460375"/>
          </a:xfrm>
          <a:prstGeom prst="rect">
            <a:avLst/>
          </a:prstGeom>
          <a:noFill/>
        </p:spPr>
        <p:txBody>
          <a:bodyPr wrap="square" rtlCol="0">
            <a:spAutoFit/>
          </a:bodyPr>
          <a:lstStyle/>
          <a:p>
            <a:r>
              <a:rPr lang="zh-CN" altLang="en-US" sz="2400" b="1">
                <a:solidFill>
                  <a:srgbClr val="234463"/>
                </a:solidFill>
                <a:latin typeface="微软雅黑" panose="020B0503020204020204" pitchFamily="34" charset="-122"/>
                <a:ea typeface="微软雅黑" panose="020B0503020204020204" pitchFamily="34" charset="-122"/>
              </a:rPr>
              <a:t>粗剪</a:t>
            </a:r>
            <a:endParaRPr lang="zh-CN" altLang="en-US" sz="2400" b="1">
              <a:solidFill>
                <a:srgbClr val="234463"/>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898981" y="634922"/>
            <a:ext cx="2511764" cy="275590"/>
          </a:xfrm>
          <a:prstGeom prst="rect">
            <a:avLst/>
          </a:prstGeom>
          <a:noFill/>
        </p:spPr>
        <p:txBody>
          <a:bodyPr wrap="square" rtlCol="0">
            <a:spAutoFit/>
          </a:bodyPr>
          <a:lstStyle/>
          <a:p>
            <a:r>
              <a:rPr lang="zh-CN" altLang="en-US" sz="1200">
                <a:solidFill>
                  <a:srgbClr val="234463"/>
                </a:solidFill>
                <a:latin typeface="Segoe UI Light" panose="020B0502040204020203" pitchFamily="34" charset="0"/>
                <a:ea typeface="微软雅黑 Light" panose="020B0502040204020203" pitchFamily="34" charset="-122"/>
                <a:cs typeface="Segoe UI Light" panose="020B0502040204020203" pitchFamily="34" charset="0"/>
              </a:rPr>
              <a:t>按视觉素材的发展逻辑</a:t>
            </a:r>
            <a:endParaRPr lang="zh-CN" altLang="en-US" sz="1200">
              <a:solidFill>
                <a:srgbClr val="234463"/>
              </a:solidFill>
              <a:latin typeface="Segoe UI Light" panose="020B0502040204020203" pitchFamily="34" charset="0"/>
              <a:ea typeface="微软雅黑 Light" panose="020B0502040204020203" pitchFamily="34" charset="-122"/>
              <a:cs typeface="Segoe UI Light" panose="020B0502040204020203" pitchFamily="34" charset="0"/>
            </a:endParaRPr>
          </a:p>
        </p:txBody>
      </p:sp>
      <p:cxnSp>
        <p:nvCxnSpPr>
          <p:cNvPr id="7" name="Straight Connector 17"/>
          <p:cNvCxnSpPr>
            <a:stCxn id="13" idx="6"/>
          </p:cNvCxnSpPr>
          <p:nvPr>
            <p:custDataLst>
              <p:tags r:id="rId1"/>
            </p:custDataLst>
          </p:nvPr>
        </p:nvCxnSpPr>
        <p:spPr>
          <a:xfrm>
            <a:off x="5245991" y="4582366"/>
            <a:ext cx="1106075" cy="0"/>
          </a:xfrm>
          <a:prstGeom prst="line">
            <a:avLst/>
          </a:prstGeom>
          <a:noFill/>
          <a:ln w="15875" cap="flat" cmpd="sng" algn="ctr">
            <a:solidFill>
              <a:schemeClr val="tx1">
                <a:lumMod val="75000"/>
                <a:lumOff val="25000"/>
              </a:schemeClr>
            </a:solidFill>
            <a:prstDash val="sysDash"/>
            <a:miter lim="800000"/>
            <a:headEnd type="none" w="med" len="med"/>
            <a:tailEnd type="none" w="med" len="med"/>
          </a:ln>
          <a:effectLst/>
        </p:spPr>
      </p:cxnSp>
      <p:cxnSp>
        <p:nvCxnSpPr>
          <p:cNvPr id="8" name="Straight Connector 18"/>
          <p:cNvCxnSpPr/>
          <p:nvPr>
            <p:custDataLst>
              <p:tags r:id="rId2"/>
            </p:custDataLst>
          </p:nvPr>
        </p:nvCxnSpPr>
        <p:spPr>
          <a:xfrm>
            <a:off x="6352066" y="3267389"/>
            <a:ext cx="0" cy="1332000"/>
          </a:xfrm>
          <a:prstGeom prst="line">
            <a:avLst/>
          </a:prstGeom>
          <a:noFill/>
          <a:ln w="15875" cap="flat" cmpd="sng" algn="ctr">
            <a:solidFill>
              <a:schemeClr val="tx1">
                <a:lumMod val="75000"/>
                <a:lumOff val="25000"/>
              </a:schemeClr>
            </a:solidFill>
            <a:prstDash val="sysDash"/>
            <a:miter lim="800000"/>
            <a:headEnd type="none" w="med" len="med"/>
            <a:tailEnd type="none" w="med" len="med"/>
          </a:ln>
          <a:effectLst/>
        </p:spPr>
      </p:cxnSp>
      <p:cxnSp>
        <p:nvCxnSpPr>
          <p:cNvPr id="9" name="Straight Connector 20"/>
          <p:cNvCxnSpPr>
            <a:stCxn id="18" idx="4"/>
          </p:cNvCxnSpPr>
          <p:nvPr>
            <p:custDataLst>
              <p:tags r:id="rId3"/>
            </p:custDataLst>
          </p:nvPr>
        </p:nvCxnSpPr>
        <p:spPr>
          <a:xfrm flipH="1">
            <a:off x="9502318" y="5122365"/>
            <a:ext cx="6355" cy="1735635"/>
          </a:xfrm>
          <a:prstGeom prst="line">
            <a:avLst/>
          </a:prstGeom>
          <a:noFill/>
          <a:ln w="15875" cap="flat" cmpd="sng" algn="ctr">
            <a:solidFill>
              <a:schemeClr val="tx1">
                <a:lumMod val="75000"/>
                <a:lumOff val="25000"/>
              </a:schemeClr>
            </a:solidFill>
            <a:prstDash val="sysDash"/>
            <a:miter lim="800000"/>
            <a:headEnd type="none" w="med" len="med"/>
            <a:tailEnd type="none" w="med" len="med"/>
          </a:ln>
          <a:effectLst/>
        </p:spPr>
      </p:cxnSp>
      <p:cxnSp>
        <p:nvCxnSpPr>
          <p:cNvPr id="10" name="Straight Connector 15"/>
          <p:cNvCxnSpPr>
            <a:endCxn id="13" idx="2"/>
          </p:cNvCxnSpPr>
          <p:nvPr>
            <p:custDataLst>
              <p:tags r:id="rId4"/>
            </p:custDataLst>
          </p:nvPr>
        </p:nvCxnSpPr>
        <p:spPr>
          <a:xfrm>
            <a:off x="3031307" y="4582366"/>
            <a:ext cx="1134684" cy="0"/>
          </a:xfrm>
          <a:prstGeom prst="line">
            <a:avLst/>
          </a:prstGeom>
          <a:noFill/>
          <a:ln w="15875" cap="flat" cmpd="sng" algn="ctr">
            <a:solidFill>
              <a:schemeClr val="tx1">
                <a:lumMod val="75000"/>
                <a:lumOff val="25000"/>
              </a:schemeClr>
            </a:solidFill>
            <a:prstDash val="sysDash"/>
            <a:miter lim="800000"/>
            <a:headEnd type="none" w="med" len="med"/>
            <a:tailEnd type="none" w="med" len="med"/>
          </a:ln>
          <a:effectLst/>
        </p:spPr>
      </p:cxnSp>
      <p:cxnSp>
        <p:nvCxnSpPr>
          <p:cNvPr id="11" name="Straight Connector 10"/>
          <p:cNvCxnSpPr/>
          <p:nvPr>
            <p:custDataLst>
              <p:tags r:id="rId5"/>
            </p:custDataLst>
          </p:nvPr>
        </p:nvCxnSpPr>
        <p:spPr>
          <a:xfrm rot="-5400000">
            <a:off x="1238760" y="1467389"/>
            <a:ext cx="0" cy="2520000"/>
          </a:xfrm>
          <a:prstGeom prst="line">
            <a:avLst/>
          </a:prstGeom>
          <a:noFill/>
          <a:ln w="15875" cap="flat" cmpd="sng" algn="ctr">
            <a:solidFill>
              <a:schemeClr val="tx1">
                <a:lumMod val="75000"/>
                <a:lumOff val="25000"/>
              </a:schemeClr>
            </a:solidFill>
            <a:prstDash val="sysDash"/>
            <a:miter lim="800000"/>
            <a:headEnd type="none" w="lg" len="lg"/>
            <a:tailEnd type="none" w="med" len="med"/>
          </a:ln>
          <a:effectLst/>
        </p:spPr>
      </p:cxnSp>
      <p:sp>
        <p:nvSpPr>
          <p:cNvPr id="12" name="Oval 11"/>
          <p:cNvSpPr>
            <a:spLocks noChangeAspect="1"/>
          </p:cNvSpPr>
          <p:nvPr>
            <p:custDataLst>
              <p:tags r:id="rId6"/>
            </p:custDataLst>
          </p:nvPr>
        </p:nvSpPr>
        <p:spPr>
          <a:xfrm>
            <a:off x="2477447" y="2187389"/>
            <a:ext cx="1080000" cy="1080000"/>
          </a:xfrm>
          <a:prstGeom prst="ellipse">
            <a:avLst/>
          </a:prstGeom>
          <a:noFill/>
          <a:ln w="15875" cap="flat" cmpd="sng" algn="ctr">
            <a:solidFill>
              <a:srgbClr val="3298FD"/>
            </a:solidFill>
            <a:prstDash val="solid"/>
            <a:miter lim="800000"/>
          </a:ln>
          <a:effectLst/>
        </p:spPr>
        <p:txBody>
          <a:bodyPr rtlCol="0" anchor="ctr"/>
          <a:lstStyle/>
          <a:p>
            <a:pPr algn="ctr"/>
            <a:endParaRPr lang="id-ID" sz="1400"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Oval 14"/>
          <p:cNvSpPr>
            <a:spLocks noChangeAspect="1"/>
          </p:cNvSpPr>
          <p:nvPr>
            <p:custDataLst>
              <p:tags r:id="rId7"/>
            </p:custDataLst>
          </p:nvPr>
        </p:nvSpPr>
        <p:spPr>
          <a:xfrm>
            <a:off x="4165991" y="4042366"/>
            <a:ext cx="1080000" cy="1080000"/>
          </a:xfrm>
          <a:prstGeom prst="ellipse">
            <a:avLst/>
          </a:prstGeom>
          <a:noFill/>
          <a:ln w="15875" cap="flat" cmpd="sng" algn="ctr">
            <a:solidFill>
              <a:srgbClr val="234463"/>
            </a:solidFill>
            <a:prstDash val="solid"/>
            <a:miter lim="800000"/>
          </a:ln>
          <a:effectLst/>
        </p:spPr>
        <p:txBody>
          <a:bodyPr rtlCol="0" anchor="ctr"/>
          <a:lstStyle/>
          <a:p>
            <a:pPr algn="ctr"/>
            <a:endParaRPr lang="id-ID" sz="1400"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14" name="Straight Connector 16"/>
          <p:cNvCxnSpPr/>
          <p:nvPr>
            <p:custDataLst>
              <p:tags r:id="rId8"/>
            </p:custDataLst>
          </p:nvPr>
        </p:nvCxnSpPr>
        <p:spPr>
          <a:xfrm>
            <a:off x="3045377" y="3267389"/>
            <a:ext cx="0" cy="1332000"/>
          </a:xfrm>
          <a:prstGeom prst="line">
            <a:avLst/>
          </a:prstGeom>
          <a:noFill/>
          <a:ln w="15875" cap="flat" cmpd="sng" algn="ctr">
            <a:solidFill>
              <a:schemeClr val="tx1">
                <a:lumMod val="75000"/>
                <a:lumOff val="25000"/>
              </a:schemeClr>
            </a:solidFill>
            <a:prstDash val="sysDash"/>
            <a:miter lim="800000"/>
            <a:headEnd type="none" w="med" len="med"/>
            <a:tailEnd type="none" w="med" len="med"/>
          </a:ln>
          <a:effectLst/>
        </p:spPr>
      </p:cxnSp>
      <p:sp>
        <p:nvSpPr>
          <p:cNvPr id="15" name="Oval 19"/>
          <p:cNvSpPr>
            <a:spLocks noChangeAspect="1"/>
          </p:cNvSpPr>
          <p:nvPr>
            <p:custDataLst>
              <p:tags r:id="rId9"/>
            </p:custDataLst>
          </p:nvPr>
        </p:nvSpPr>
        <p:spPr>
          <a:xfrm>
            <a:off x="5826134" y="2187389"/>
            <a:ext cx="1080000" cy="1080000"/>
          </a:xfrm>
          <a:prstGeom prst="ellipse">
            <a:avLst/>
          </a:prstGeom>
          <a:noFill/>
          <a:ln w="15875" cap="flat" cmpd="sng" algn="ctr">
            <a:solidFill>
              <a:srgbClr val="3298FD"/>
            </a:solidFill>
            <a:prstDash val="solid"/>
            <a:miter lim="800000"/>
          </a:ln>
          <a:effectLst/>
        </p:spPr>
        <p:txBody>
          <a:bodyPr rtlCol="0" anchor="ctr"/>
          <a:lstStyle/>
          <a:p>
            <a:pPr algn="ctr"/>
            <a:endParaRPr lang="id-ID" sz="1400"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16" name="Straight Connector 28"/>
          <p:cNvCxnSpPr/>
          <p:nvPr>
            <p:custDataLst>
              <p:tags r:id="rId10"/>
            </p:custDataLst>
          </p:nvPr>
        </p:nvCxnSpPr>
        <p:spPr>
          <a:xfrm>
            <a:off x="6906134" y="2723081"/>
            <a:ext cx="2598400" cy="0"/>
          </a:xfrm>
          <a:prstGeom prst="line">
            <a:avLst/>
          </a:prstGeom>
          <a:noFill/>
          <a:ln w="15875" cap="flat" cmpd="sng" algn="ctr">
            <a:solidFill>
              <a:schemeClr val="tx1">
                <a:lumMod val="75000"/>
                <a:lumOff val="25000"/>
              </a:schemeClr>
            </a:solidFill>
            <a:prstDash val="sysDash"/>
            <a:miter lim="800000"/>
            <a:headEnd type="none" w="med" len="med"/>
            <a:tailEnd type="none" w="med" len="med"/>
          </a:ln>
          <a:effectLst/>
        </p:spPr>
      </p:cxnSp>
      <p:cxnSp>
        <p:nvCxnSpPr>
          <p:cNvPr id="17" name="Straight Connector 29"/>
          <p:cNvCxnSpPr/>
          <p:nvPr>
            <p:custDataLst>
              <p:tags r:id="rId11"/>
            </p:custDataLst>
          </p:nvPr>
        </p:nvCxnSpPr>
        <p:spPr>
          <a:xfrm>
            <a:off x="9502318" y="2730469"/>
            <a:ext cx="0" cy="1332000"/>
          </a:xfrm>
          <a:prstGeom prst="line">
            <a:avLst/>
          </a:prstGeom>
          <a:noFill/>
          <a:ln w="15875" cap="flat" cmpd="sng" algn="ctr">
            <a:solidFill>
              <a:schemeClr val="tx1">
                <a:lumMod val="75000"/>
                <a:lumOff val="25000"/>
              </a:schemeClr>
            </a:solidFill>
            <a:prstDash val="sysDash"/>
            <a:miter lim="800000"/>
            <a:headEnd type="none" w="med" len="med"/>
            <a:tailEnd type="none" w="med" len="med"/>
          </a:ln>
          <a:effectLst/>
        </p:spPr>
      </p:cxnSp>
      <p:sp>
        <p:nvSpPr>
          <p:cNvPr id="18" name="Oval 30"/>
          <p:cNvSpPr>
            <a:spLocks noChangeAspect="1"/>
          </p:cNvSpPr>
          <p:nvPr>
            <p:custDataLst>
              <p:tags r:id="rId12"/>
            </p:custDataLst>
          </p:nvPr>
        </p:nvSpPr>
        <p:spPr>
          <a:xfrm>
            <a:off x="8968673" y="4042365"/>
            <a:ext cx="1080000" cy="1080000"/>
          </a:xfrm>
          <a:prstGeom prst="ellipse">
            <a:avLst/>
          </a:prstGeom>
          <a:noFill/>
          <a:ln w="15875" cap="flat" cmpd="sng" algn="ctr">
            <a:solidFill>
              <a:srgbClr val="234463"/>
            </a:solidFill>
            <a:prstDash val="solid"/>
            <a:miter lim="800000"/>
          </a:ln>
          <a:effectLst/>
        </p:spPr>
        <p:txBody>
          <a:bodyPr rtlCol="0" anchor="ctr"/>
          <a:lstStyle/>
          <a:p>
            <a:pPr algn="ctr"/>
            <a:endParaRPr lang="id-ID" sz="1400"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40" name="组合 39"/>
          <p:cNvGrpSpPr/>
          <p:nvPr>
            <p:custDataLst>
              <p:tags r:id="rId13"/>
            </p:custDataLst>
          </p:nvPr>
        </p:nvGrpSpPr>
        <p:grpSpPr>
          <a:xfrm>
            <a:off x="9229413" y="4395196"/>
            <a:ext cx="518763" cy="408385"/>
            <a:chOff x="9229413" y="4395196"/>
            <a:chExt cx="518763" cy="408385"/>
          </a:xfrm>
        </p:grpSpPr>
        <p:sp>
          <p:nvSpPr>
            <p:cNvPr id="19" name="Freeform 5"/>
            <p:cNvSpPr>
              <a:spLocks noEditPoints="1"/>
            </p:cNvSpPr>
            <p:nvPr>
              <p:custDataLst>
                <p:tags r:id="rId14"/>
              </p:custDataLst>
            </p:nvPr>
          </p:nvSpPr>
          <p:spPr bwMode="auto">
            <a:xfrm>
              <a:off x="9229413" y="4395196"/>
              <a:ext cx="518763" cy="408385"/>
            </a:xfrm>
            <a:custGeom>
              <a:avLst/>
              <a:gdLst>
                <a:gd name="T0" fmla="*/ 2158 w 2281"/>
                <a:gd name="T1" fmla="*/ 549 h 1797"/>
                <a:gd name="T2" fmla="*/ 1123 w 2281"/>
                <a:gd name="T3" fmla="*/ 135 h 1797"/>
                <a:gd name="T4" fmla="*/ 2129 w 2281"/>
                <a:gd name="T5" fmla="*/ 488 h 1797"/>
                <a:gd name="T6" fmla="*/ 1699 w 2281"/>
                <a:gd name="T7" fmla="*/ 621 h 1797"/>
                <a:gd name="T8" fmla="*/ 1207 w 2281"/>
                <a:gd name="T9" fmla="*/ 207 h 1797"/>
                <a:gd name="T10" fmla="*/ 1080 w 2281"/>
                <a:gd name="T11" fmla="*/ 100 h 1797"/>
                <a:gd name="T12" fmla="*/ 0 w 2281"/>
                <a:gd name="T13" fmla="*/ 481 h 1797"/>
                <a:gd name="T14" fmla="*/ 111 w 2281"/>
                <a:gd name="T15" fmla="*/ 715 h 1797"/>
                <a:gd name="T16" fmla="*/ 0 w 2281"/>
                <a:gd name="T17" fmla="*/ 884 h 1797"/>
                <a:gd name="T18" fmla="*/ 111 w 2281"/>
                <a:gd name="T19" fmla="*/ 1118 h 1797"/>
                <a:gd name="T20" fmla="*/ 1208 w 2281"/>
                <a:gd name="T21" fmla="*/ 1594 h 1797"/>
                <a:gd name="T22" fmla="*/ 1744 w 2281"/>
                <a:gd name="T23" fmla="*/ 1389 h 1797"/>
                <a:gd name="T24" fmla="*/ 2281 w 2281"/>
                <a:gd name="T25" fmla="*/ 1041 h 1797"/>
                <a:gd name="T26" fmla="*/ 2161 w 2281"/>
                <a:gd name="T27" fmla="*/ 820 h 1797"/>
                <a:gd name="T28" fmla="*/ 1531 w 2281"/>
                <a:gd name="T29" fmla="*/ 174 h 1797"/>
                <a:gd name="T30" fmla="*/ 1581 w 2281"/>
                <a:gd name="T31" fmla="*/ 522 h 1797"/>
                <a:gd name="T32" fmla="*/ 1531 w 2281"/>
                <a:gd name="T33" fmla="*/ 174 h 1797"/>
                <a:gd name="T34" fmla="*/ 209 w 2281"/>
                <a:gd name="T35" fmla="*/ 523 h 1797"/>
                <a:gd name="T36" fmla="*/ 1208 w 2281"/>
                <a:gd name="T37" fmla="*/ 822 h 1797"/>
                <a:gd name="T38" fmla="*/ 124 w 2281"/>
                <a:gd name="T39" fmla="*/ 510 h 1797"/>
                <a:gd name="T40" fmla="*/ 1160 w 2281"/>
                <a:gd name="T41" fmla="*/ 762 h 1797"/>
                <a:gd name="T42" fmla="*/ 741 w 2281"/>
                <a:gd name="T43" fmla="*/ 424 h 1797"/>
                <a:gd name="T44" fmla="*/ 704 w 2281"/>
                <a:gd name="T45" fmla="*/ 1126 h 1797"/>
                <a:gd name="T46" fmla="*/ 723 w 2281"/>
                <a:gd name="T47" fmla="*/ 1183 h 1797"/>
                <a:gd name="T48" fmla="*/ 704 w 2281"/>
                <a:gd name="T49" fmla="*/ 1126 h 1797"/>
                <a:gd name="T50" fmla="*/ 1208 w 2281"/>
                <a:gd name="T51" fmla="*/ 1119 h 1797"/>
                <a:gd name="T52" fmla="*/ 163 w 2281"/>
                <a:gd name="T53" fmla="*/ 766 h 1797"/>
                <a:gd name="T54" fmla="*/ 1208 w 2281"/>
                <a:gd name="T55" fmla="*/ 1191 h 1797"/>
                <a:gd name="T56" fmla="*/ 127 w 2281"/>
                <a:gd name="T57" fmla="*/ 912 h 1797"/>
                <a:gd name="T58" fmla="*/ 710 w 2281"/>
                <a:gd name="T59" fmla="*/ 1528 h 1797"/>
                <a:gd name="T60" fmla="*/ 723 w 2281"/>
                <a:gd name="T61" fmla="*/ 1586 h 1797"/>
                <a:gd name="T62" fmla="*/ 710 w 2281"/>
                <a:gd name="T63" fmla="*/ 1528 h 1797"/>
                <a:gd name="T64" fmla="*/ 167 w 2281"/>
                <a:gd name="T65" fmla="*/ 1170 h 1797"/>
                <a:gd name="T66" fmla="*/ 1208 w 2281"/>
                <a:gd name="T67" fmla="*/ 1523 h 1797"/>
                <a:gd name="T68" fmla="*/ 1659 w 2281"/>
                <a:gd name="T69" fmla="*/ 1409 h 1797"/>
                <a:gd name="T70" fmla="*/ 1293 w 2281"/>
                <a:gd name="T71" fmla="*/ 820 h 1797"/>
                <a:gd name="T72" fmla="*/ 812 w 2281"/>
                <a:gd name="T73" fmla="*/ 400 h 1797"/>
                <a:gd name="T74" fmla="*/ 689 w 2281"/>
                <a:gd name="T75" fmla="*/ 298 h 1797"/>
                <a:gd name="T76" fmla="*/ 1132 w 2281"/>
                <a:gd name="T77" fmla="*/ 231 h 1797"/>
                <a:gd name="T78" fmla="*/ 1626 w 2281"/>
                <a:gd name="T79" fmla="*/ 649 h 1797"/>
                <a:gd name="T80" fmla="*/ 2142 w 2281"/>
                <a:gd name="T81" fmla="*/ 755 h 1797"/>
                <a:gd name="T82" fmla="*/ 2084 w 2281"/>
                <a:gd name="T83" fmla="*/ 715 h 1797"/>
                <a:gd name="T84" fmla="*/ 2140 w 2281"/>
                <a:gd name="T85" fmla="*/ 621 h 1797"/>
                <a:gd name="T86" fmla="*/ 2082 w 2281"/>
                <a:gd name="T87" fmla="*/ 579 h 1797"/>
                <a:gd name="T88" fmla="*/ 1744 w 2281"/>
                <a:gd name="T89" fmla="*/ 1254 h 1797"/>
                <a:gd name="T90" fmla="*/ 2142 w 2281"/>
                <a:gd name="T91" fmla="*/ 1024 h 1797"/>
                <a:gd name="T92" fmla="*/ 2084 w 2281"/>
                <a:gd name="T93" fmla="*/ 984 h 1797"/>
                <a:gd name="T94" fmla="*/ 1744 w 2281"/>
                <a:gd name="T95" fmla="*/ 1049 h 1797"/>
                <a:gd name="T96" fmla="*/ 2142 w 2281"/>
                <a:gd name="T97" fmla="*/ 890 h 1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81" h="1797">
                  <a:moveTo>
                    <a:pt x="2161" y="686"/>
                  </a:moveTo>
                  <a:lnTo>
                    <a:pt x="2281" y="637"/>
                  </a:lnTo>
                  <a:lnTo>
                    <a:pt x="2158" y="549"/>
                  </a:lnTo>
                  <a:lnTo>
                    <a:pt x="2270" y="504"/>
                  </a:lnTo>
                  <a:lnTo>
                    <a:pt x="1562" y="0"/>
                  </a:lnTo>
                  <a:lnTo>
                    <a:pt x="1123" y="135"/>
                  </a:lnTo>
                  <a:lnTo>
                    <a:pt x="1182" y="186"/>
                  </a:lnTo>
                  <a:lnTo>
                    <a:pt x="1548" y="73"/>
                  </a:lnTo>
                  <a:lnTo>
                    <a:pt x="2129" y="488"/>
                  </a:lnTo>
                  <a:lnTo>
                    <a:pt x="1736" y="648"/>
                  </a:lnTo>
                  <a:lnTo>
                    <a:pt x="1733" y="648"/>
                  </a:lnTo>
                  <a:lnTo>
                    <a:pt x="1699" y="621"/>
                  </a:lnTo>
                  <a:lnTo>
                    <a:pt x="2066" y="478"/>
                  </a:lnTo>
                  <a:lnTo>
                    <a:pt x="1542" y="101"/>
                  </a:lnTo>
                  <a:lnTo>
                    <a:pt x="1207" y="207"/>
                  </a:lnTo>
                  <a:lnTo>
                    <a:pt x="1182" y="186"/>
                  </a:lnTo>
                  <a:lnTo>
                    <a:pt x="1121" y="135"/>
                  </a:lnTo>
                  <a:lnTo>
                    <a:pt x="1080" y="100"/>
                  </a:lnTo>
                  <a:lnTo>
                    <a:pt x="553" y="273"/>
                  </a:lnTo>
                  <a:lnTo>
                    <a:pt x="586" y="300"/>
                  </a:lnTo>
                  <a:lnTo>
                    <a:pt x="0" y="481"/>
                  </a:lnTo>
                  <a:lnTo>
                    <a:pt x="110" y="581"/>
                  </a:lnTo>
                  <a:lnTo>
                    <a:pt x="0" y="615"/>
                  </a:lnTo>
                  <a:lnTo>
                    <a:pt x="111" y="715"/>
                  </a:lnTo>
                  <a:lnTo>
                    <a:pt x="0" y="749"/>
                  </a:lnTo>
                  <a:lnTo>
                    <a:pt x="111" y="849"/>
                  </a:lnTo>
                  <a:lnTo>
                    <a:pt x="0" y="884"/>
                  </a:lnTo>
                  <a:lnTo>
                    <a:pt x="111" y="984"/>
                  </a:lnTo>
                  <a:lnTo>
                    <a:pt x="0" y="1018"/>
                  </a:lnTo>
                  <a:lnTo>
                    <a:pt x="111" y="1118"/>
                  </a:lnTo>
                  <a:lnTo>
                    <a:pt x="0" y="1153"/>
                  </a:lnTo>
                  <a:lnTo>
                    <a:pt x="710" y="1797"/>
                  </a:lnTo>
                  <a:lnTo>
                    <a:pt x="1208" y="1594"/>
                  </a:lnTo>
                  <a:lnTo>
                    <a:pt x="1208" y="1643"/>
                  </a:lnTo>
                  <a:lnTo>
                    <a:pt x="1744" y="1455"/>
                  </a:lnTo>
                  <a:lnTo>
                    <a:pt x="1744" y="1389"/>
                  </a:lnTo>
                  <a:lnTo>
                    <a:pt x="2279" y="1175"/>
                  </a:lnTo>
                  <a:lnTo>
                    <a:pt x="2159" y="1089"/>
                  </a:lnTo>
                  <a:lnTo>
                    <a:pt x="2281" y="1041"/>
                  </a:lnTo>
                  <a:lnTo>
                    <a:pt x="2160" y="955"/>
                  </a:lnTo>
                  <a:lnTo>
                    <a:pt x="2281" y="906"/>
                  </a:lnTo>
                  <a:lnTo>
                    <a:pt x="2161" y="820"/>
                  </a:lnTo>
                  <a:lnTo>
                    <a:pt x="2281" y="772"/>
                  </a:lnTo>
                  <a:lnTo>
                    <a:pt x="2161" y="686"/>
                  </a:lnTo>
                  <a:close/>
                  <a:moveTo>
                    <a:pt x="1531" y="174"/>
                  </a:moveTo>
                  <a:lnTo>
                    <a:pt x="1929" y="460"/>
                  </a:lnTo>
                  <a:lnTo>
                    <a:pt x="1642" y="573"/>
                  </a:lnTo>
                  <a:lnTo>
                    <a:pt x="1581" y="522"/>
                  </a:lnTo>
                  <a:cubicBezTo>
                    <a:pt x="1561" y="361"/>
                    <a:pt x="1402" y="306"/>
                    <a:pt x="1301" y="287"/>
                  </a:cubicBezTo>
                  <a:lnTo>
                    <a:pt x="1267" y="258"/>
                  </a:lnTo>
                  <a:lnTo>
                    <a:pt x="1531" y="174"/>
                  </a:lnTo>
                  <a:close/>
                  <a:moveTo>
                    <a:pt x="649" y="351"/>
                  </a:moveTo>
                  <a:lnTo>
                    <a:pt x="679" y="374"/>
                  </a:lnTo>
                  <a:lnTo>
                    <a:pt x="209" y="523"/>
                  </a:lnTo>
                  <a:lnTo>
                    <a:pt x="739" y="997"/>
                  </a:lnTo>
                  <a:lnTo>
                    <a:pt x="1208" y="810"/>
                  </a:lnTo>
                  <a:lnTo>
                    <a:pt x="1208" y="822"/>
                  </a:lnTo>
                  <a:lnTo>
                    <a:pt x="1208" y="847"/>
                  </a:lnTo>
                  <a:lnTo>
                    <a:pt x="717" y="1050"/>
                  </a:lnTo>
                  <a:lnTo>
                    <a:pt x="124" y="510"/>
                  </a:lnTo>
                  <a:lnTo>
                    <a:pt x="649" y="351"/>
                  </a:lnTo>
                  <a:close/>
                  <a:moveTo>
                    <a:pt x="1086" y="702"/>
                  </a:moveTo>
                  <a:lnTo>
                    <a:pt x="1160" y="762"/>
                  </a:lnTo>
                  <a:lnTo>
                    <a:pt x="753" y="921"/>
                  </a:lnTo>
                  <a:lnTo>
                    <a:pt x="339" y="551"/>
                  </a:lnTo>
                  <a:lnTo>
                    <a:pt x="741" y="424"/>
                  </a:lnTo>
                  <a:lnTo>
                    <a:pt x="770" y="447"/>
                  </a:lnTo>
                  <a:cubicBezTo>
                    <a:pt x="764" y="523"/>
                    <a:pt x="785" y="690"/>
                    <a:pt x="1086" y="702"/>
                  </a:cubicBezTo>
                  <a:close/>
                  <a:moveTo>
                    <a:pt x="704" y="1126"/>
                  </a:moveTo>
                  <a:lnTo>
                    <a:pt x="1208" y="918"/>
                  </a:lnTo>
                  <a:lnTo>
                    <a:pt x="1208" y="985"/>
                  </a:lnTo>
                  <a:lnTo>
                    <a:pt x="723" y="1183"/>
                  </a:lnTo>
                  <a:lnTo>
                    <a:pt x="127" y="643"/>
                  </a:lnTo>
                  <a:lnTo>
                    <a:pt x="161" y="632"/>
                  </a:lnTo>
                  <a:lnTo>
                    <a:pt x="704" y="1126"/>
                  </a:lnTo>
                  <a:close/>
                  <a:moveTo>
                    <a:pt x="710" y="1259"/>
                  </a:moveTo>
                  <a:lnTo>
                    <a:pt x="1208" y="1056"/>
                  </a:lnTo>
                  <a:lnTo>
                    <a:pt x="1208" y="1119"/>
                  </a:lnTo>
                  <a:lnTo>
                    <a:pt x="723" y="1317"/>
                  </a:lnTo>
                  <a:lnTo>
                    <a:pt x="127" y="778"/>
                  </a:lnTo>
                  <a:lnTo>
                    <a:pt x="163" y="766"/>
                  </a:lnTo>
                  <a:lnTo>
                    <a:pt x="710" y="1259"/>
                  </a:lnTo>
                  <a:close/>
                  <a:moveTo>
                    <a:pt x="710" y="1394"/>
                  </a:moveTo>
                  <a:lnTo>
                    <a:pt x="1208" y="1191"/>
                  </a:lnTo>
                  <a:lnTo>
                    <a:pt x="1208" y="1254"/>
                  </a:lnTo>
                  <a:lnTo>
                    <a:pt x="723" y="1452"/>
                  </a:lnTo>
                  <a:lnTo>
                    <a:pt x="127" y="912"/>
                  </a:lnTo>
                  <a:lnTo>
                    <a:pt x="163" y="901"/>
                  </a:lnTo>
                  <a:lnTo>
                    <a:pt x="710" y="1394"/>
                  </a:lnTo>
                  <a:close/>
                  <a:moveTo>
                    <a:pt x="710" y="1528"/>
                  </a:moveTo>
                  <a:lnTo>
                    <a:pt x="1208" y="1325"/>
                  </a:lnTo>
                  <a:lnTo>
                    <a:pt x="1208" y="1388"/>
                  </a:lnTo>
                  <a:lnTo>
                    <a:pt x="723" y="1586"/>
                  </a:lnTo>
                  <a:lnTo>
                    <a:pt x="127" y="1047"/>
                  </a:lnTo>
                  <a:lnTo>
                    <a:pt x="163" y="1035"/>
                  </a:lnTo>
                  <a:lnTo>
                    <a:pt x="710" y="1528"/>
                  </a:lnTo>
                  <a:close/>
                  <a:moveTo>
                    <a:pt x="723" y="1721"/>
                  </a:moveTo>
                  <a:lnTo>
                    <a:pt x="127" y="1181"/>
                  </a:lnTo>
                  <a:lnTo>
                    <a:pt x="167" y="1170"/>
                  </a:lnTo>
                  <a:lnTo>
                    <a:pt x="709" y="1663"/>
                  </a:lnTo>
                  <a:lnTo>
                    <a:pt x="1208" y="1460"/>
                  </a:lnTo>
                  <a:lnTo>
                    <a:pt x="1208" y="1523"/>
                  </a:lnTo>
                  <a:lnTo>
                    <a:pt x="723" y="1721"/>
                  </a:lnTo>
                  <a:close/>
                  <a:moveTo>
                    <a:pt x="1659" y="741"/>
                  </a:moveTo>
                  <a:lnTo>
                    <a:pt x="1659" y="1409"/>
                  </a:lnTo>
                  <a:lnTo>
                    <a:pt x="1293" y="1548"/>
                  </a:lnTo>
                  <a:lnTo>
                    <a:pt x="1293" y="892"/>
                  </a:lnTo>
                  <a:lnTo>
                    <a:pt x="1293" y="820"/>
                  </a:lnTo>
                  <a:lnTo>
                    <a:pt x="1293" y="791"/>
                  </a:lnTo>
                  <a:lnTo>
                    <a:pt x="1222" y="734"/>
                  </a:lnTo>
                  <a:lnTo>
                    <a:pt x="812" y="400"/>
                  </a:lnTo>
                  <a:lnTo>
                    <a:pt x="752" y="350"/>
                  </a:lnTo>
                  <a:lnTo>
                    <a:pt x="724" y="327"/>
                  </a:lnTo>
                  <a:lnTo>
                    <a:pt x="689" y="298"/>
                  </a:lnTo>
                  <a:lnTo>
                    <a:pt x="1065" y="175"/>
                  </a:lnTo>
                  <a:lnTo>
                    <a:pt x="1106" y="209"/>
                  </a:lnTo>
                  <a:lnTo>
                    <a:pt x="1132" y="231"/>
                  </a:lnTo>
                  <a:lnTo>
                    <a:pt x="1192" y="281"/>
                  </a:lnTo>
                  <a:lnTo>
                    <a:pt x="1572" y="600"/>
                  </a:lnTo>
                  <a:lnTo>
                    <a:pt x="1626" y="649"/>
                  </a:lnTo>
                  <a:lnTo>
                    <a:pt x="1659" y="688"/>
                  </a:lnTo>
                  <a:lnTo>
                    <a:pt x="1659" y="741"/>
                  </a:lnTo>
                  <a:close/>
                  <a:moveTo>
                    <a:pt x="2142" y="755"/>
                  </a:moveTo>
                  <a:lnTo>
                    <a:pt x="1744" y="914"/>
                  </a:lnTo>
                  <a:lnTo>
                    <a:pt x="1744" y="851"/>
                  </a:lnTo>
                  <a:lnTo>
                    <a:pt x="2084" y="715"/>
                  </a:lnTo>
                  <a:lnTo>
                    <a:pt x="2142" y="755"/>
                  </a:lnTo>
                  <a:close/>
                  <a:moveTo>
                    <a:pt x="2082" y="579"/>
                  </a:moveTo>
                  <a:lnTo>
                    <a:pt x="2140" y="621"/>
                  </a:lnTo>
                  <a:lnTo>
                    <a:pt x="1744" y="780"/>
                  </a:lnTo>
                  <a:lnTo>
                    <a:pt x="1744" y="714"/>
                  </a:lnTo>
                  <a:lnTo>
                    <a:pt x="2082" y="579"/>
                  </a:lnTo>
                  <a:close/>
                  <a:moveTo>
                    <a:pt x="2142" y="1159"/>
                  </a:moveTo>
                  <a:lnTo>
                    <a:pt x="1744" y="1317"/>
                  </a:lnTo>
                  <a:lnTo>
                    <a:pt x="1744" y="1254"/>
                  </a:lnTo>
                  <a:lnTo>
                    <a:pt x="2084" y="1118"/>
                  </a:lnTo>
                  <a:lnTo>
                    <a:pt x="2142" y="1159"/>
                  </a:lnTo>
                  <a:close/>
                  <a:moveTo>
                    <a:pt x="2142" y="1024"/>
                  </a:moveTo>
                  <a:lnTo>
                    <a:pt x="1744" y="1183"/>
                  </a:lnTo>
                  <a:lnTo>
                    <a:pt x="1744" y="1120"/>
                  </a:lnTo>
                  <a:lnTo>
                    <a:pt x="2084" y="984"/>
                  </a:lnTo>
                  <a:lnTo>
                    <a:pt x="2142" y="1024"/>
                  </a:lnTo>
                  <a:close/>
                  <a:moveTo>
                    <a:pt x="2142" y="890"/>
                  </a:moveTo>
                  <a:lnTo>
                    <a:pt x="1744" y="1049"/>
                  </a:lnTo>
                  <a:lnTo>
                    <a:pt x="1744" y="985"/>
                  </a:lnTo>
                  <a:lnTo>
                    <a:pt x="2084" y="849"/>
                  </a:lnTo>
                  <a:lnTo>
                    <a:pt x="2142" y="890"/>
                  </a:lnTo>
                  <a:close/>
                </a:path>
              </a:pathLst>
            </a:custGeom>
            <a:solidFill>
              <a:srgbClr val="234463"/>
            </a:solidFill>
            <a:ln w="0">
              <a:noFill/>
              <a:prstDash val="solid"/>
              <a:round/>
            </a:ln>
          </p:spPr>
          <p:txBody>
            <a:bodyPr vert="horz" wrap="square" lIns="91440" tIns="45720" rIns="91440" bIns="45720" numCol="1" anchor="t" anchorCtr="0" compatLnSpc="1"/>
            <a:lstStyle/>
            <a:p>
              <a:endParaRPr lang="th-TH">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6"/>
            <p:cNvSpPr/>
            <p:nvPr>
              <p:custDataLst>
                <p:tags r:id="rId15"/>
              </p:custDataLst>
            </p:nvPr>
          </p:nvSpPr>
          <p:spPr bwMode="auto">
            <a:xfrm>
              <a:off x="9539467" y="4572798"/>
              <a:ext cx="61208" cy="139473"/>
            </a:xfrm>
            <a:custGeom>
              <a:avLst/>
              <a:gdLst>
                <a:gd name="T0" fmla="*/ 171 w 271"/>
                <a:gd name="T1" fmla="*/ 250 h 614"/>
                <a:gd name="T2" fmla="*/ 97 w 271"/>
                <a:gd name="T3" fmla="*/ 203 h 614"/>
                <a:gd name="T4" fmla="*/ 150 w 271"/>
                <a:gd name="T5" fmla="*/ 150 h 614"/>
                <a:gd name="T6" fmla="*/ 237 w 271"/>
                <a:gd name="T7" fmla="*/ 157 h 614"/>
                <a:gd name="T8" fmla="*/ 255 w 271"/>
                <a:gd name="T9" fmla="*/ 70 h 614"/>
                <a:gd name="T10" fmla="*/ 167 w 271"/>
                <a:gd name="T11" fmla="*/ 65 h 614"/>
                <a:gd name="T12" fmla="*/ 167 w 271"/>
                <a:gd name="T13" fmla="*/ 0 h 614"/>
                <a:gd name="T14" fmla="*/ 107 w 271"/>
                <a:gd name="T15" fmla="*/ 12 h 614"/>
                <a:gd name="T16" fmla="*/ 107 w 271"/>
                <a:gd name="T17" fmla="*/ 82 h 614"/>
                <a:gd name="T18" fmla="*/ 4 w 271"/>
                <a:gd name="T19" fmla="*/ 235 h 614"/>
                <a:gd name="T20" fmla="*/ 113 w 271"/>
                <a:gd name="T21" fmla="*/ 347 h 614"/>
                <a:gd name="T22" fmla="*/ 178 w 271"/>
                <a:gd name="T23" fmla="*/ 397 h 614"/>
                <a:gd name="T24" fmla="*/ 119 w 271"/>
                <a:gd name="T25" fmla="*/ 455 h 614"/>
                <a:gd name="T26" fmla="*/ 18 w 271"/>
                <a:gd name="T27" fmla="*/ 444 h 614"/>
                <a:gd name="T28" fmla="*/ 0 w 271"/>
                <a:gd name="T29" fmla="*/ 535 h 614"/>
                <a:gd name="T30" fmla="*/ 103 w 271"/>
                <a:gd name="T31" fmla="*/ 544 h 614"/>
                <a:gd name="T32" fmla="*/ 103 w 271"/>
                <a:gd name="T33" fmla="*/ 614 h 614"/>
                <a:gd name="T34" fmla="*/ 163 w 271"/>
                <a:gd name="T35" fmla="*/ 602 h 614"/>
                <a:gd name="T36" fmla="*/ 164 w 271"/>
                <a:gd name="T37" fmla="*/ 526 h 614"/>
                <a:gd name="T38" fmla="*/ 271 w 271"/>
                <a:gd name="T39" fmla="*/ 367 h 614"/>
                <a:gd name="T40" fmla="*/ 171 w 271"/>
                <a:gd name="T41" fmla="*/ 250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1" h="614">
                  <a:moveTo>
                    <a:pt x="171" y="250"/>
                  </a:moveTo>
                  <a:cubicBezTo>
                    <a:pt x="118" y="238"/>
                    <a:pt x="97" y="227"/>
                    <a:pt x="97" y="203"/>
                  </a:cubicBezTo>
                  <a:cubicBezTo>
                    <a:pt x="97" y="183"/>
                    <a:pt x="110" y="158"/>
                    <a:pt x="150" y="150"/>
                  </a:cubicBezTo>
                  <a:cubicBezTo>
                    <a:pt x="193" y="141"/>
                    <a:pt x="222" y="152"/>
                    <a:pt x="237" y="157"/>
                  </a:cubicBezTo>
                  <a:lnTo>
                    <a:pt x="255" y="70"/>
                  </a:lnTo>
                  <a:cubicBezTo>
                    <a:pt x="234" y="63"/>
                    <a:pt x="207" y="58"/>
                    <a:pt x="167" y="65"/>
                  </a:cubicBezTo>
                  <a:lnTo>
                    <a:pt x="167" y="0"/>
                  </a:lnTo>
                  <a:lnTo>
                    <a:pt x="107" y="12"/>
                  </a:lnTo>
                  <a:lnTo>
                    <a:pt x="107" y="82"/>
                  </a:lnTo>
                  <a:cubicBezTo>
                    <a:pt x="42" y="111"/>
                    <a:pt x="4" y="170"/>
                    <a:pt x="4" y="235"/>
                  </a:cubicBezTo>
                  <a:cubicBezTo>
                    <a:pt x="4" y="307"/>
                    <a:pt x="48" y="334"/>
                    <a:pt x="113" y="347"/>
                  </a:cubicBezTo>
                  <a:cubicBezTo>
                    <a:pt x="159" y="356"/>
                    <a:pt x="178" y="369"/>
                    <a:pt x="178" y="397"/>
                  </a:cubicBezTo>
                  <a:cubicBezTo>
                    <a:pt x="178" y="426"/>
                    <a:pt x="155" y="448"/>
                    <a:pt x="119" y="455"/>
                  </a:cubicBezTo>
                  <a:cubicBezTo>
                    <a:pt x="80" y="464"/>
                    <a:pt x="44" y="456"/>
                    <a:pt x="18" y="444"/>
                  </a:cubicBezTo>
                  <a:lnTo>
                    <a:pt x="0" y="535"/>
                  </a:lnTo>
                  <a:cubicBezTo>
                    <a:pt x="23" y="545"/>
                    <a:pt x="63" y="551"/>
                    <a:pt x="103" y="544"/>
                  </a:cubicBezTo>
                  <a:lnTo>
                    <a:pt x="103" y="614"/>
                  </a:lnTo>
                  <a:lnTo>
                    <a:pt x="163" y="602"/>
                  </a:lnTo>
                  <a:lnTo>
                    <a:pt x="164" y="526"/>
                  </a:lnTo>
                  <a:cubicBezTo>
                    <a:pt x="233" y="497"/>
                    <a:pt x="271" y="433"/>
                    <a:pt x="271" y="367"/>
                  </a:cubicBezTo>
                  <a:cubicBezTo>
                    <a:pt x="271" y="300"/>
                    <a:pt x="243" y="266"/>
                    <a:pt x="171" y="250"/>
                  </a:cubicBezTo>
                  <a:close/>
                </a:path>
              </a:pathLst>
            </a:custGeom>
            <a:solidFill>
              <a:srgbClr val="234463"/>
            </a:solidFill>
            <a:ln w="0">
              <a:solidFill>
                <a:srgbClr val="234463"/>
              </a:solidFill>
              <a:prstDash val="solid"/>
              <a:round/>
            </a:ln>
          </p:spPr>
          <p:txBody>
            <a:bodyPr vert="horz" wrap="square" lIns="91440" tIns="45720" rIns="91440" bIns="45720" numCol="1" anchor="t" anchorCtr="0" compatLnSpc="1"/>
            <a:lstStyle/>
            <a:p>
              <a:endParaRPr lang="th-TH">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1" name="组合 20"/>
          <p:cNvGrpSpPr/>
          <p:nvPr>
            <p:custDataLst>
              <p:tags r:id="rId16"/>
            </p:custDataLst>
          </p:nvPr>
        </p:nvGrpSpPr>
        <p:grpSpPr>
          <a:xfrm>
            <a:off x="6203694" y="2573792"/>
            <a:ext cx="441007" cy="410441"/>
            <a:chOff x="6203694" y="2573792"/>
            <a:chExt cx="441007" cy="410441"/>
          </a:xfrm>
          <a:solidFill>
            <a:srgbClr val="3298FD"/>
          </a:solidFill>
        </p:grpSpPr>
        <p:sp>
          <p:nvSpPr>
            <p:cNvPr id="22" name="Freeform 30"/>
            <p:cNvSpPr/>
            <p:nvPr>
              <p:custDataLst>
                <p:tags r:id="rId17"/>
              </p:custDataLst>
            </p:nvPr>
          </p:nvSpPr>
          <p:spPr bwMode="auto">
            <a:xfrm>
              <a:off x="6328137" y="2573792"/>
              <a:ext cx="205221" cy="159373"/>
            </a:xfrm>
            <a:custGeom>
              <a:avLst/>
              <a:gdLst>
                <a:gd name="T0" fmla="*/ 0 w 1242"/>
                <a:gd name="T1" fmla="*/ 483 h 963"/>
                <a:gd name="T2" fmla="*/ 140 w 1242"/>
                <a:gd name="T3" fmla="*/ 622 h 963"/>
                <a:gd name="T4" fmla="*/ 265 w 1242"/>
                <a:gd name="T5" fmla="*/ 606 h 963"/>
                <a:gd name="T6" fmla="*/ 279 w 1242"/>
                <a:gd name="T7" fmla="*/ 690 h 963"/>
                <a:gd name="T8" fmla="*/ 279 w 1242"/>
                <a:gd name="T9" fmla="*/ 963 h 963"/>
                <a:gd name="T10" fmla="*/ 511 w 1242"/>
                <a:gd name="T11" fmla="*/ 963 h 963"/>
                <a:gd name="T12" fmla="*/ 553 w 1242"/>
                <a:gd name="T13" fmla="*/ 953 h 963"/>
                <a:gd name="T14" fmla="*/ 547 w 1242"/>
                <a:gd name="T15" fmla="*/ 867 h 963"/>
                <a:gd name="T16" fmla="*/ 759 w 1242"/>
                <a:gd name="T17" fmla="*/ 675 h 963"/>
                <a:gd name="T18" fmla="*/ 971 w 1242"/>
                <a:gd name="T19" fmla="*/ 867 h 963"/>
                <a:gd name="T20" fmla="*/ 965 w 1242"/>
                <a:gd name="T21" fmla="*/ 953 h 963"/>
                <a:gd name="T22" fmla="*/ 1006 w 1242"/>
                <a:gd name="T23" fmla="*/ 963 h 963"/>
                <a:gd name="T24" fmla="*/ 1239 w 1242"/>
                <a:gd name="T25" fmla="*/ 963 h 963"/>
                <a:gd name="T26" fmla="*/ 1239 w 1242"/>
                <a:gd name="T27" fmla="*/ 117 h 963"/>
                <a:gd name="T28" fmla="*/ 1214 w 1242"/>
                <a:gd name="T29" fmla="*/ 28 h 963"/>
                <a:gd name="T30" fmla="*/ 1118 w 1242"/>
                <a:gd name="T31" fmla="*/ 3 h 963"/>
                <a:gd name="T32" fmla="*/ 279 w 1242"/>
                <a:gd name="T33" fmla="*/ 3 h 963"/>
                <a:gd name="T34" fmla="*/ 279 w 1242"/>
                <a:gd name="T35" fmla="*/ 276 h 963"/>
                <a:gd name="T36" fmla="*/ 265 w 1242"/>
                <a:gd name="T37" fmla="*/ 361 h 963"/>
                <a:gd name="T38" fmla="*/ 140 w 1242"/>
                <a:gd name="T39" fmla="*/ 344 h 963"/>
                <a:gd name="T40" fmla="*/ 0 w 1242"/>
                <a:gd name="T41" fmla="*/ 48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42" h="963">
                  <a:moveTo>
                    <a:pt x="0" y="483"/>
                  </a:moveTo>
                  <a:cubicBezTo>
                    <a:pt x="0" y="560"/>
                    <a:pt x="63" y="622"/>
                    <a:pt x="140" y="622"/>
                  </a:cubicBezTo>
                  <a:cubicBezTo>
                    <a:pt x="209" y="622"/>
                    <a:pt x="243" y="579"/>
                    <a:pt x="265" y="606"/>
                  </a:cubicBezTo>
                  <a:cubicBezTo>
                    <a:pt x="277" y="620"/>
                    <a:pt x="279" y="637"/>
                    <a:pt x="279" y="690"/>
                  </a:cubicBezTo>
                  <a:lnTo>
                    <a:pt x="279" y="963"/>
                  </a:lnTo>
                  <a:lnTo>
                    <a:pt x="511" y="963"/>
                  </a:lnTo>
                  <a:cubicBezTo>
                    <a:pt x="545" y="963"/>
                    <a:pt x="550" y="960"/>
                    <a:pt x="553" y="953"/>
                  </a:cubicBezTo>
                  <a:cubicBezTo>
                    <a:pt x="559" y="940"/>
                    <a:pt x="547" y="918"/>
                    <a:pt x="547" y="867"/>
                  </a:cubicBezTo>
                  <a:cubicBezTo>
                    <a:pt x="547" y="760"/>
                    <a:pt x="660" y="675"/>
                    <a:pt x="759" y="675"/>
                  </a:cubicBezTo>
                  <a:cubicBezTo>
                    <a:pt x="858" y="675"/>
                    <a:pt x="971" y="756"/>
                    <a:pt x="971" y="867"/>
                  </a:cubicBezTo>
                  <a:cubicBezTo>
                    <a:pt x="971" y="918"/>
                    <a:pt x="959" y="940"/>
                    <a:pt x="965" y="953"/>
                  </a:cubicBezTo>
                  <a:cubicBezTo>
                    <a:pt x="967" y="960"/>
                    <a:pt x="972" y="963"/>
                    <a:pt x="1006" y="963"/>
                  </a:cubicBezTo>
                  <a:lnTo>
                    <a:pt x="1239" y="963"/>
                  </a:lnTo>
                  <a:lnTo>
                    <a:pt x="1239" y="117"/>
                  </a:lnTo>
                  <a:cubicBezTo>
                    <a:pt x="1239" y="117"/>
                    <a:pt x="1242" y="57"/>
                    <a:pt x="1214" y="28"/>
                  </a:cubicBezTo>
                  <a:cubicBezTo>
                    <a:pt x="1185" y="0"/>
                    <a:pt x="1118" y="3"/>
                    <a:pt x="1118" y="3"/>
                  </a:cubicBezTo>
                  <a:lnTo>
                    <a:pt x="279" y="3"/>
                  </a:lnTo>
                  <a:lnTo>
                    <a:pt x="279" y="276"/>
                  </a:lnTo>
                  <a:cubicBezTo>
                    <a:pt x="279" y="329"/>
                    <a:pt x="277" y="347"/>
                    <a:pt x="265" y="361"/>
                  </a:cubicBezTo>
                  <a:cubicBezTo>
                    <a:pt x="243" y="388"/>
                    <a:pt x="209" y="344"/>
                    <a:pt x="140" y="344"/>
                  </a:cubicBezTo>
                  <a:cubicBezTo>
                    <a:pt x="63" y="344"/>
                    <a:pt x="0" y="406"/>
                    <a:pt x="0" y="483"/>
                  </a:cubicBezTo>
                  <a:close/>
                </a:path>
              </a:pathLst>
            </a:custGeom>
            <a:grpFill/>
            <a:ln>
              <a:noFill/>
            </a:ln>
            <a:effectLst/>
          </p:spPr>
          <p:txBody>
            <a:bodyPr vert="horz" wrap="square" lIns="91440" tIns="45720" rIns="91440" bIns="45720" numCol="1" anchor="t" anchorCtr="0" compatLnSpc="1"/>
            <a:lstStyle/>
            <a:p>
              <a:endParaRPr lang="th-TH"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31"/>
            <p:cNvSpPr/>
            <p:nvPr>
              <p:custDataLst>
                <p:tags r:id="rId18"/>
              </p:custDataLst>
            </p:nvPr>
          </p:nvSpPr>
          <p:spPr bwMode="auto">
            <a:xfrm>
              <a:off x="6203694" y="2573792"/>
              <a:ext cx="159374" cy="205221"/>
            </a:xfrm>
            <a:custGeom>
              <a:avLst/>
              <a:gdLst>
                <a:gd name="T0" fmla="*/ 5 w 965"/>
                <a:gd name="T1" fmla="*/ 965 h 1244"/>
                <a:gd name="T2" fmla="*/ 279 w 965"/>
                <a:gd name="T3" fmla="*/ 965 h 1244"/>
                <a:gd name="T4" fmla="*/ 363 w 965"/>
                <a:gd name="T5" fmla="*/ 979 h 1244"/>
                <a:gd name="T6" fmla="*/ 346 w 965"/>
                <a:gd name="T7" fmla="*/ 1104 h 1244"/>
                <a:gd name="T8" fmla="*/ 485 w 965"/>
                <a:gd name="T9" fmla="*/ 1244 h 1244"/>
                <a:gd name="T10" fmla="*/ 625 w 965"/>
                <a:gd name="T11" fmla="*/ 1104 h 1244"/>
                <a:gd name="T12" fmla="*/ 608 w 965"/>
                <a:gd name="T13" fmla="*/ 979 h 1244"/>
                <a:gd name="T14" fmla="*/ 692 w 965"/>
                <a:gd name="T15" fmla="*/ 965 h 1244"/>
                <a:gd name="T16" fmla="*/ 965 w 965"/>
                <a:gd name="T17" fmla="*/ 965 h 1244"/>
                <a:gd name="T18" fmla="*/ 965 w 965"/>
                <a:gd name="T19" fmla="*/ 733 h 1244"/>
                <a:gd name="T20" fmla="*/ 955 w 965"/>
                <a:gd name="T21" fmla="*/ 691 h 1244"/>
                <a:gd name="T22" fmla="*/ 869 w 965"/>
                <a:gd name="T23" fmla="*/ 697 h 1244"/>
                <a:gd name="T24" fmla="*/ 677 w 965"/>
                <a:gd name="T25" fmla="*/ 485 h 1244"/>
                <a:gd name="T26" fmla="*/ 869 w 965"/>
                <a:gd name="T27" fmla="*/ 273 h 1244"/>
                <a:gd name="T28" fmla="*/ 955 w 965"/>
                <a:gd name="T29" fmla="*/ 280 h 1244"/>
                <a:gd name="T30" fmla="*/ 965 w 965"/>
                <a:gd name="T31" fmla="*/ 238 h 1244"/>
                <a:gd name="T32" fmla="*/ 965 w 965"/>
                <a:gd name="T33" fmla="*/ 5 h 1244"/>
                <a:gd name="T34" fmla="*/ 141 w 965"/>
                <a:gd name="T35" fmla="*/ 5 h 1244"/>
                <a:gd name="T36" fmla="*/ 31 w 965"/>
                <a:gd name="T37" fmla="*/ 30 h 1244"/>
                <a:gd name="T38" fmla="*/ 5 w 965"/>
                <a:gd name="T39" fmla="*/ 129 h 1244"/>
                <a:gd name="T40" fmla="*/ 5 w 965"/>
                <a:gd name="T41" fmla="*/ 965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5" h="1244">
                  <a:moveTo>
                    <a:pt x="5" y="965"/>
                  </a:moveTo>
                  <a:lnTo>
                    <a:pt x="279" y="965"/>
                  </a:lnTo>
                  <a:cubicBezTo>
                    <a:pt x="331" y="965"/>
                    <a:pt x="349" y="967"/>
                    <a:pt x="363" y="979"/>
                  </a:cubicBezTo>
                  <a:cubicBezTo>
                    <a:pt x="390" y="1001"/>
                    <a:pt x="346" y="1035"/>
                    <a:pt x="346" y="1104"/>
                  </a:cubicBezTo>
                  <a:cubicBezTo>
                    <a:pt x="346" y="1181"/>
                    <a:pt x="409" y="1244"/>
                    <a:pt x="485" y="1244"/>
                  </a:cubicBezTo>
                  <a:cubicBezTo>
                    <a:pt x="562" y="1244"/>
                    <a:pt x="625" y="1181"/>
                    <a:pt x="625" y="1104"/>
                  </a:cubicBezTo>
                  <a:cubicBezTo>
                    <a:pt x="625" y="1035"/>
                    <a:pt x="581" y="1002"/>
                    <a:pt x="608" y="979"/>
                  </a:cubicBezTo>
                  <a:cubicBezTo>
                    <a:pt x="622" y="967"/>
                    <a:pt x="639" y="965"/>
                    <a:pt x="692" y="965"/>
                  </a:cubicBezTo>
                  <a:lnTo>
                    <a:pt x="965" y="965"/>
                  </a:lnTo>
                  <a:lnTo>
                    <a:pt x="965" y="733"/>
                  </a:lnTo>
                  <a:cubicBezTo>
                    <a:pt x="965" y="699"/>
                    <a:pt x="962" y="694"/>
                    <a:pt x="955" y="691"/>
                  </a:cubicBezTo>
                  <a:cubicBezTo>
                    <a:pt x="942" y="685"/>
                    <a:pt x="920" y="697"/>
                    <a:pt x="869" y="697"/>
                  </a:cubicBezTo>
                  <a:cubicBezTo>
                    <a:pt x="762" y="697"/>
                    <a:pt x="677" y="584"/>
                    <a:pt x="677" y="485"/>
                  </a:cubicBezTo>
                  <a:cubicBezTo>
                    <a:pt x="677" y="386"/>
                    <a:pt x="758" y="273"/>
                    <a:pt x="869" y="273"/>
                  </a:cubicBezTo>
                  <a:cubicBezTo>
                    <a:pt x="920" y="273"/>
                    <a:pt x="942" y="285"/>
                    <a:pt x="955" y="280"/>
                  </a:cubicBezTo>
                  <a:cubicBezTo>
                    <a:pt x="962" y="277"/>
                    <a:pt x="965" y="272"/>
                    <a:pt x="965" y="238"/>
                  </a:cubicBezTo>
                  <a:lnTo>
                    <a:pt x="965" y="5"/>
                  </a:lnTo>
                  <a:lnTo>
                    <a:pt x="141" y="5"/>
                  </a:lnTo>
                  <a:cubicBezTo>
                    <a:pt x="141" y="5"/>
                    <a:pt x="61" y="0"/>
                    <a:pt x="31" y="30"/>
                  </a:cubicBezTo>
                  <a:cubicBezTo>
                    <a:pt x="0" y="61"/>
                    <a:pt x="5" y="129"/>
                    <a:pt x="5" y="129"/>
                  </a:cubicBezTo>
                  <a:lnTo>
                    <a:pt x="5" y="965"/>
                  </a:lnTo>
                  <a:close/>
                </a:path>
              </a:pathLst>
            </a:custGeom>
            <a:grpFill/>
            <a:ln>
              <a:noFill/>
            </a:ln>
            <a:effectLst/>
          </p:spPr>
          <p:txBody>
            <a:bodyPr vert="horz" wrap="square" lIns="91440" tIns="45720" rIns="91440" bIns="45720" numCol="1" anchor="t" anchorCtr="0" compatLnSpc="1"/>
            <a:lstStyle/>
            <a:p>
              <a:endParaRPr lang="th-TH"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32"/>
            <p:cNvSpPr/>
            <p:nvPr>
              <p:custDataLst>
                <p:tags r:id="rId19"/>
              </p:custDataLst>
            </p:nvPr>
          </p:nvSpPr>
          <p:spPr bwMode="auto">
            <a:xfrm>
              <a:off x="6204422" y="2744809"/>
              <a:ext cx="204493" cy="158646"/>
            </a:xfrm>
            <a:custGeom>
              <a:avLst/>
              <a:gdLst>
                <a:gd name="T0" fmla="*/ 1240 w 1240"/>
                <a:gd name="T1" fmla="*/ 480 h 960"/>
                <a:gd name="T2" fmla="*/ 1101 w 1240"/>
                <a:gd name="T3" fmla="*/ 341 h 960"/>
                <a:gd name="T4" fmla="*/ 975 w 1240"/>
                <a:gd name="T5" fmla="*/ 357 h 960"/>
                <a:gd name="T6" fmla="*/ 961 w 1240"/>
                <a:gd name="T7" fmla="*/ 273 h 960"/>
                <a:gd name="T8" fmla="*/ 961 w 1240"/>
                <a:gd name="T9" fmla="*/ 0 h 960"/>
                <a:gd name="T10" fmla="*/ 729 w 1240"/>
                <a:gd name="T11" fmla="*/ 0 h 960"/>
                <a:gd name="T12" fmla="*/ 687 w 1240"/>
                <a:gd name="T13" fmla="*/ 10 h 960"/>
                <a:gd name="T14" fmla="*/ 693 w 1240"/>
                <a:gd name="T15" fmla="*/ 96 h 960"/>
                <a:gd name="T16" fmla="*/ 481 w 1240"/>
                <a:gd name="T17" fmla="*/ 288 h 960"/>
                <a:gd name="T18" fmla="*/ 270 w 1240"/>
                <a:gd name="T19" fmla="*/ 96 h 960"/>
                <a:gd name="T20" fmla="*/ 276 w 1240"/>
                <a:gd name="T21" fmla="*/ 10 h 960"/>
                <a:gd name="T22" fmla="*/ 234 w 1240"/>
                <a:gd name="T23" fmla="*/ 0 h 960"/>
                <a:gd name="T24" fmla="*/ 1 w 1240"/>
                <a:gd name="T25" fmla="*/ 0 h 960"/>
                <a:gd name="T26" fmla="*/ 1 w 1240"/>
                <a:gd name="T27" fmla="*/ 828 h 960"/>
                <a:gd name="T28" fmla="*/ 30 w 1240"/>
                <a:gd name="T29" fmla="*/ 928 h 960"/>
                <a:gd name="T30" fmla="*/ 129 w 1240"/>
                <a:gd name="T31" fmla="*/ 960 h 960"/>
                <a:gd name="T32" fmla="*/ 961 w 1240"/>
                <a:gd name="T33" fmla="*/ 960 h 960"/>
                <a:gd name="T34" fmla="*/ 961 w 1240"/>
                <a:gd name="T35" fmla="*/ 687 h 960"/>
                <a:gd name="T36" fmla="*/ 975 w 1240"/>
                <a:gd name="T37" fmla="*/ 602 h 960"/>
                <a:gd name="T38" fmla="*/ 1101 w 1240"/>
                <a:gd name="T39" fmla="*/ 619 h 960"/>
                <a:gd name="T40" fmla="*/ 1240 w 1240"/>
                <a:gd name="T41" fmla="*/ 480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40" h="960">
                  <a:moveTo>
                    <a:pt x="1240" y="480"/>
                  </a:moveTo>
                  <a:cubicBezTo>
                    <a:pt x="1240" y="403"/>
                    <a:pt x="1178" y="341"/>
                    <a:pt x="1101" y="341"/>
                  </a:cubicBezTo>
                  <a:cubicBezTo>
                    <a:pt x="1031" y="341"/>
                    <a:pt x="998" y="385"/>
                    <a:pt x="975" y="357"/>
                  </a:cubicBezTo>
                  <a:cubicBezTo>
                    <a:pt x="963" y="343"/>
                    <a:pt x="961" y="326"/>
                    <a:pt x="961" y="273"/>
                  </a:cubicBezTo>
                  <a:lnTo>
                    <a:pt x="961" y="0"/>
                  </a:lnTo>
                  <a:lnTo>
                    <a:pt x="729" y="0"/>
                  </a:lnTo>
                  <a:cubicBezTo>
                    <a:pt x="695" y="0"/>
                    <a:pt x="690" y="3"/>
                    <a:pt x="687" y="10"/>
                  </a:cubicBezTo>
                  <a:cubicBezTo>
                    <a:pt x="681" y="23"/>
                    <a:pt x="693" y="45"/>
                    <a:pt x="693" y="96"/>
                  </a:cubicBezTo>
                  <a:cubicBezTo>
                    <a:pt x="693" y="203"/>
                    <a:pt x="580" y="288"/>
                    <a:pt x="481" y="288"/>
                  </a:cubicBezTo>
                  <a:cubicBezTo>
                    <a:pt x="382" y="288"/>
                    <a:pt x="270" y="207"/>
                    <a:pt x="270" y="96"/>
                  </a:cubicBezTo>
                  <a:cubicBezTo>
                    <a:pt x="270" y="45"/>
                    <a:pt x="282" y="23"/>
                    <a:pt x="276" y="10"/>
                  </a:cubicBezTo>
                  <a:cubicBezTo>
                    <a:pt x="273" y="3"/>
                    <a:pt x="268" y="0"/>
                    <a:pt x="234" y="0"/>
                  </a:cubicBezTo>
                  <a:lnTo>
                    <a:pt x="1" y="0"/>
                  </a:lnTo>
                  <a:lnTo>
                    <a:pt x="1" y="828"/>
                  </a:lnTo>
                  <a:cubicBezTo>
                    <a:pt x="1" y="828"/>
                    <a:pt x="0" y="898"/>
                    <a:pt x="30" y="928"/>
                  </a:cubicBezTo>
                  <a:cubicBezTo>
                    <a:pt x="60" y="958"/>
                    <a:pt x="129" y="960"/>
                    <a:pt x="129" y="960"/>
                  </a:cubicBezTo>
                  <a:lnTo>
                    <a:pt x="961" y="960"/>
                  </a:lnTo>
                  <a:lnTo>
                    <a:pt x="961" y="687"/>
                  </a:lnTo>
                  <a:cubicBezTo>
                    <a:pt x="961" y="634"/>
                    <a:pt x="963" y="616"/>
                    <a:pt x="975" y="602"/>
                  </a:cubicBezTo>
                  <a:cubicBezTo>
                    <a:pt x="998" y="575"/>
                    <a:pt x="1031" y="619"/>
                    <a:pt x="1101" y="619"/>
                  </a:cubicBezTo>
                  <a:cubicBezTo>
                    <a:pt x="1178" y="619"/>
                    <a:pt x="1240" y="557"/>
                    <a:pt x="1240" y="480"/>
                  </a:cubicBezTo>
                  <a:close/>
                </a:path>
              </a:pathLst>
            </a:custGeom>
            <a:grpFill/>
            <a:ln>
              <a:noFill/>
            </a:ln>
            <a:effectLst/>
          </p:spPr>
          <p:txBody>
            <a:bodyPr vert="horz" wrap="square" lIns="91440" tIns="45720" rIns="91440" bIns="45720" numCol="1" anchor="t" anchorCtr="0" compatLnSpc="1"/>
            <a:lstStyle/>
            <a:p>
              <a:endParaRPr lang="th-TH"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33"/>
            <p:cNvSpPr/>
            <p:nvPr>
              <p:custDataLst>
                <p:tags r:id="rId20"/>
              </p:custDataLst>
            </p:nvPr>
          </p:nvSpPr>
          <p:spPr bwMode="auto">
            <a:xfrm>
              <a:off x="6420559" y="2766641"/>
              <a:ext cx="224142" cy="217592"/>
            </a:xfrm>
            <a:custGeom>
              <a:avLst/>
              <a:gdLst>
                <a:gd name="T0" fmla="*/ 770 w 1358"/>
                <a:gd name="T1" fmla="*/ 1267 h 1322"/>
                <a:gd name="T2" fmla="*/ 1358 w 1358"/>
                <a:gd name="T3" fmla="*/ 679 h 1322"/>
                <a:gd name="T4" fmla="*/ 1164 w 1358"/>
                <a:gd name="T5" fmla="*/ 486 h 1322"/>
                <a:gd name="T6" fmla="*/ 1114 w 1358"/>
                <a:gd name="T7" fmla="*/ 416 h 1322"/>
                <a:gd name="T8" fmla="*/ 1215 w 1358"/>
                <a:gd name="T9" fmla="*/ 339 h 1322"/>
                <a:gd name="T10" fmla="*/ 1215 w 1358"/>
                <a:gd name="T11" fmla="*/ 142 h 1322"/>
                <a:gd name="T12" fmla="*/ 1018 w 1358"/>
                <a:gd name="T13" fmla="*/ 142 h 1322"/>
                <a:gd name="T14" fmla="*/ 941 w 1358"/>
                <a:gd name="T15" fmla="*/ 243 h 1322"/>
                <a:gd name="T16" fmla="*/ 872 w 1358"/>
                <a:gd name="T17" fmla="*/ 193 h 1322"/>
                <a:gd name="T18" fmla="*/ 679 w 1358"/>
                <a:gd name="T19" fmla="*/ 0 h 1322"/>
                <a:gd name="T20" fmla="*/ 514 w 1358"/>
                <a:gd name="T21" fmla="*/ 164 h 1322"/>
                <a:gd name="T22" fmla="*/ 492 w 1358"/>
                <a:gd name="T23" fmla="*/ 201 h 1322"/>
                <a:gd name="T24" fmla="*/ 557 w 1358"/>
                <a:gd name="T25" fmla="*/ 258 h 1322"/>
                <a:gd name="T26" fmla="*/ 543 w 1358"/>
                <a:gd name="T27" fmla="*/ 543 h 1322"/>
                <a:gd name="T28" fmla="*/ 258 w 1358"/>
                <a:gd name="T29" fmla="*/ 557 h 1322"/>
                <a:gd name="T30" fmla="*/ 201 w 1358"/>
                <a:gd name="T31" fmla="*/ 492 h 1322"/>
                <a:gd name="T32" fmla="*/ 164 w 1358"/>
                <a:gd name="T33" fmla="*/ 514 h 1322"/>
                <a:gd name="T34" fmla="*/ 0 w 1358"/>
                <a:gd name="T35" fmla="*/ 679 h 1322"/>
                <a:gd name="T36" fmla="*/ 590 w 1358"/>
                <a:gd name="T37" fmla="*/ 1269 h 1322"/>
                <a:gd name="T38" fmla="*/ 679 w 1358"/>
                <a:gd name="T39" fmla="*/ 1322 h 1322"/>
                <a:gd name="T40" fmla="*/ 770 w 1358"/>
                <a:gd name="T41" fmla="*/ 1267 h 1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8" h="1322">
                  <a:moveTo>
                    <a:pt x="770" y="1267"/>
                  </a:moveTo>
                  <a:lnTo>
                    <a:pt x="1358" y="679"/>
                  </a:lnTo>
                  <a:lnTo>
                    <a:pt x="1164" y="486"/>
                  </a:lnTo>
                  <a:cubicBezTo>
                    <a:pt x="1127" y="448"/>
                    <a:pt x="1116" y="435"/>
                    <a:pt x="1114" y="416"/>
                  </a:cubicBezTo>
                  <a:cubicBezTo>
                    <a:pt x="1111" y="381"/>
                    <a:pt x="1166" y="389"/>
                    <a:pt x="1215" y="339"/>
                  </a:cubicBezTo>
                  <a:cubicBezTo>
                    <a:pt x="1270" y="285"/>
                    <a:pt x="1270" y="197"/>
                    <a:pt x="1215" y="142"/>
                  </a:cubicBezTo>
                  <a:cubicBezTo>
                    <a:pt x="1161" y="88"/>
                    <a:pt x="1073" y="88"/>
                    <a:pt x="1018" y="142"/>
                  </a:cubicBezTo>
                  <a:cubicBezTo>
                    <a:pt x="969" y="192"/>
                    <a:pt x="976" y="246"/>
                    <a:pt x="941" y="243"/>
                  </a:cubicBezTo>
                  <a:cubicBezTo>
                    <a:pt x="923" y="242"/>
                    <a:pt x="909" y="230"/>
                    <a:pt x="872" y="193"/>
                  </a:cubicBezTo>
                  <a:lnTo>
                    <a:pt x="679" y="0"/>
                  </a:lnTo>
                  <a:lnTo>
                    <a:pt x="514" y="164"/>
                  </a:lnTo>
                  <a:cubicBezTo>
                    <a:pt x="490" y="189"/>
                    <a:pt x="489" y="194"/>
                    <a:pt x="492" y="201"/>
                  </a:cubicBezTo>
                  <a:cubicBezTo>
                    <a:pt x="497" y="214"/>
                    <a:pt x="521" y="222"/>
                    <a:pt x="557" y="258"/>
                  </a:cubicBezTo>
                  <a:cubicBezTo>
                    <a:pt x="633" y="333"/>
                    <a:pt x="613" y="473"/>
                    <a:pt x="543" y="543"/>
                  </a:cubicBezTo>
                  <a:cubicBezTo>
                    <a:pt x="473" y="613"/>
                    <a:pt x="336" y="636"/>
                    <a:pt x="258" y="557"/>
                  </a:cubicBezTo>
                  <a:cubicBezTo>
                    <a:pt x="222" y="521"/>
                    <a:pt x="215" y="497"/>
                    <a:pt x="201" y="492"/>
                  </a:cubicBezTo>
                  <a:cubicBezTo>
                    <a:pt x="194" y="489"/>
                    <a:pt x="189" y="490"/>
                    <a:pt x="164" y="514"/>
                  </a:cubicBezTo>
                  <a:lnTo>
                    <a:pt x="0" y="679"/>
                  </a:lnTo>
                  <a:lnTo>
                    <a:pt x="590" y="1269"/>
                  </a:lnTo>
                  <a:cubicBezTo>
                    <a:pt x="590" y="1269"/>
                    <a:pt x="636" y="1322"/>
                    <a:pt x="679" y="1322"/>
                  </a:cubicBezTo>
                  <a:cubicBezTo>
                    <a:pt x="721" y="1322"/>
                    <a:pt x="770" y="1267"/>
                    <a:pt x="770" y="1267"/>
                  </a:cubicBezTo>
                  <a:close/>
                </a:path>
              </a:pathLst>
            </a:custGeom>
            <a:grpFill/>
            <a:ln>
              <a:noFill/>
            </a:ln>
            <a:effectLst/>
          </p:spPr>
          <p:txBody>
            <a:bodyPr vert="horz" wrap="square" lIns="91440" tIns="45720" rIns="91440" bIns="45720" numCol="1" anchor="t" anchorCtr="0" compatLnSpc="1"/>
            <a:lstStyle/>
            <a:p>
              <a:endParaRPr lang="th-TH"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6" name="组合 25"/>
          <p:cNvGrpSpPr/>
          <p:nvPr>
            <p:custDataLst>
              <p:tags r:id="rId21"/>
            </p:custDataLst>
          </p:nvPr>
        </p:nvGrpSpPr>
        <p:grpSpPr>
          <a:xfrm>
            <a:off x="4448115" y="4254216"/>
            <a:ext cx="434665" cy="563930"/>
            <a:chOff x="4448115" y="4254216"/>
            <a:chExt cx="434665" cy="563930"/>
          </a:xfrm>
          <a:solidFill>
            <a:srgbClr val="234463"/>
          </a:solidFill>
        </p:grpSpPr>
        <p:sp>
          <p:nvSpPr>
            <p:cNvPr id="27" name="Freeform 1"/>
            <p:cNvSpPr>
              <a:spLocks noChangeArrowheads="1"/>
            </p:cNvSpPr>
            <p:nvPr>
              <p:custDataLst>
                <p:tags r:id="rId22"/>
              </p:custDataLst>
            </p:nvPr>
          </p:nvSpPr>
          <p:spPr bwMode="auto">
            <a:xfrm>
              <a:off x="4686498" y="4254216"/>
              <a:ext cx="73630" cy="181363"/>
            </a:xfrm>
            <a:custGeom>
              <a:avLst/>
              <a:gdLst>
                <a:gd name="T0" fmla="*/ 656 w 1688"/>
                <a:gd name="T1" fmla="*/ 4188 h 4314"/>
                <a:gd name="T2" fmla="*/ 656 w 1688"/>
                <a:gd name="T3" fmla="*/ 4188 h 4314"/>
                <a:gd name="T4" fmla="*/ 1250 w 1688"/>
                <a:gd name="T5" fmla="*/ 3625 h 4314"/>
                <a:gd name="T6" fmla="*/ 1562 w 1688"/>
                <a:gd name="T7" fmla="*/ 2500 h 4314"/>
                <a:gd name="T8" fmla="*/ 906 w 1688"/>
                <a:gd name="T9" fmla="*/ 1532 h 4314"/>
                <a:gd name="T10" fmla="*/ 500 w 1688"/>
                <a:gd name="T11" fmla="*/ 719 h 4314"/>
                <a:gd name="T12" fmla="*/ 625 w 1688"/>
                <a:gd name="T13" fmla="*/ 0 h 4314"/>
                <a:gd name="T14" fmla="*/ 94 w 1688"/>
                <a:gd name="T15" fmla="*/ 907 h 4314"/>
                <a:gd name="T16" fmla="*/ 281 w 1688"/>
                <a:gd name="T17" fmla="*/ 1969 h 4314"/>
                <a:gd name="T18" fmla="*/ 750 w 1688"/>
                <a:gd name="T19" fmla="*/ 3250 h 4314"/>
                <a:gd name="T20" fmla="*/ 500 w 1688"/>
                <a:gd name="T21" fmla="*/ 4313 h 4314"/>
                <a:gd name="T22" fmla="*/ 656 w 1688"/>
                <a:gd name="T23" fmla="*/ 4188 h 4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88" h="4314">
                  <a:moveTo>
                    <a:pt x="656" y="4188"/>
                  </a:moveTo>
                  <a:lnTo>
                    <a:pt x="656" y="4188"/>
                  </a:lnTo>
                  <a:cubicBezTo>
                    <a:pt x="656" y="4188"/>
                    <a:pt x="1062" y="3875"/>
                    <a:pt x="1250" y="3625"/>
                  </a:cubicBezTo>
                  <a:cubicBezTo>
                    <a:pt x="1437" y="3375"/>
                    <a:pt x="1687" y="2938"/>
                    <a:pt x="1562" y="2500"/>
                  </a:cubicBezTo>
                  <a:cubicBezTo>
                    <a:pt x="1437" y="2063"/>
                    <a:pt x="1125" y="1813"/>
                    <a:pt x="906" y="1532"/>
                  </a:cubicBezTo>
                  <a:cubicBezTo>
                    <a:pt x="656" y="1250"/>
                    <a:pt x="531" y="1094"/>
                    <a:pt x="500" y="719"/>
                  </a:cubicBezTo>
                  <a:cubicBezTo>
                    <a:pt x="469" y="375"/>
                    <a:pt x="625" y="0"/>
                    <a:pt x="625" y="0"/>
                  </a:cubicBezTo>
                  <a:cubicBezTo>
                    <a:pt x="625" y="0"/>
                    <a:pt x="219" y="469"/>
                    <a:pt x="94" y="907"/>
                  </a:cubicBezTo>
                  <a:cubicBezTo>
                    <a:pt x="0" y="1344"/>
                    <a:pt x="94" y="1750"/>
                    <a:pt x="281" y="1969"/>
                  </a:cubicBezTo>
                  <a:cubicBezTo>
                    <a:pt x="469" y="2188"/>
                    <a:pt x="875" y="2594"/>
                    <a:pt x="750" y="3250"/>
                  </a:cubicBezTo>
                  <a:cubicBezTo>
                    <a:pt x="625" y="3938"/>
                    <a:pt x="500" y="4313"/>
                    <a:pt x="500" y="4313"/>
                  </a:cubicBezTo>
                  <a:lnTo>
                    <a:pt x="656" y="4188"/>
                  </a:lnTo>
                </a:path>
              </a:pathLst>
            </a:custGeom>
            <a:grpFill/>
            <a:ln>
              <a:noFill/>
            </a:ln>
            <a:effectLst/>
          </p:spPr>
          <p:txBody>
            <a:bodyPr wrap="none" anchor="ctr"/>
            <a:lstStyle/>
            <a:p>
              <a:endParaRPr lang="en-US"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2"/>
            <p:cNvSpPr>
              <a:spLocks noChangeArrowheads="1"/>
            </p:cNvSpPr>
            <p:nvPr>
              <p:custDataLst>
                <p:tags r:id="rId23"/>
              </p:custDataLst>
            </p:nvPr>
          </p:nvSpPr>
          <p:spPr bwMode="auto">
            <a:xfrm>
              <a:off x="4625364" y="4313372"/>
              <a:ext cx="46331" cy="126286"/>
            </a:xfrm>
            <a:custGeom>
              <a:avLst/>
              <a:gdLst>
                <a:gd name="T0" fmla="*/ 250 w 1063"/>
                <a:gd name="T1" fmla="*/ 0 h 3001"/>
                <a:gd name="T2" fmla="*/ 250 w 1063"/>
                <a:gd name="T3" fmla="*/ 0 h 3001"/>
                <a:gd name="T4" fmla="*/ 343 w 1063"/>
                <a:gd name="T5" fmla="*/ 531 h 3001"/>
                <a:gd name="T6" fmla="*/ 968 w 1063"/>
                <a:gd name="T7" fmla="*/ 1593 h 3001"/>
                <a:gd name="T8" fmla="*/ 625 w 1063"/>
                <a:gd name="T9" fmla="*/ 2812 h 3001"/>
                <a:gd name="T10" fmla="*/ 562 w 1063"/>
                <a:gd name="T11" fmla="*/ 3000 h 3001"/>
                <a:gd name="T12" fmla="*/ 500 w 1063"/>
                <a:gd name="T13" fmla="*/ 2531 h 3001"/>
                <a:gd name="T14" fmla="*/ 406 w 1063"/>
                <a:gd name="T15" fmla="*/ 1500 h 3001"/>
                <a:gd name="T16" fmla="*/ 0 w 1063"/>
                <a:gd name="T17" fmla="*/ 593 h 3001"/>
                <a:gd name="T18" fmla="*/ 250 w 1063"/>
                <a:gd name="T19" fmla="*/ 0 h 3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3" h="3001">
                  <a:moveTo>
                    <a:pt x="250" y="0"/>
                  </a:moveTo>
                  <a:lnTo>
                    <a:pt x="250" y="0"/>
                  </a:lnTo>
                  <a:cubicBezTo>
                    <a:pt x="250" y="0"/>
                    <a:pt x="250" y="343"/>
                    <a:pt x="343" y="531"/>
                  </a:cubicBezTo>
                  <a:cubicBezTo>
                    <a:pt x="468" y="843"/>
                    <a:pt x="906" y="1187"/>
                    <a:pt x="968" y="1593"/>
                  </a:cubicBezTo>
                  <a:cubicBezTo>
                    <a:pt x="1062" y="2250"/>
                    <a:pt x="718" y="2468"/>
                    <a:pt x="625" y="2812"/>
                  </a:cubicBezTo>
                  <a:cubicBezTo>
                    <a:pt x="562" y="3000"/>
                    <a:pt x="562" y="3000"/>
                    <a:pt x="562" y="3000"/>
                  </a:cubicBezTo>
                  <a:cubicBezTo>
                    <a:pt x="562" y="3000"/>
                    <a:pt x="437" y="2750"/>
                    <a:pt x="500" y="2531"/>
                  </a:cubicBezTo>
                  <a:cubicBezTo>
                    <a:pt x="562" y="2281"/>
                    <a:pt x="656" y="1843"/>
                    <a:pt x="406" y="1500"/>
                  </a:cubicBezTo>
                  <a:cubicBezTo>
                    <a:pt x="156" y="1156"/>
                    <a:pt x="31" y="875"/>
                    <a:pt x="0" y="593"/>
                  </a:cubicBezTo>
                  <a:cubicBezTo>
                    <a:pt x="0" y="281"/>
                    <a:pt x="250" y="0"/>
                    <a:pt x="250" y="0"/>
                  </a:cubicBezTo>
                </a:path>
              </a:pathLst>
            </a:custGeom>
            <a:grpFill/>
            <a:ln>
              <a:noFill/>
            </a:ln>
            <a:effectLst/>
          </p:spPr>
          <p:txBody>
            <a:bodyPr wrap="none" anchor="ctr"/>
            <a:lstStyle/>
            <a:p>
              <a:endParaRPr lang="en-US"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3"/>
            <p:cNvSpPr>
              <a:spLocks noChangeArrowheads="1"/>
            </p:cNvSpPr>
            <p:nvPr>
              <p:custDataLst>
                <p:tags r:id="rId24"/>
              </p:custDataLst>
            </p:nvPr>
          </p:nvSpPr>
          <p:spPr bwMode="auto">
            <a:xfrm>
              <a:off x="4776469" y="4320048"/>
              <a:ext cx="46331" cy="126286"/>
            </a:xfrm>
            <a:custGeom>
              <a:avLst/>
              <a:gdLst>
                <a:gd name="T0" fmla="*/ 250 w 1064"/>
                <a:gd name="T1" fmla="*/ 0 h 3001"/>
                <a:gd name="T2" fmla="*/ 250 w 1064"/>
                <a:gd name="T3" fmla="*/ 0 h 3001"/>
                <a:gd name="T4" fmla="*/ 344 w 1064"/>
                <a:gd name="T5" fmla="*/ 531 h 3001"/>
                <a:gd name="T6" fmla="*/ 969 w 1064"/>
                <a:gd name="T7" fmla="*/ 1594 h 3001"/>
                <a:gd name="T8" fmla="*/ 625 w 1064"/>
                <a:gd name="T9" fmla="*/ 2812 h 3001"/>
                <a:gd name="T10" fmla="*/ 563 w 1064"/>
                <a:gd name="T11" fmla="*/ 3000 h 3001"/>
                <a:gd name="T12" fmla="*/ 500 w 1064"/>
                <a:gd name="T13" fmla="*/ 2531 h 3001"/>
                <a:gd name="T14" fmla="*/ 407 w 1064"/>
                <a:gd name="T15" fmla="*/ 1500 h 3001"/>
                <a:gd name="T16" fmla="*/ 0 w 1064"/>
                <a:gd name="T17" fmla="*/ 594 h 3001"/>
                <a:gd name="T18" fmla="*/ 250 w 1064"/>
                <a:gd name="T19" fmla="*/ 0 h 3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4" h="3001">
                  <a:moveTo>
                    <a:pt x="250" y="0"/>
                  </a:moveTo>
                  <a:lnTo>
                    <a:pt x="250" y="0"/>
                  </a:lnTo>
                  <a:cubicBezTo>
                    <a:pt x="250" y="0"/>
                    <a:pt x="250" y="344"/>
                    <a:pt x="344" y="531"/>
                  </a:cubicBezTo>
                  <a:cubicBezTo>
                    <a:pt x="469" y="844"/>
                    <a:pt x="907" y="1187"/>
                    <a:pt x="969" y="1594"/>
                  </a:cubicBezTo>
                  <a:cubicBezTo>
                    <a:pt x="1063" y="2250"/>
                    <a:pt x="719" y="2469"/>
                    <a:pt x="625" y="2812"/>
                  </a:cubicBezTo>
                  <a:cubicBezTo>
                    <a:pt x="563" y="3000"/>
                    <a:pt x="563" y="3000"/>
                    <a:pt x="563" y="3000"/>
                  </a:cubicBezTo>
                  <a:cubicBezTo>
                    <a:pt x="563" y="3000"/>
                    <a:pt x="438" y="2750"/>
                    <a:pt x="500" y="2531"/>
                  </a:cubicBezTo>
                  <a:cubicBezTo>
                    <a:pt x="563" y="2281"/>
                    <a:pt x="657" y="1844"/>
                    <a:pt x="407" y="1500"/>
                  </a:cubicBezTo>
                  <a:cubicBezTo>
                    <a:pt x="157" y="1156"/>
                    <a:pt x="0" y="875"/>
                    <a:pt x="0" y="594"/>
                  </a:cubicBezTo>
                  <a:cubicBezTo>
                    <a:pt x="0" y="281"/>
                    <a:pt x="250" y="0"/>
                    <a:pt x="250" y="0"/>
                  </a:cubicBezTo>
                </a:path>
              </a:pathLst>
            </a:custGeom>
            <a:grpFill/>
            <a:ln>
              <a:noFill/>
            </a:ln>
            <a:effectLst/>
          </p:spPr>
          <p:txBody>
            <a:bodyPr wrap="none" anchor="ctr"/>
            <a:lstStyle/>
            <a:p>
              <a:endParaRPr lang="en-US"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4"/>
            <p:cNvSpPr>
              <a:spLocks noChangeArrowheads="1"/>
            </p:cNvSpPr>
            <p:nvPr>
              <p:custDataLst>
                <p:tags r:id="rId25"/>
              </p:custDataLst>
            </p:nvPr>
          </p:nvSpPr>
          <p:spPr bwMode="auto">
            <a:xfrm>
              <a:off x="4448115" y="4459315"/>
              <a:ext cx="434665" cy="358831"/>
            </a:xfrm>
            <a:custGeom>
              <a:avLst/>
              <a:gdLst>
                <a:gd name="T0" fmla="*/ 9874 w 9969"/>
                <a:gd name="T1" fmla="*/ 969 h 8532"/>
                <a:gd name="T2" fmla="*/ 9874 w 9969"/>
                <a:gd name="T3" fmla="*/ 969 h 8532"/>
                <a:gd name="T4" fmla="*/ 6280 w 9969"/>
                <a:gd name="T5" fmla="*/ 125 h 8532"/>
                <a:gd name="T6" fmla="*/ 2719 w 9969"/>
                <a:gd name="T7" fmla="*/ 969 h 8532"/>
                <a:gd name="T8" fmla="*/ 2656 w 9969"/>
                <a:gd name="T9" fmla="*/ 1750 h 8532"/>
                <a:gd name="T10" fmla="*/ 938 w 9969"/>
                <a:gd name="T11" fmla="*/ 1843 h 8532"/>
                <a:gd name="T12" fmla="*/ 2875 w 9969"/>
                <a:gd name="T13" fmla="*/ 5187 h 8532"/>
                <a:gd name="T14" fmla="*/ 3750 w 9969"/>
                <a:gd name="T15" fmla="*/ 7218 h 8532"/>
                <a:gd name="T16" fmla="*/ 3969 w 9969"/>
                <a:gd name="T17" fmla="*/ 8062 h 8532"/>
                <a:gd name="T18" fmla="*/ 5687 w 9969"/>
                <a:gd name="T19" fmla="*/ 8499 h 8532"/>
                <a:gd name="T20" fmla="*/ 6030 w 9969"/>
                <a:gd name="T21" fmla="*/ 8531 h 8532"/>
                <a:gd name="T22" fmla="*/ 6280 w 9969"/>
                <a:gd name="T23" fmla="*/ 8531 h 8532"/>
                <a:gd name="T24" fmla="*/ 6530 w 9969"/>
                <a:gd name="T25" fmla="*/ 8531 h 8532"/>
                <a:gd name="T26" fmla="*/ 6905 w 9969"/>
                <a:gd name="T27" fmla="*/ 8499 h 8532"/>
                <a:gd name="T28" fmla="*/ 8593 w 9969"/>
                <a:gd name="T29" fmla="*/ 8062 h 8532"/>
                <a:gd name="T30" fmla="*/ 8843 w 9969"/>
                <a:gd name="T31" fmla="*/ 7218 h 8532"/>
                <a:gd name="T32" fmla="*/ 9937 w 9969"/>
                <a:gd name="T33" fmla="*/ 3749 h 8532"/>
                <a:gd name="T34" fmla="*/ 9968 w 9969"/>
                <a:gd name="T35" fmla="*/ 2781 h 8532"/>
                <a:gd name="T36" fmla="*/ 9874 w 9969"/>
                <a:gd name="T37" fmla="*/ 969 h 8532"/>
                <a:gd name="T38" fmla="*/ 2563 w 9969"/>
                <a:gd name="T39" fmla="*/ 4468 h 8532"/>
                <a:gd name="T40" fmla="*/ 2563 w 9969"/>
                <a:gd name="T41" fmla="*/ 4468 h 8532"/>
                <a:gd name="T42" fmla="*/ 1375 w 9969"/>
                <a:gd name="T43" fmla="*/ 2718 h 8532"/>
                <a:gd name="T44" fmla="*/ 2625 w 9969"/>
                <a:gd name="T45" fmla="*/ 2406 h 8532"/>
                <a:gd name="T46" fmla="*/ 2625 w 9969"/>
                <a:gd name="T47" fmla="*/ 2781 h 8532"/>
                <a:gd name="T48" fmla="*/ 2656 w 9969"/>
                <a:gd name="T49" fmla="*/ 3749 h 8532"/>
                <a:gd name="T50" fmla="*/ 2719 w 9969"/>
                <a:gd name="T51" fmla="*/ 4374 h 8532"/>
                <a:gd name="T52" fmla="*/ 2563 w 9969"/>
                <a:gd name="T53" fmla="*/ 4468 h 8532"/>
                <a:gd name="T54" fmla="*/ 4156 w 9969"/>
                <a:gd name="T55" fmla="*/ 5749 h 8532"/>
                <a:gd name="T56" fmla="*/ 4156 w 9969"/>
                <a:gd name="T57" fmla="*/ 5749 h 8532"/>
                <a:gd name="T58" fmla="*/ 4719 w 9969"/>
                <a:gd name="T59" fmla="*/ 3249 h 8532"/>
                <a:gd name="T60" fmla="*/ 7249 w 9969"/>
                <a:gd name="T61" fmla="*/ 2124 h 8532"/>
                <a:gd name="T62" fmla="*/ 7249 w 9969"/>
                <a:gd name="T63" fmla="*/ 2562 h 8532"/>
                <a:gd name="T64" fmla="*/ 6937 w 9969"/>
                <a:gd name="T65" fmla="*/ 3156 h 8532"/>
                <a:gd name="T66" fmla="*/ 6405 w 9969"/>
                <a:gd name="T67" fmla="*/ 3843 h 8532"/>
                <a:gd name="T68" fmla="*/ 5687 w 9969"/>
                <a:gd name="T69" fmla="*/ 4593 h 8532"/>
                <a:gd name="T70" fmla="*/ 5343 w 9969"/>
                <a:gd name="T71" fmla="*/ 4499 h 8532"/>
                <a:gd name="T72" fmla="*/ 5624 w 9969"/>
                <a:gd name="T73" fmla="*/ 4906 h 8532"/>
                <a:gd name="T74" fmla="*/ 5468 w 9969"/>
                <a:gd name="T75" fmla="*/ 5218 h 8532"/>
                <a:gd name="T76" fmla="*/ 4750 w 9969"/>
                <a:gd name="T77" fmla="*/ 5843 h 8532"/>
                <a:gd name="T78" fmla="*/ 4156 w 9969"/>
                <a:gd name="T79" fmla="*/ 5749 h 8532"/>
                <a:gd name="T80" fmla="*/ 7562 w 9969"/>
                <a:gd name="T81" fmla="*/ 5468 h 8532"/>
                <a:gd name="T82" fmla="*/ 7562 w 9969"/>
                <a:gd name="T83" fmla="*/ 5468 h 8532"/>
                <a:gd name="T84" fmla="*/ 4781 w 9969"/>
                <a:gd name="T85" fmla="*/ 6499 h 8532"/>
                <a:gd name="T86" fmla="*/ 4938 w 9969"/>
                <a:gd name="T87" fmla="*/ 6093 h 8532"/>
                <a:gd name="T88" fmla="*/ 5749 w 9969"/>
                <a:gd name="T89" fmla="*/ 5312 h 8532"/>
                <a:gd name="T90" fmla="*/ 6312 w 9969"/>
                <a:gd name="T91" fmla="*/ 5187 h 8532"/>
                <a:gd name="T92" fmla="*/ 6218 w 9969"/>
                <a:gd name="T93" fmla="*/ 4624 h 8532"/>
                <a:gd name="T94" fmla="*/ 6999 w 9969"/>
                <a:gd name="T95" fmla="*/ 3749 h 8532"/>
                <a:gd name="T96" fmla="*/ 7405 w 9969"/>
                <a:gd name="T97" fmla="*/ 2905 h 8532"/>
                <a:gd name="T98" fmla="*/ 7968 w 9969"/>
                <a:gd name="T99" fmla="*/ 2624 h 8532"/>
                <a:gd name="T100" fmla="*/ 7562 w 9969"/>
                <a:gd name="T101" fmla="*/ 5468 h 8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69" h="8532">
                  <a:moveTo>
                    <a:pt x="9874" y="969"/>
                  </a:moveTo>
                  <a:lnTo>
                    <a:pt x="9874" y="969"/>
                  </a:lnTo>
                  <a:cubicBezTo>
                    <a:pt x="9874" y="969"/>
                    <a:pt x="8624" y="0"/>
                    <a:pt x="6280" y="125"/>
                  </a:cubicBezTo>
                  <a:cubicBezTo>
                    <a:pt x="3969" y="0"/>
                    <a:pt x="2719" y="969"/>
                    <a:pt x="2719" y="969"/>
                  </a:cubicBezTo>
                  <a:cubicBezTo>
                    <a:pt x="2688" y="1250"/>
                    <a:pt x="2656" y="1500"/>
                    <a:pt x="2656" y="1750"/>
                  </a:cubicBezTo>
                  <a:cubicBezTo>
                    <a:pt x="2375" y="1532"/>
                    <a:pt x="1625" y="1063"/>
                    <a:pt x="938" y="1843"/>
                  </a:cubicBezTo>
                  <a:cubicBezTo>
                    <a:pt x="0" y="2812"/>
                    <a:pt x="2094" y="5499"/>
                    <a:pt x="2875" y="5187"/>
                  </a:cubicBezTo>
                  <a:cubicBezTo>
                    <a:pt x="3094" y="6281"/>
                    <a:pt x="3469" y="6906"/>
                    <a:pt x="3750" y="7218"/>
                  </a:cubicBezTo>
                  <a:cubicBezTo>
                    <a:pt x="3750" y="7218"/>
                    <a:pt x="4031" y="7937"/>
                    <a:pt x="3969" y="8062"/>
                  </a:cubicBezTo>
                  <a:cubicBezTo>
                    <a:pt x="3969" y="8062"/>
                    <a:pt x="4188" y="8406"/>
                    <a:pt x="5687" y="8499"/>
                  </a:cubicBezTo>
                  <a:cubicBezTo>
                    <a:pt x="5780" y="8531"/>
                    <a:pt x="5905" y="8531"/>
                    <a:pt x="6030" y="8531"/>
                  </a:cubicBezTo>
                  <a:cubicBezTo>
                    <a:pt x="6124" y="8531"/>
                    <a:pt x="6218" y="8531"/>
                    <a:pt x="6280" y="8531"/>
                  </a:cubicBezTo>
                  <a:cubicBezTo>
                    <a:pt x="6374" y="8531"/>
                    <a:pt x="6437" y="8531"/>
                    <a:pt x="6530" y="8531"/>
                  </a:cubicBezTo>
                  <a:cubicBezTo>
                    <a:pt x="6687" y="8531"/>
                    <a:pt x="6812" y="8531"/>
                    <a:pt x="6905" y="8499"/>
                  </a:cubicBezTo>
                  <a:cubicBezTo>
                    <a:pt x="8374" y="8406"/>
                    <a:pt x="8593" y="8062"/>
                    <a:pt x="8593" y="8062"/>
                  </a:cubicBezTo>
                  <a:cubicBezTo>
                    <a:pt x="8562" y="7937"/>
                    <a:pt x="8843" y="7218"/>
                    <a:pt x="8843" y="7218"/>
                  </a:cubicBezTo>
                  <a:cubicBezTo>
                    <a:pt x="9218" y="6781"/>
                    <a:pt x="9780" y="5781"/>
                    <a:pt x="9937" y="3749"/>
                  </a:cubicBezTo>
                  <a:cubicBezTo>
                    <a:pt x="9937" y="3406"/>
                    <a:pt x="9968" y="3093"/>
                    <a:pt x="9968" y="2781"/>
                  </a:cubicBezTo>
                  <a:cubicBezTo>
                    <a:pt x="9968" y="2249"/>
                    <a:pt x="9937" y="1657"/>
                    <a:pt x="9874" y="969"/>
                  </a:cubicBezTo>
                  <a:close/>
                  <a:moveTo>
                    <a:pt x="2563" y="4468"/>
                  </a:moveTo>
                  <a:lnTo>
                    <a:pt x="2563" y="4468"/>
                  </a:lnTo>
                  <a:cubicBezTo>
                    <a:pt x="2563" y="4468"/>
                    <a:pt x="1437" y="3656"/>
                    <a:pt x="1375" y="2718"/>
                  </a:cubicBezTo>
                  <a:cubicBezTo>
                    <a:pt x="1281" y="1813"/>
                    <a:pt x="2188" y="1937"/>
                    <a:pt x="2625" y="2406"/>
                  </a:cubicBezTo>
                  <a:cubicBezTo>
                    <a:pt x="2625" y="2531"/>
                    <a:pt x="2625" y="2656"/>
                    <a:pt x="2625" y="2781"/>
                  </a:cubicBezTo>
                  <a:cubicBezTo>
                    <a:pt x="2625" y="3093"/>
                    <a:pt x="2625" y="3406"/>
                    <a:pt x="2656" y="3749"/>
                  </a:cubicBezTo>
                  <a:cubicBezTo>
                    <a:pt x="2688" y="3968"/>
                    <a:pt x="2688" y="4187"/>
                    <a:pt x="2719" y="4374"/>
                  </a:cubicBezTo>
                  <a:cubicBezTo>
                    <a:pt x="2688" y="4374"/>
                    <a:pt x="2625" y="4406"/>
                    <a:pt x="2563" y="4468"/>
                  </a:cubicBezTo>
                  <a:close/>
                  <a:moveTo>
                    <a:pt x="4156" y="5749"/>
                  </a:moveTo>
                  <a:lnTo>
                    <a:pt x="4156" y="5749"/>
                  </a:lnTo>
                  <a:cubicBezTo>
                    <a:pt x="3875" y="5031"/>
                    <a:pt x="4094" y="4062"/>
                    <a:pt x="4719" y="3249"/>
                  </a:cubicBezTo>
                  <a:cubicBezTo>
                    <a:pt x="5437" y="2343"/>
                    <a:pt x="6468" y="1906"/>
                    <a:pt x="7249" y="2124"/>
                  </a:cubicBezTo>
                  <a:cubicBezTo>
                    <a:pt x="7249" y="2156"/>
                    <a:pt x="7530" y="2280"/>
                    <a:pt x="7249" y="2562"/>
                  </a:cubicBezTo>
                  <a:cubicBezTo>
                    <a:pt x="7124" y="2718"/>
                    <a:pt x="6999" y="2999"/>
                    <a:pt x="6937" y="3156"/>
                  </a:cubicBezTo>
                  <a:cubicBezTo>
                    <a:pt x="6843" y="3343"/>
                    <a:pt x="6687" y="3531"/>
                    <a:pt x="6405" y="3843"/>
                  </a:cubicBezTo>
                  <a:cubicBezTo>
                    <a:pt x="6124" y="4124"/>
                    <a:pt x="5874" y="4593"/>
                    <a:pt x="5687" y="4593"/>
                  </a:cubicBezTo>
                  <a:cubicBezTo>
                    <a:pt x="5530" y="4593"/>
                    <a:pt x="5343" y="4499"/>
                    <a:pt x="5343" y="4499"/>
                  </a:cubicBezTo>
                  <a:cubicBezTo>
                    <a:pt x="5343" y="4499"/>
                    <a:pt x="5687" y="4812"/>
                    <a:pt x="5624" y="4906"/>
                  </a:cubicBezTo>
                  <a:cubicBezTo>
                    <a:pt x="5562" y="4968"/>
                    <a:pt x="5562" y="5062"/>
                    <a:pt x="5468" y="5218"/>
                  </a:cubicBezTo>
                  <a:cubicBezTo>
                    <a:pt x="5374" y="5374"/>
                    <a:pt x="4938" y="5781"/>
                    <a:pt x="4750" y="5843"/>
                  </a:cubicBezTo>
                  <a:cubicBezTo>
                    <a:pt x="4531" y="5937"/>
                    <a:pt x="4313" y="6031"/>
                    <a:pt x="4156" y="5749"/>
                  </a:cubicBezTo>
                  <a:close/>
                  <a:moveTo>
                    <a:pt x="7562" y="5468"/>
                  </a:moveTo>
                  <a:lnTo>
                    <a:pt x="7562" y="5468"/>
                  </a:lnTo>
                  <a:cubicBezTo>
                    <a:pt x="6780" y="6468"/>
                    <a:pt x="5593" y="6906"/>
                    <a:pt x="4781" y="6499"/>
                  </a:cubicBezTo>
                  <a:cubicBezTo>
                    <a:pt x="4781" y="6406"/>
                    <a:pt x="4625" y="6281"/>
                    <a:pt x="4938" y="6093"/>
                  </a:cubicBezTo>
                  <a:cubicBezTo>
                    <a:pt x="5094" y="5999"/>
                    <a:pt x="5624" y="5656"/>
                    <a:pt x="5749" y="5312"/>
                  </a:cubicBezTo>
                  <a:cubicBezTo>
                    <a:pt x="5874" y="4968"/>
                    <a:pt x="6312" y="5187"/>
                    <a:pt x="6312" y="5187"/>
                  </a:cubicBezTo>
                  <a:cubicBezTo>
                    <a:pt x="6312" y="5187"/>
                    <a:pt x="6030" y="4937"/>
                    <a:pt x="6218" y="4624"/>
                  </a:cubicBezTo>
                  <a:cubicBezTo>
                    <a:pt x="6405" y="4312"/>
                    <a:pt x="6655" y="4031"/>
                    <a:pt x="6999" y="3749"/>
                  </a:cubicBezTo>
                  <a:cubicBezTo>
                    <a:pt x="7343" y="3468"/>
                    <a:pt x="7312" y="3124"/>
                    <a:pt x="7405" y="2905"/>
                  </a:cubicBezTo>
                  <a:cubicBezTo>
                    <a:pt x="7499" y="2656"/>
                    <a:pt x="7843" y="2468"/>
                    <a:pt x="7968" y="2624"/>
                  </a:cubicBezTo>
                  <a:cubicBezTo>
                    <a:pt x="8468" y="3312"/>
                    <a:pt x="8312" y="4499"/>
                    <a:pt x="7562" y="5468"/>
                  </a:cubicBezTo>
                  <a:close/>
                </a:path>
              </a:pathLst>
            </a:custGeom>
            <a:grpFill/>
            <a:ln>
              <a:noFill/>
            </a:ln>
            <a:effectLst/>
          </p:spPr>
          <p:txBody>
            <a:bodyPr wrap="none" anchor="ctr"/>
            <a:lstStyle/>
            <a:p>
              <a:endParaRPr lang="en-US"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1" name="Freeform 21"/>
          <p:cNvSpPr/>
          <p:nvPr>
            <p:custDataLst>
              <p:tags r:id="rId26"/>
            </p:custDataLst>
          </p:nvPr>
        </p:nvSpPr>
        <p:spPr bwMode="auto">
          <a:xfrm>
            <a:off x="2834711" y="2569708"/>
            <a:ext cx="365472" cy="393865"/>
          </a:xfrm>
          <a:custGeom>
            <a:avLst/>
            <a:gdLst>
              <a:gd name="T0" fmla="*/ 2013 w 2210"/>
              <a:gd name="T1" fmla="*/ 637 h 2384"/>
              <a:gd name="T2" fmla="*/ 2013 w 2210"/>
              <a:gd name="T3" fmla="*/ 338 h 2384"/>
              <a:gd name="T4" fmla="*/ 1666 w 2210"/>
              <a:gd name="T5" fmla="*/ 684 h 2384"/>
              <a:gd name="T6" fmla="*/ 1064 w 2210"/>
              <a:gd name="T7" fmla="*/ 1286 h 2384"/>
              <a:gd name="T8" fmla="*/ 646 w 2210"/>
              <a:gd name="T9" fmla="*/ 868 h 2384"/>
              <a:gd name="T10" fmla="*/ 316 w 2210"/>
              <a:gd name="T11" fmla="*/ 1198 h 2384"/>
              <a:gd name="T12" fmla="*/ 191 w 2210"/>
              <a:gd name="T13" fmla="*/ 1073 h 2384"/>
              <a:gd name="T14" fmla="*/ 210 w 2210"/>
              <a:gd name="T15" fmla="*/ 1211 h 2384"/>
              <a:gd name="T16" fmla="*/ 891 w 2210"/>
              <a:gd name="T17" fmla="*/ 1750 h 2384"/>
              <a:gd name="T18" fmla="*/ 1590 w 2210"/>
              <a:gd name="T19" fmla="*/ 1051 h 2384"/>
              <a:gd name="T20" fmla="*/ 1573 w 2210"/>
              <a:gd name="T21" fmla="*/ 897 h 2384"/>
              <a:gd name="T22" fmla="*/ 1726 w 2210"/>
              <a:gd name="T23" fmla="*/ 744 h 2384"/>
              <a:gd name="T24" fmla="*/ 1780 w 2210"/>
              <a:gd name="T25" fmla="*/ 1051 h 2384"/>
              <a:gd name="T26" fmla="*/ 1646 w 2210"/>
              <a:gd name="T27" fmla="*/ 1521 h 2384"/>
              <a:gd name="T28" fmla="*/ 2123 w 2210"/>
              <a:gd name="T29" fmla="*/ 1996 h 2384"/>
              <a:gd name="T30" fmla="*/ 2123 w 2210"/>
              <a:gd name="T31" fmla="*/ 2284 h 2384"/>
              <a:gd name="T32" fmla="*/ 2103 w 2210"/>
              <a:gd name="T33" fmla="*/ 2304 h 2384"/>
              <a:gd name="T34" fmla="*/ 1815 w 2210"/>
              <a:gd name="T35" fmla="*/ 2304 h 2384"/>
              <a:gd name="T36" fmla="*/ 1332 w 2210"/>
              <a:gd name="T37" fmla="*/ 1823 h 2384"/>
              <a:gd name="T38" fmla="*/ 891 w 2210"/>
              <a:gd name="T39" fmla="*/ 1941 h 2384"/>
              <a:gd name="T40" fmla="*/ 0 w 2210"/>
              <a:gd name="T41" fmla="*/ 1051 h 2384"/>
              <a:gd name="T42" fmla="*/ 2 w 2210"/>
              <a:gd name="T43" fmla="*/ 1003 h 2384"/>
              <a:gd name="T44" fmla="*/ 8 w 2210"/>
              <a:gd name="T45" fmla="*/ 938 h 2384"/>
              <a:gd name="T46" fmla="*/ 20 w 2210"/>
              <a:gd name="T47" fmla="*/ 866 h 2384"/>
              <a:gd name="T48" fmla="*/ 891 w 2210"/>
              <a:gd name="T49" fmla="*/ 161 h 2384"/>
              <a:gd name="T50" fmla="*/ 1524 w 2210"/>
              <a:gd name="T51" fmla="*/ 427 h 2384"/>
              <a:gd name="T52" fmla="*/ 1389 w 2210"/>
              <a:gd name="T53" fmla="*/ 562 h 2384"/>
              <a:gd name="T54" fmla="*/ 891 w 2210"/>
              <a:gd name="T55" fmla="*/ 352 h 2384"/>
              <a:gd name="T56" fmla="*/ 262 w 2210"/>
              <a:gd name="T57" fmla="*/ 744 h 2384"/>
              <a:gd name="T58" fmla="*/ 227 w 2210"/>
              <a:gd name="T59" fmla="*/ 829 h 2384"/>
              <a:gd name="T60" fmla="*/ 316 w 2210"/>
              <a:gd name="T61" fmla="*/ 919 h 2384"/>
              <a:gd name="T62" fmla="*/ 646 w 2210"/>
              <a:gd name="T63" fmla="*/ 589 h 2384"/>
              <a:gd name="T64" fmla="*/ 1064 w 2210"/>
              <a:gd name="T65" fmla="*/ 1007 h 2384"/>
              <a:gd name="T66" fmla="*/ 1449 w 2210"/>
              <a:gd name="T67" fmla="*/ 621 h 2384"/>
              <a:gd name="T68" fmla="*/ 1584 w 2210"/>
              <a:gd name="T69" fmla="*/ 487 h 2384"/>
              <a:gd name="T70" fmla="*/ 1873 w 2210"/>
              <a:gd name="T71" fmla="*/ 198 h 2384"/>
              <a:gd name="T72" fmla="*/ 1586 w 2210"/>
              <a:gd name="T73" fmla="*/ 198 h 2384"/>
              <a:gd name="T74" fmla="*/ 1586 w 2210"/>
              <a:gd name="T75" fmla="*/ 0 h 2384"/>
              <a:gd name="T76" fmla="*/ 2210 w 2210"/>
              <a:gd name="T77" fmla="*/ 0 h 2384"/>
              <a:gd name="T78" fmla="*/ 2210 w 2210"/>
              <a:gd name="T79" fmla="*/ 637 h 2384"/>
              <a:gd name="T80" fmla="*/ 2013 w 2210"/>
              <a:gd name="T81" fmla="*/ 637 h 2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10" h="2384">
                <a:moveTo>
                  <a:pt x="2013" y="637"/>
                </a:moveTo>
                <a:lnTo>
                  <a:pt x="2013" y="338"/>
                </a:lnTo>
                <a:lnTo>
                  <a:pt x="1666" y="684"/>
                </a:lnTo>
                <a:lnTo>
                  <a:pt x="1064" y="1286"/>
                </a:lnTo>
                <a:lnTo>
                  <a:pt x="646" y="868"/>
                </a:lnTo>
                <a:lnTo>
                  <a:pt x="316" y="1198"/>
                </a:lnTo>
                <a:lnTo>
                  <a:pt x="191" y="1073"/>
                </a:lnTo>
                <a:cubicBezTo>
                  <a:pt x="193" y="1121"/>
                  <a:pt x="199" y="1167"/>
                  <a:pt x="210" y="1211"/>
                </a:cubicBezTo>
                <a:cubicBezTo>
                  <a:pt x="283" y="1520"/>
                  <a:pt x="560" y="1750"/>
                  <a:pt x="891" y="1750"/>
                </a:cubicBezTo>
                <a:cubicBezTo>
                  <a:pt x="1276" y="1750"/>
                  <a:pt x="1590" y="1436"/>
                  <a:pt x="1590" y="1051"/>
                </a:cubicBezTo>
                <a:cubicBezTo>
                  <a:pt x="1590" y="998"/>
                  <a:pt x="1584" y="947"/>
                  <a:pt x="1573" y="897"/>
                </a:cubicBezTo>
                <a:lnTo>
                  <a:pt x="1726" y="744"/>
                </a:lnTo>
                <a:cubicBezTo>
                  <a:pt x="1761" y="840"/>
                  <a:pt x="1780" y="943"/>
                  <a:pt x="1780" y="1051"/>
                </a:cubicBezTo>
                <a:cubicBezTo>
                  <a:pt x="1780" y="1223"/>
                  <a:pt x="1731" y="1385"/>
                  <a:pt x="1646" y="1521"/>
                </a:cubicBezTo>
                <a:lnTo>
                  <a:pt x="2123" y="1996"/>
                </a:lnTo>
                <a:cubicBezTo>
                  <a:pt x="2203" y="2076"/>
                  <a:pt x="2203" y="2205"/>
                  <a:pt x="2123" y="2284"/>
                </a:cubicBezTo>
                <a:lnTo>
                  <a:pt x="2103" y="2304"/>
                </a:lnTo>
                <a:cubicBezTo>
                  <a:pt x="2024" y="2384"/>
                  <a:pt x="1894" y="2384"/>
                  <a:pt x="1815" y="2304"/>
                </a:cubicBezTo>
                <a:lnTo>
                  <a:pt x="1332" y="1823"/>
                </a:lnTo>
                <a:cubicBezTo>
                  <a:pt x="1202" y="1898"/>
                  <a:pt x="1051" y="1941"/>
                  <a:pt x="891" y="1941"/>
                </a:cubicBezTo>
                <a:cubicBezTo>
                  <a:pt x="400" y="1941"/>
                  <a:pt x="0" y="1542"/>
                  <a:pt x="0" y="1051"/>
                </a:cubicBezTo>
                <a:cubicBezTo>
                  <a:pt x="0" y="1035"/>
                  <a:pt x="1" y="1019"/>
                  <a:pt x="2" y="1003"/>
                </a:cubicBezTo>
                <a:cubicBezTo>
                  <a:pt x="3" y="981"/>
                  <a:pt x="5" y="959"/>
                  <a:pt x="8" y="938"/>
                </a:cubicBezTo>
                <a:cubicBezTo>
                  <a:pt x="11" y="914"/>
                  <a:pt x="15" y="890"/>
                  <a:pt x="20" y="866"/>
                </a:cubicBezTo>
                <a:cubicBezTo>
                  <a:pt x="105" y="464"/>
                  <a:pt x="463" y="161"/>
                  <a:pt x="891" y="161"/>
                </a:cubicBezTo>
                <a:cubicBezTo>
                  <a:pt x="1138" y="161"/>
                  <a:pt x="1363" y="263"/>
                  <a:pt x="1524" y="427"/>
                </a:cubicBezTo>
                <a:lnTo>
                  <a:pt x="1389" y="562"/>
                </a:lnTo>
                <a:cubicBezTo>
                  <a:pt x="1262" y="432"/>
                  <a:pt x="1086" y="352"/>
                  <a:pt x="891" y="352"/>
                </a:cubicBezTo>
                <a:cubicBezTo>
                  <a:pt x="614" y="352"/>
                  <a:pt x="375" y="512"/>
                  <a:pt x="262" y="744"/>
                </a:cubicBezTo>
                <a:cubicBezTo>
                  <a:pt x="248" y="772"/>
                  <a:pt x="237" y="800"/>
                  <a:pt x="227" y="829"/>
                </a:cubicBezTo>
                <a:lnTo>
                  <a:pt x="316" y="919"/>
                </a:lnTo>
                <a:lnTo>
                  <a:pt x="646" y="589"/>
                </a:lnTo>
                <a:lnTo>
                  <a:pt x="1064" y="1007"/>
                </a:lnTo>
                <a:lnTo>
                  <a:pt x="1449" y="621"/>
                </a:lnTo>
                <a:lnTo>
                  <a:pt x="1584" y="487"/>
                </a:lnTo>
                <a:lnTo>
                  <a:pt x="1873" y="198"/>
                </a:lnTo>
                <a:lnTo>
                  <a:pt x="1586" y="198"/>
                </a:lnTo>
                <a:lnTo>
                  <a:pt x="1586" y="0"/>
                </a:lnTo>
                <a:lnTo>
                  <a:pt x="2210" y="0"/>
                </a:lnTo>
                <a:lnTo>
                  <a:pt x="2210" y="637"/>
                </a:lnTo>
                <a:lnTo>
                  <a:pt x="2013" y="637"/>
                </a:lnTo>
                <a:close/>
              </a:path>
            </a:pathLst>
          </a:custGeom>
          <a:solidFill>
            <a:srgbClr val="3298FD"/>
          </a:solidFill>
          <a:ln w="0">
            <a:noFill/>
            <a:prstDash val="solid"/>
            <a:round/>
          </a:ln>
        </p:spPr>
        <p:txBody>
          <a:bodyPr vert="horz" wrap="square" lIns="91440" tIns="45720" rIns="91440" bIns="45720" numCol="1" anchor="t" anchorCtr="0" compatLnSpc="1"/>
          <a:lstStyle/>
          <a:p>
            <a:endParaRPr lang="th-TH">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TextBox 13"/>
          <p:cNvSpPr txBox="1"/>
          <p:nvPr>
            <p:custDataLst>
              <p:tags r:id="rId27"/>
            </p:custDataLst>
          </p:nvPr>
        </p:nvSpPr>
        <p:spPr>
          <a:xfrm>
            <a:off x="538315" y="3033142"/>
            <a:ext cx="1952995" cy="245745"/>
          </a:xfrm>
          <a:prstGeom prst="rect">
            <a:avLst/>
          </a:prstGeom>
          <a:noFill/>
        </p:spPr>
        <p:txBody>
          <a:bodyPr wrap="square" lIns="0" tIns="0" rIns="0" bIns="0" rtlCol="0" anchor="t" anchorCtr="0">
            <a:spAutoFit/>
          </a:bodyPr>
          <a:lstStyle/>
          <a:p>
            <a:pPr defTabSz="1216660">
              <a:spcBef>
                <a:spcPct val="20000"/>
              </a:spcBef>
              <a:defRPr/>
            </a:pPr>
            <a:r>
              <a:rPr lang="en-US" altLang="zh-CN" sz="16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1</a:t>
            </a: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、整理素材</a:t>
            </a:r>
            <a:endParaRPr lang="zh-CN" altLang="en-US" sz="16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TextBox 13"/>
          <p:cNvSpPr txBox="1"/>
          <p:nvPr>
            <p:custDataLst>
              <p:tags r:id="rId28"/>
            </p:custDataLst>
          </p:nvPr>
        </p:nvSpPr>
        <p:spPr>
          <a:xfrm>
            <a:off x="538480" y="3604895"/>
            <a:ext cx="1938655" cy="368935"/>
          </a:xfrm>
          <a:prstGeom prst="rect">
            <a:avLst/>
          </a:prstGeom>
          <a:noFill/>
        </p:spPr>
        <p:txBody>
          <a:bodyPr wrap="square" lIns="0" tIns="0" rIns="0" bIns="0" rtlCol="0" anchor="t" anchorCtr="0">
            <a:spAutoFit/>
          </a:bodyPr>
          <a:lstStyle/>
          <a:p>
            <a:pPr defTabSz="1216660">
              <a:spcBef>
                <a:spcPct val="20000"/>
              </a:spcBef>
              <a:defRPr/>
            </a:pPr>
            <a:r>
              <a:rPr lang="zh-CN" altLang="en-US" sz="120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把素材按顺序放在时间轴上并进行筛选</a:t>
            </a:r>
            <a:endParaRPr lang="zh-CN" altLang="en-US" sz="120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TextBox 13"/>
          <p:cNvSpPr txBox="1"/>
          <p:nvPr>
            <p:custDataLst>
              <p:tags r:id="rId29"/>
            </p:custDataLst>
          </p:nvPr>
        </p:nvSpPr>
        <p:spPr>
          <a:xfrm>
            <a:off x="4335615" y="5426773"/>
            <a:ext cx="1952995" cy="245745"/>
          </a:xfrm>
          <a:prstGeom prst="rect">
            <a:avLst/>
          </a:prstGeom>
          <a:noFill/>
        </p:spPr>
        <p:txBody>
          <a:bodyPr wrap="square" lIns="0" tIns="0" rIns="0" bIns="0" rtlCol="0" anchor="t" anchorCtr="0">
            <a:spAutoFit/>
          </a:bodyPr>
          <a:lstStyle/>
          <a:p>
            <a:pPr defTabSz="1216660">
              <a:spcBef>
                <a:spcPct val="20000"/>
              </a:spcBef>
              <a:defRPr/>
            </a:pPr>
            <a:r>
              <a:rPr lang="en-US" altLang="zh-CN" sz="1600" b="1">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2</a:t>
            </a:r>
            <a:r>
              <a:rPr lang="zh-CN" altLang="en-US" sz="1600" b="1">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、用进废退</a:t>
            </a:r>
            <a:endParaRPr lang="en-US" altLang="zh-CN" sz="16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TextBox 13"/>
          <p:cNvSpPr txBox="1"/>
          <p:nvPr>
            <p:custDataLst>
              <p:tags r:id="rId30"/>
            </p:custDataLst>
          </p:nvPr>
        </p:nvSpPr>
        <p:spPr>
          <a:xfrm>
            <a:off x="4339696" y="5712678"/>
            <a:ext cx="2333999" cy="184150"/>
          </a:xfrm>
          <a:prstGeom prst="rect">
            <a:avLst/>
          </a:prstGeom>
          <a:noFill/>
        </p:spPr>
        <p:txBody>
          <a:bodyPr wrap="square" lIns="0" tIns="0" rIns="0" bIns="0" rtlCol="0" anchor="t" anchorCtr="0">
            <a:spAutoFit/>
          </a:bodyPr>
          <a:lstStyle/>
          <a:p>
            <a:pPr defTabSz="1216660">
              <a:spcBef>
                <a:spcPct val="20000"/>
              </a:spcBef>
              <a:defRPr/>
            </a:pPr>
            <a:r>
              <a:rPr lang="zh-CN" altLang="en-US" sz="120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把保留的素材废片段砍掉</a:t>
            </a:r>
            <a:endParaRPr lang="zh-CN" altLang="en-US" sz="120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TextBox 13"/>
          <p:cNvSpPr txBox="1"/>
          <p:nvPr>
            <p:custDataLst>
              <p:tags r:id="rId31"/>
            </p:custDataLst>
          </p:nvPr>
        </p:nvSpPr>
        <p:spPr>
          <a:xfrm>
            <a:off x="6808606" y="3319047"/>
            <a:ext cx="1952995" cy="245745"/>
          </a:xfrm>
          <a:prstGeom prst="rect">
            <a:avLst/>
          </a:prstGeom>
          <a:noFill/>
        </p:spPr>
        <p:txBody>
          <a:bodyPr wrap="square" lIns="0" tIns="0" rIns="0" bIns="0" rtlCol="0" anchor="t" anchorCtr="0">
            <a:spAutoFit/>
          </a:bodyPr>
          <a:lstStyle/>
          <a:p>
            <a:pPr defTabSz="1216660">
              <a:spcBef>
                <a:spcPct val="20000"/>
              </a:spcBef>
              <a:defRPr/>
            </a:pPr>
            <a:r>
              <a:rPr lang="en-US" sz="16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3</a:t>
            </a: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、加入音乐</a:t>
            </a:r>
            <a:endParaRPr lang="zh-CN" altLang="en-US" sz="16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TextBox 13"/>
          <p:cNvSpPr txBox="1"/>
          <p:nvPr>
            <p:custDataLst>
              <p:tags r:id="rId32"/>
            </p:custDataLst>
          </p:nvPr>
        </p:nvSpPr>
        <p:spPr>
          <a:xfrm>
            <a:off x="6812915" y="3604895"/>
            <a:ext cx="2370455" cy="368935"/>
          </a:xfrm>
          <a:prstGeom prst="rect">
            <a:avLst/>
          </a:prstGeom>
          <a:noFill/>
        </p:spPr>
        <p:txBody>
          <a:bodyPr wrap="square" lIns="0" tIns="0" rIns="0" bIns="0" rtlCol="0" anchor="t" anchorCtr="0">
            <a:spAutoFit/>
          </a:bodyPr>
          <a:lstStyle/>
          <a:p>
            <a:pPr defTabSz="1216660">
              <a:spcBef>
                <a:spcPct val="20000"/>
              </a:spcBef>
              <a:defRPr/>
            </a:pPr>
            <a:r>
              <a:rPr lang="zh-CN" altLang="en-US" sz="120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把找好的音乐放到里面，并尽量卡点，节奏把控如何</a:t>
            </a:r>
            <a:endParaRPr lang="zh-CN" altLang="en-US" sz="120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TextBox 13"/>
          <p:cNvSpPr txBox="1"/>
          <p:nvPr>
            <p:custDataLst>
              <p:tags r:id="rId33"/>
            </p:custDataLst>
          </p:nvPr>
        </p:nvSpPr>
        <p:spPr>
          <a:xfrm>
            <a:off x="9748176" y="5303662"/>
            <a:ext cx="1952995" cy="245745"/>
          </a:xfrm>
          <a:prstGeom prst="rect">
            <a:avLst/>
          </a:prstGeom>
          <a:noFill/>
        </p:spPr>
        <p:txBody>
          <a:bodyPr wrap="square" lIns="0" tIns="0" rIns="0" bIns="0" rtlCol="0" anchor="t" anchorCtr="0">
            <a:spAutoFit/>
          </a:bodyPr>
          <a:lstStyle/>
          <a:p>
            <a:pPr defTabSz="1216660">
              <a:spcBef>
                <a:spcPct val="20000"/>
              </a:spcBef>
              <a:defRPr/>
            </a:pPr>
            <a:r>
              <a:rPr lang="en-US" altLang="zh-CN" sz="1600" b="1">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4</a:t>
            </a:r>
            <a:r>
              <a:rPr lang="zh-CN" altLang="en-US" sz="1600" b="1">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、二次粗剪</a:t>
            </a:r>
            <a:endParaRPr lang="zh-CN" altLang="en-US" sz="16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TextBox 13"/>
          <p:cNvSpPr txBox="1"/>
          <p:nvPr>
            <p:custDataLst>
              <p:tags r:id="rId34"/>
            </p:custDataLst>
          </p:nvPr>
        </p:nvSpPr>
        <p:spPr>
          <a:xfrm>
            <a:off x="9752257" y="5589567"/>
            <a:ext cx="2333999" cy="368935"/>
          </a:xfrm>
          <a:prstGeom prst="rect">
            <a:avLst/>
          </a:prstGeom>
          <a:noFill/>
        </p:spPr>
        <p:txBody>
          <a:bodyPr wrap="square" lIns="0" tIns="0" rIns="0" bIns="0" rtlCol="0" anchor="t" anchorCtr="0">
            <a:spAutoFit/>
          </a:bodyPr>
          <a:lstStyle/>
          <a:p>
            <a:pPr defTabSz="1216660">
              <a:spcBef>
                <a:spcPct val="20000"/>
              </a:spcBef>
              <a:defRPr/>
            </a:pPr>
            <a:r>
              <a:rPr lang="zh-CN" altLang="en-US" sz="120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从头浏览一遍你的素材从头过一遍看看还有没有不妥之处</a:t>
            </a:r>
            <a:endParaRPr lang="zh-CN" altLang="en-US" sz="120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文本框 40"/>
          <p:cNvSpPr txBox="1"/>
          <p:nvPr/>
        </p:nvSpPr>
        <p:spPr>
          <a:xfrm>
            <a:off x="2945765" y="317500"/>
            <a:ext cx="8903335" cy="2091690"/>
          </a:xfrm>
          <a:prstGeom prst="rect">
            <a:avLst/>
          </a:prstGeom>
          <a:noFill/>
        </p:spPr>
        <p:txBody>
          <a:bodyPr wrap="square" rtlCol="0">
            <a:spAutoFit/>
          </a:bodyPr>
          <a:p>
            <a:r>
              <a:rPr lang="zh-CN" altLang="en-US" sz="2400" b="1"/>
              <a:t>粗剪的目的是确定视频内容、风格、时长、</a:t>
            </a:r>
            <a:r>
              <a:rPr lang="zh-CN" altLang="en-US" sz="24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音乐</a:t>
            </a:r>
            <a:endParaRPr lang="zh-CN" altLang="en-US" sz="24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a:p>
            <a:r>
              <a:rPr lang="zh-CN" altLang="en-US" sz="2400" b="1"/>
              <a:t>的重要环节</a:t>
            </a:r>
            <a:endParaRPr lang="zh-CN" altLang="en-US" sz="2400" b="1"/>
          </a:p>
          <a:p>
            <a:r>
              <a:rPr lang="zh-CN" altLang="en-US"/>
              <a:t>①粗剪只考虑视频完整不完整，要点是否齐全</a:t>
            </a:r>
            <a:endParaRPr lang="zh-CN" altLang="en-US"/>
          </a:p>
          <a:p>
            <a:r>
              <a:rPr lang="zh-CN" altLang="en-US"/>
              <a:t>②音乐选择合适不合适，音乐卡点齐不齐</a:t>
            </a:r>
            <a:endParaRPr lang="zh-CN" altLang="en-US"/>
          </a:p>
          <a:p>
            <a:r>
              <a:rPr lang="zh-CN" altLang="en-US"/>
              <a:t>③时长是否过长或过短</a:t>
            </a:r>
            <a:endParaRPr lang="zh-CN" altLang="en-US"/>
          </a:p>
          <a:p>
            <a:r>
              <a:rPr lang="zh-CN" altLang="en-US" sz="2800">
                <a:solidFill>
                  <a:srgbClr val="FF0000"/>
                </a:solidFill>
              </a:rPr>
              <a:t>不要卡在一个细枝末节上！！！</a:t>
            </a:r>
            <a:endParaRPr lang="zh-CN" altLang="en-US" sz="280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08221" y="255809"/>
            <a:ext cx="751192" cy="574537"/>
            <a:chOff x="6465859" y="1148078"/>
            <a:chExt cx="751192" cy="574537"/>
          </a:xfrm>
        </p:grpSpPr>
        <p:sp>
          <p:nvSpPr>
            <p:cNvPr id="3" name="Freeform 5"/>
            <p:cNvSpPr/>
            <p:nvPr/>
          </p:nvSpPr>
          <p:spPr bwMode="auto">
            <a:xfrm>
              <a:off x="6465859" y="1148078"/>
              <a:ext cx="672994" cy="574537"/>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C9E7FF"/>
            </a:solidFill>
            <a:ln>
              <a:noFill/>
            </a:ln>
            <a:effectLst>
              <a:outerShdw blurRad="165100" dist="127000" dir="2700000" algn="tl" rotWithShape="0">
                <a:srgbClr val="177DE3">
                  <a:alpha val="10000"/>
                </a:srgbClr>
              </a:outerShdw>
            </a:effectLst>
          </p:spPr>
          <p:txBody>
            <a:bodyPr vert="horz" wrap="square" lIns="91440" tIns="45720" rIns="91440" bIns="45720" numCol="1" anchor="t" anchorCtr="0" compatLnSpc="1"/>
            <a:lstStyle/>
            <a:p>
              <a:endParaRPr lang="zh-CN" altLang="en-US"/>
            </a:p>
          </p:txBody>
        </p:sp>
        <p:sp>
          <p:nvSpPr>
            <p:cNvPr id="4" name="文本框 3"/>
            <p:cNvSpPr txBox="1"/>
            <p:nvPr/>
          </p:nvSpPr>
          <p:spPr>
            <a:xfrm>
              <a:off x="6465859" y="1173737"/>
              <a:ext cx="751192" cy="523220"/>
            </a:xfrm>
            <a:prstGeom prst="rect">
              <a:avLst/>
            </a:prstGeom>
            <a:noFill/>
          </p:spPr>
          <p:txBody>
            <a:bodyPr wrap="square" rtlCol="0">
              <a:spAutoFit/>
            </a:bodyPr>
            <a:lstStyle/>
            <a:p>
              <a:pPr algn="ctr"/>
              <a:r>
                <a:rPr lang="en-US" altLang="zh-CN" sz="2800" b="1">
                  <a:solidFill>
                    <a:srgbClr val="234463"/>
                  </a:solidFill>
                  <a:latin typeface="微软雅黑" panose="020B0503020204020204" pitchFamily="34" charset="-122"/>
                  <a:ea typeface="微软雅黑" panose="020B0503020204020204" pitchFamily="34" charset="-122"/>
                </a:rPr>
                <a:t>03</a:t>
              </a:r>
              <a:endParaRPr lang="zh-CN" altLang="en-US" sz="2800" b="1">
                <a:solidFill>
                  <a:srgbClr val="234463"/>
                </a:solidFill>
                <a:latin typeface="微软雅黑" panose="020B0503020204020204" pitchFamily="34" charset="-122"/>
                <a:ea typeface="微软雅黑" panose="020B0503020204020204" pitchFamily="34" charset="-122"/>
              </a:endParaRPr>
            </a:p>
          </p:txBody>
        </p:sp>
      </p:grpSp>
      <p:sp>
        <p:nvSpPr>
          <p:cNvPr id="5" name="文本框 4"/>
          <p:cNvSpPr txBox="1"/>
          <p:nvPr/>
        </p:nvSpPr>
        <p:spPr>
          <a:xfrm>
            <a:off x="898980" y="255809"/>
            <a:ext cx="2743200" cy="460375"/>
          </a:xfrm>
          <a:prstGeom prst="rect">
            <a:avLst/>
          </a:prstGeom>
          <a:noFill/>
        </p:spPr>
        <p:txBody>
          <a:bodyPr wrap="square" rtlCol="0">
            <a:spAutoFit/>
          </a:bodyPr>
          <a:lstStyle/>
          <a:p>
            <a:r>
              <a:rPr lang="zh-CN" altLang="en-US" sz="2400" b="1">
                <a:solidFill>
                  <a:srgbClr val="234463"/>
                </a:solidFill>
                <a:latin typeface="微软雅黑" panose="020B0503020204020204" pitchFamily="34" charset="-122"/>
                <a:ea typeface="微软雅黑" panose="020B0503020204020204" pitchFamily="34" charset="-122"/>
              </a:rPr>
              <a:t>粗剪</a:t>
            </a:r>
            <a:endParaRPr lang="zh-CN" altLang="en-US" sz="2400" b="1">
              <a:solidFill>
                <a:srgbClr val="234463"/>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898981" y="634922"/>
            <a:ext cx="2511764" cy="275590"/>
          </a:xfrm>
          <a:prstGeom prst="rect">
            <a:avLst/>
          </a:prstGeom>
          <a:noFill/>
        </p:spPr>
        <p:txBody>
          <a:bodyPr wrap="square" rtlCol="0">
            <a:spAutoFit/>
          </a:bodyPr>
          <a:lstStyle/>
          <a:p>
            <a:r>
              <a:rPr lang="zh-CN" altLang="en-US" sz="1200">
                <a:solidFill>
                  <a:srgbClr val="234463"/>
                </a:solidFill>
                <a:latin typeface="Segoe UI Light" panose="020B0502040204020203" pitchFamily="34" charset="0"/>
                <a:ea typeface="微软雅黑 Light" panose="020B0502040204020203" pitchFamily="34" charset="-122"/>
                <a:cs typeface="Segoe UI Light" panose="020B0502040204020203" pitchFamily="34" charset="0"/>
              </a:rPr>
              <a:t>按照音乐的节奏来</a:t>
            </a:r>
            <a:endParaRPr lang="zh-CN" altLang="en-US" sz="1200">
              <a:solidFill>
                <a:srgbClr val="234463"/>
              </a:solidFill>
              <a:latin typeface="Segoe UI Light" panose="020B0502040204020203" pitchFamily="34" charset="0"/>
              <a:ea typeface="微软雅黑 Light" panose="020B0502040204020203" pitchFamily="34" charset="-122"/>
              <a:cs typeface="Segoe UI Light" panose="020B0502040204020203" pitchFamily="34" charset="0"/>
            </a:endParaRPr>
          </a:p>
        </p:txBody>
      </p:sp>
      <p:cxnSp>
        <p:nvCxnSpPr>
          <p:cNvPr id="7" name="Straight Connector 17"/>
          <p:cNvCxnSpPr>
            <a:stCxn id="13" idx="6"/>
          </p:cNvCxnSpPr>
          <p:nvPr>
            <p:custDataLst>
              <p:tags r:id="rId1"/>
            </p:custDataLst>
          </p:nvPr>
        </p:nvCxnSpPr>
        <p:spPr>
          <a:xfrm>
            <a:off x="5245991" y="4582366"/>
            <a:ext cx="1106075" cy="0"/>
          </a:xfrm>
          <a:prstGeom prst="line">
            <a:avLst/>
          </a:prstGeom>
          <a:noFill/>
          <a:ln w="15875" cap="flat" cmpd="sng" algn="ctr">
            <a:solidFill>
              <a:schemeClr val="tx1">
                <a:lumMod val="75000"/>
                <a:lumOff val="25000"/>
              </a:schemeClr>
            </a:solidFill>
            <a:prstDash val="sysDash"/>
            <a:miter lim="800000"/>
            <a:headEnd type="none" w="med" len="med"/>
            <a:tailEnd type="none" w="med" len="med"/>
          </a:ln>
          <a:effectLst/>
        </p:spPr>
      </p:cxnSp>
      <p:cxnSp>
        <p:nvCxnSpPr>
          <p:cNvPr id="8" name="Straight Connector 18"/>
          <p:cNvCxnSpPr/>
          <p:nvPr>
            <p:custDataLst>
              <p:tags r:id="rId2"/>
            </p:custDataLst>
          </p:nvPr>
        </p:nvCxnSpPr>
        <p:spPr>
          <a:xfrm>
            <a:off x="6352066" y="3267389"/>
            <a:ext cx="0" cy="1332000"/>
          </a:xfrm>
          <a:prstGeom prst="line">
            <a:avLst/>
          </a:prstGeom>
          <a:noFill/>
          <a:ln w="15875" cap="flat" cmpd="sng" algn="ctr">
            <a:solidFill>
              <a:schemeClr val="tx1">
                <a:lumMod val="75000"/>
                <a:lumOff val="25000"/>
              </a:schemeClr>
            </a:solidFill>
            <a:prstDash val="sysDash"/>
            <a:miter lim="800000"/>
            <a:headEnd type="none" w="med" len="med"/>
            <a:tailEnd type="none" w="med" len="med"/>
          </a:ln>
          <a:effectLst/>
        </p:spPr>
      </p:cxnSp>
      <p:cxnSp>
        <p:nvCxnSpPr>
          <p:cNvPr id="9" name="Straight Connector 20"/>
          <p:cNvCxnSpPr>
            <a:stCxn id="18" idx="4"/>
          </p:cNvCxnSpPr>
          <p:nvPr>
            <p:custDataLst>
              <p:tags r:id="rId3"/>
            </p:custDataLst>
          </p:nvPr>
        </p:nvCxnSpPr>
        <p:spPr>
          <a:xfrm flipH="1">
            <a:off x="9502318" y="5122365"/>
            <a:ext cx="6355" cy="1735635"/>
          </a:xfrm>
          <a:prstGeom prst="line">
            <a:avLst/>
          </a:prstGeom>
          <a:noFill/>
          <a:ln w="15875" cap="flat" cmpd="sng" algn="ctr">
            <a:solidFill>
              <a:schemeClr val="tx1">
                <a:lumMod val="75000"/>
                <a:lumOff val="25000"/>
              </a:schemeClr>
            </a:solidFill>
            <a:prstDash val="sysDash"/>
            <a:miter lim="800000"/>
            <a:headEnd type="none" w="med" len="med"/>
            <a:tailEnd type="none" w="med" len="med"/>
          </a:ln>
          <a:effectLst/>
        </p:spPr>
      </p:cxnSp>
      <p:cxnSp>
        <p:nvCxnSpPr>
          <p:cNvPr id="10" name="Straight Connector 15"/>
          <p:cNvCxnSpPr>
            <a:endCxn id="13" idx="2"/>
          </p:cNvCxnSpPr>
          <p:nvPr>
            <p:custDataLst>
              <p:tags r:id="rId4"/>
            </p:custDataLst>
          </p:nvPr>
        </p:nvCxnSpPr>
        <p:spPr>
          <a:xfrm>
            <a:off x="3031307" y="4582366"/>
            <a:ext cx="1134684" cy="0"/>
          </a:xfrm>
          <a:prstGeom prst="line">
            <a:avLst/>
          </a:prstGeom>
          <a:noFill/>
          <a:ln w="15875" cap="flat" cmpd="sng" algn="ctr">
            <a:solidFill>
              <a:schemeClr val="tx1">
                <a:lumMod val="75000"/>
                <a:lumOff val="25000"/>
              </a:schemeClr>
            </a:solidFill>
            <a:prstDash val="sysDash"/>
            <a:miter lim="800000"/>
            <a:headEnd type="none" w="med" len="med"/>
            <a:tailEnd type="none" w="med" len="med"/>
          </a:ln>
          <a:effectLst/>
        </p:spPr>
      </p:cxnSp>
      <p:cxnSp>
        <p:nvCxnSpPr>
          <p:cNvPr id="11" name="Straight Connector 10"/>
          <p:cNvCxnSpPr/>
          <p:nvPr>
            <p:custDataLst>
              <p:tags r:id="rId5"/>
            </p:custDataLst>
          </p:nvPr>
        </p:nvCxnSpPr>
        <p:spPr>
          <a:xfrm rot="-5400000">
            <a:off x="1238760" y="1467389"/>
            <a:ext cx="0" cy="2520000"/>
          </a:xfrm>
          <a:prstGeom prst="line">
            <a:avLst/>
          </a:prstGeom>
          <a:noFill/>
          <a:ln w="15875" cap="flat" cmpd="sng" algn="ctr">
            <a:solidFill>
              <a:schemeClr val="tx1">
                <a:lumMod val="75000"/>
                <a:lumOff val="25000"/>
              </a:schemeClr>
            </a:solidFill>
            <a:prstDash val="sysDash"/>
            <a:miter lim="800000"/>
            <a:headEnd type="none" w="lg" len="lg"/>
            <a:tailEnd type="none" w="med" len="med"/>
          </a:ln>
          <a:effectLst/>
        </p:spPr>
      </p:cxnSp>
      <p:sp>
        <p:nvSpPr>
          <p:cNvPr id="12" name="Oval 11"/>
          <p:cNvSpPr>
            <a:spLocks noChangeAspect="1"/>
          </p:cNvSpPr>
          <p:nvPr>
            <p:custDataLst>
              <p:tags r:id="rId6"/>
            </p:custDataLst>
          </p:nvPr>
        </p:nvSpPr>
        <p:spPr>
          <a:xfrm>
            <a:off x="2477447" y="2187389"/>
            <a:ext cx="1080000" cy="1080000"/>
          </a:xfrm>
          <a:prstGeom prst="ellipse">
            <a:avLst/>
          </a:prstGeom>
          <a:noFill/>
          <a:ln w="15875" cap="flat" cmpd="sng" algn="ctr">
            <a:solidFill>
              <a:srgbClr val="3298FD"/>
            </a:solidFill>
            <a:prstDash val="solid"/>
            <a:miter lim="800000"/>
          </a:ln>
          <a:effectLst/>
        </p:spPr>
        <p:txBody>
          <a:bodyPr rtlCol="0" anchor="ctr"/>
          <a:lstStyle/>
          <a:p>
            <a:pPr algn="ctr"/>
            <a:endParaRPr lang="id-ID" sz="1400"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Oval 14"/>
          <p:cNvSpPr>
            <a:spLocks noChangeAspect="1"/>
          </p:cNvSpPr>
          <p:nvPr>
            <p:custDataLst>
              <p:tags r:id="rId7"/>
            </p:custDataLst>
          </p:nvPr>
        </p:nvSpPr>
        <p:spPr>
          <a:xfrm>
            <a:off x="4165991" y="4042366"/>
            <a:ext cx="1080000" cy="1080000"/>
          </a:xfrm>
          <a:prstGeom prst="ellipse">
            <a:avLst/>
          </a:prstGeom>
          <a:noFill/>
          <a:ln w="15875" cap="flat" cmpd="sng" algn="ctr">
            <a:solidFill>
              <a:srgbClr val="234463"/>
            </a:solidFill>
            <a:prstDash val="solid"/>
            <a:miter lim="800000"/>
          </a:ln>
          <a:effectLst/>
        </p:spPr>
        <p:txBody>
          <a:bodyPr rtlCol="0" anchor="ctr"/>
          <a:lstStyle/>
          <a:p>
            <a:pPr algn="ctr"/>
            <a:endParaRPr lang="id-ID" sz="1400"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14" name="Straight Connector 16"/>
          <p:cNvCxnSpPr/>
          <p:nvPr>
            <p:custDataLst>
              <p:tags r:id="rId8"/>
            </p:custDataLst>
          </p:nvPr>
        </p:nvCxnSpPr>
        <p:spPr>
          <a:xfrm>
            <a:off x="3045377" y="3267389"/>
            <a:ext cx="0" cy="1332000"/>
          </a:xfrm>
          <a:prstGeom prst="line">
            <a:avLst/>
          </a:prstGeom>
          <a:noFill/>
          <a:ln w="15875" cap="flat" cmpd="sng" algn="ctr">
            <a:solidFill>
              <a:schemeClr val="tx1">
                <a:lumMod val="75000"/>
                <a:lumOff val="25000"/>
              </a:schemeClr>
            </a:solidFill>
            <a:prstDash val="sysDash"/>
            <a:miter lim="800000"/>
            <a:headEnd type="none" w="med" len="med"/>
            <a:tailEnd type="none" w="med" len="med"/>
          </a:ln>
          <a:effectLst/>
        </p:spPr>
      </p:cxnSp>
      <p:sp>
        <p:nvSpPr>
          <p:cNvPr id="15" name="Oval 19"/>
          <p:cNvSpPr>
            <a:spLocks noChangeAspect="1"/>
          </p:cNvSpPr>
          <p:nvPr>
            <p:custDataLst>
              <p:tags r:id="rId9"/>
            </p:custDataLst>
          </p:nvPr>
        </p:nvSpPr>
        <p:spPr>
          <a:xfrm>
            <a:off x="5826134" y="2187389"/>
            <a:ext cx="1080000" cy="1080000"/>
          </a:xfrm>
          <a:prstGeom prst="ellipse">
            <a:avLst/>
          </a:prstGeom>
          <a:noFill/>
          <a:ln w="15875" cap="flat" cmpd="sng" algn="ctr">
            <a:solidFill>
              <a:srgbClr val="3298FD"/>
            </a:solidFill>
            <a:prstDash val="solid"/>
            <a:miter lim="800000"/>
          </a:ln>
          <a:effectLst/>
        </p:spPr>
        <p:txBody>
          <a:bodyPr rtlCol="0" anchor="ctr"/>
          <a:lstStyle/>
          <a:p>
            <a:pPr algn="ctr"/>
            <a:endParaRPr lang="id-ID" sz="1400"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16" name="Straight Connector 28"/>
          <p:cNvCxnSpPr/>
          <p:nvPr>
            <p:custDataLst>
              <p:tags r:id="rId10"/>
            </p:custDataLst>
          </p:nvPr>
        </p:nvCxnSpPr>
        <p:spPr>
          <a:xfrm>
            <a:off x="6906134" y="2723081"/>
            <a:ext cx="2598400" cy="0"/>
          </a:xfrm>
          <a:prstGeom prst="line">
            <a:avLst/>
          </a:prstGeom>
          <a:noFill/>
          <a:ln w="15875" cap="flat" cmpd="sng" algn="ctr">
            <a:solidFill>
              <a:schemeClr val="tx1">
                <a:lumMod val="75000"/>
                <a:lumOff val="25000"/>
              </a:schemeClr>
            </a:solidFill>
            <a:prstDash val="sysDash"/>
            <a:miter lim="800000"/>
            <a:headEnd type="none" w="med" len="med"/>
            <a:tailEnd type="none" w="med" len="med"/>
          </a:ln>
          <a:effectLst/>
        </p:spPr>
      </p:cxnSp>
      <p:cxnSp>
        <p:nvCxnSpPr>
          <p:cNvPr id="17" name="Straight Connector 29"/>
          <p:cNvCxnSpPr/>
          <p:nvPr>
            <p:custDataLst>
              <p:tags r:id="rId11"/>
            </p:custDataLst>
          </p:nvPr>
        </p:nvCxnSpPr>
        <p:spPr>
          <a:xfrm>
            <a:off x="9502318" y="2730469"/>
            <a:ext cx="0" cy="1332000"/>
          </a:xfrm>
          <a:prstGeom prst="line">
            <a:avLst/>
          </a:prstGeom>
          <a:noFill/>
          <a:ln w="15875" cap="flat" cmpd="sng" algn="ctr">
            <a:solidFill>
              <a:schemeClr val="tx1">
                <a:lumMod val="75000"/>
                <a:lumOff val="25000"/>
              </a:schemeClr>
            </a:solidFill>
            <a:prstDash val="sysDash"/>
            <a:miter lim="800000"/>
            <a:headEnd type="none" w="med" len="med"/>
            <a:tailEnd type="none" w="med" len="med"/>
          </a:ln>
          <a:effectLst/>
        </p:spPr>
      </p:cxnSp>
      <p:sp>
        <p:nvSpPr>
          <p:cNvPr id="18" name="Oval 30"/>
          <p:cNvSpPr>
            <a:spLocks noChangeAspect="1"/>
          </p:cNvSpPr>
          <p:nvPr>
            <p:custDataLst>
              <p:tags r:id="rId12"/>
            </p:custDataLst>
          </p:nvPr>
        </p:nvSpPr>
        <p:spPr>
          <a:xfrm>
            <a:off x="8968673" y="4042365"/>
            <a:ext cx="1080000" cy="1080000"/>
          </a:xfrm>
          <a:prstGeom prst="ellipse">
            <a:avLst/>
          </a:prstGeom>
          <a:noFill/>
          <a:ln w="15875" cap="flat" cmpd="sng" algn="ctr">
            <a:solidFill>
              <a:srgbClr val="234463"/>
            </a:solidFill>
            <a:prstDash val="solid"/>
            <a:miter lim="800000"/>
          </a:ln>
          <a:effectLst/>
        </p:spPr>
        <p:txBody>
          <a:bodyPr rtlCol="0" anchor="ctr"/>
          <a:lstStyle/>
          <a:p>
            <a:pPr algn="ctr"/>
            <a:endParaRPr lang="id-ID" sz="1400"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nvGrpSpPr>
          <p:cNvPr id="40" name="组合 39"/>
          <p:cNvGrpSpPr/>
          <p:nvPr>
            <p:custDataLst>
              <p:tags r:id="rId13"/>
            </p:custDataLst>
          </p:nvPr>
        </p:nvGrpSpPr>
        <p:grpSpPr>
          <a:xfrm>
            <a:off x="9229413" y="4395196"/>
            <a:ext cx="518763" cy="408385"/>
            <a:chOff x="9229413" y="4395196"/>
            <a:chExt cx="518763" cy="408385"/>
          </a:xfrm>
        </p:grpSpPr>
        <p:sp>
          <p:nvSpPr>
            <p:cNvPr id="19" name="Freeform 5"/>
            <p:cNvSpPr>
              <a:spLocks noEditPoints="1"/>
            </p:cNvSpPr>
            <p:nvPr>
              <p:custDataLst>
                <p:tags r:id="rId14"/>
              </p:custDataLst>
            </p:nvPr>
          </p:nvSpPr>
          <p:spPr bwMode="auto">
            <a:xfrm>
              <a:off x="9229413" y="4395196"/>
              <a:ext cx="518763" cy="408385"/>
            </a:xfrm>
            <a:custGeom>
              <a:avLst/>
              <a:gdLst>
                <a:gd name="T0" fmla="*/ 2158 w 2281"/>
                <a:gd name="T1" fmla="*/ 549 h 1797"/>
                <a:gd name="T2" fmla="*/ 1123 w 2281"/>
                <a:gd name="T3" fmla="*/ 135 h 1797"/>
                <a:gd name="T4" fmla="*/ 2129 w 2281"/>
                <a:gd name="T5" fmla="*/ 488 h 1797"/>
                <a:gd name="T6" fmla="*/ 1699 w 2281"/>
                <a:gd name="T7" fmla="*/ 621 h 1797"/>
                <a:gd name="T8" fmla="*/ 1207 w 2281"/>
                <a:gd name="T9" fmla="*/ 207 h 1797"/>
                <a:gd name="T10" fmla="*/ 1080 w 2281"/>
                <a:gd name="T11" fmla="*/ 100 h 1797"/>
                <a:gd name="T12" fmla="*/ 0 w 2281"/>
                <a:gd name="T13" fmla="*/ 481 h 1797"/>
                <a:gd name="T14" fmla="*/ 111 w 2281"/>
                <a:gd name="T15" fmla="*/ 715 h 1797"/>
                <a:gd name="T16" fmla="*/ 0 w 2281"/>
                <a:gd name="T17" fmla="*/ 884 h 1797"/>
                <a:gd name="T18" fmla="*/ 111 w 2281"/>
                <a:gd name="T19" fmla="*/ 1118 h 1797"/>
                <a:gd name="T20" fmla="*/ 1208 w 2281"/>
                <a:gd name="T21" fmla="*/ 1594 h 1797"/>
                <a:gd name="T22" fmla="*/ 1744 w 2281"/>
                <a:gd name="T23" fmla="*/ 1389 h 1797"/>
                <a:gd name="T24" fmla="*/ 2281 w 2281"/>
                <a:gd name="T25" fmla="*/ 1041 h 1797"/>
                <a:gd name="T26" fmla="*/ 2161 w 2281"/>
                <a:gd name="T27" fmla="*/ 820 h 1797"/>
                <a:gd name="T28" fmla="*/ 1531 w 2281"/>
                <a:gd name="T29" fmla="*/ 174 h 1797"/>
                <a:gd name="T30" fmla="*/ 1581 w 2281"/>
                <a:gd name="T31" fmla="*/ 522 h 1797"/>
                <a:gd name="T32" fmla="*/ 1531 w 2281"/>
                <a:gd name="T33" fmla="*/ 174 h 1797"/>
                <a:gd name="T34" fmla="*/ 209 w 2281"/>
                <a:gd name="T35" fmla="*/ 523 h 1797"/>
                <a:gd name="T36" fmla="*/ 1208 w 2281"/>
                <a:gd name="T37" fmla="*/ 822 h 1797"/>
                <a:gd name="T38" fmla="*/ 124 w 2281"/>
                <a:gd name="T39" fmla="*/ 510 h 1797"/>
                <a:gd name="T40" fmla="*/ 1160 w 2281"/>
                <a:gd name="T41" fmla="*/ 762 h 1797"/>
                <a:gd name="T42" fmla="*/ 741 w 2281"/>
                <a:gd name="T43" fmla="*/ 424 h 1797"/>
                <a:gd name="T44" fmla="*/ 704 w 2281"/>
                <a:gd name="T45" fmla="*/ 1126 h 1797"/>
                <a:gd name="T46" fmla="*/ 723 w 2281"/>
                <a:gd name="T47" fmla="*/ 1183 h 1797"/>
                <a:gd name="T48" fmla="*/ 704 w 2281"/>
                <a:gd name="T49" fmla="*/ 1126 h 1797"/>
                <a:gd name="T50" fmla="*/ 1208 w 2281"/>
                <a:gd name="T51" fmla="*/ 1119 h 1797"/>
                <a:gd name="T52" fmla="*/ 163 w 2281"/>
                <a:gd name="T53" fmla="*/ 766 h 1797"/>
                <a:gd name="T54" fmla="*/ 1208 w 2281"/>
                <a:gd name="T55" fmla="*/ 1191 h 1797"/>
                <a:gd name="T56" fmla="*/ 127 w 2281"/>
                <a:gd name="T57" fmla="*/ 912 h 1797"/>
                <a:gd name="T58" fmla="*/ 710 w 2281"/>
                <a:gd name="T59" fmla="*/ 1528 h 1797"/>
                <a:gd name="T60" fmla="*/ 723 w 2281"/>
                <a:gd name="T61" fmla="*/ 1586 h 1797"/>
                <a:gd name="T62" fmla="*/ 710 w 2281"/>
                <a:gd name="T63" fmla="*/ 1528 h 1797"/>
                <a:gd name="T64" fmla="*/ 167 w 2281"/>
                <a:gd name="T65" fmla="*/ 1170 h 1797"/>
                <a:gd name="T66" fmla="*/ 1208 w 2281"/>
                <a:gd name="T67" fmla="*/ 1523 h 1797"/>
                <a:gd name="T68" fmla="*/ 1659 w 2281"/>
                <a:gd name="T69" fmla="*/ 1409 h 1797"/>
                <a:gd name="T70" fmla="*/ 1293 w 2281"/>
                <a:gd name="T71" fmla="*/ 820 h 1797"/>
                <a:gd name="T72" fmla="*/ 812 w 2281"/>
                <a:gd name="T73" fmla="*/ 400 h 1797"/>
                <a:gd name="T74" fmla="*/ 689 w 2281"/>
                <a:gd name="T75" fmla="*/ 298 h 1797"/>
                <a:gd name="T76" fmla="*/ 1132 w 2281"/>
                <a:gd name="T77" fmla="*/ 231 h 1797"/>
                <a:gd name="T78" fmla="*/ 1626 w 2281"/>
                <a:gd name="T79" fmla="*/ 649 h 1797"/>
                <a:gd name="T80" fmla="*/ 2142 w 2281"/>
                <a:gd name="T81" fmla="*/ 755 h 1797"/>
                <a:gd name="T82" fmla="*/ 2084 w 2281"/>
                <a:gd name="T83" fmla="*/ 715 h 1797"/>
                <a:gd name="T84" fmla="*/ 2140 w 2281"/>
                <a:gd name="T85" fmla="*/ 621 h 1797"/>
                <a:gd name="T86" fmla="*/ 2082 w 2281"/>
                <a:gd name="T87" fmla="*/ 579 h 1797"/>
                <a:gd name="T88" fmla="*/ 1744 w 2281"/>
                <a:gd name="T89" fmla="*/ 1254 h 1797"/>
                <a:gd name="T90" fmla="*/ 2142 w 2281"/>
                <a:gd name="T91" fmla="*/ 1024 h 1797"/>
                <a:gd name="T92" fmla="*/ 2084 w 2281"/>
                <a:gd name="T93" fmla="*/ 984 h 1797"/>
                <a:gd name="T94" fmla="*/ 1744 w 2281"/>
                <a:gd name="T95" fmla="*/ 1049 h 1797"/>
                <a:gd name="T96" fmla="*/ 2142 w 2281"/>
                <a:gd name="T97" fmla="*/ 890 h 1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81" h="1797">
                  <a:moveTo>
                    <a:pt x="2161" y="686"/>
                  </a:moveTo>
                  <a:lnTo>
                    <a:pt x="2281" y="637"/>
                  </a:lnTo>
                  <a:lnTo>
                    <a:pt x="2158" y="549"/>
                  </a:lnTo>
                  <a:lnTo>
                    <a:pt x="2270" y="504"/>
                  </a:lnTo>
                  <a:lnTo>
                    <a:pt x="1562" y="0"/>
                  </a:lnTo>
                  <a:lnTo>
                    <a:pt x="1123" y="135"/>
                  </a:lnTo>
                  <a:lnTo>
                    <a:pt x="1182" y="186"/>
                  </a:lnTo>
                  <a:lnTo>
                    <a:pt x="1548" y="73"/>
                  </a:lnTo>
                  <a:lnTo>
                    <a:pt x="2129" y="488"/>
                  </a:lnTo>
                  <a:lnTo>
                    <a:pt x="1736" y="648"/>
                  </a:lnTo>
                  <a:lnTo>
                    <a:pt x="1733" y="648"/>
                  </a:lnTo>
                  <a:lnTo>
                    <a:pt x="1699" y="621"/>
                  </a:lnTo>
                  <a:lnTo>
                    <a:pt x="2066" y="478"/>
                  </a:lnTo>
                  <a:lnTo>
                    <a:pt x="1542" y="101"/>
                  </a:lnTo>
                  <a:lnTo>
                    <a:pt x="1207" y="207"/>
                  </a:lnTo>
                  <a:lnTo>
                    <a:pt x="1182" y="186"/>
                  </a:lnTo>
                  <a:lnTo>
                    <a:pt x="1121" y="135"/>
                  </a:lnTo>
                  <a:lnTo>
                    <a:pt x="1080" y="100"/>
                  </a:lnTo>
                  <a:lnTo>
                    <a:pt x="553" y="273"/>
                  </a:lnTo>
                  <a:lnTo>
                    <a:pt x="586" y="300"/>
                  </a:lnTo>
                  <a:lnTo>
                    <a:pt x="0" y="481"/>
                  </a:lnTo>
                  <a:lnTo>
                    <a:pt x="110" y="581"/>
                  </a:lnTo>
                  <a:lnTo>
                    <a:pt x="0" y="615"/>
                  </a:lnTo>
                  <a:lnTo>
                    <a:pt x="111" y="715"/>
                  </a:lnTo>
                  <a:lnTo>
                    <a:pt x="0" y="749"/>
                  </a:lnTo>
                  <a:lnTo>
                    <a:pt x="111" y="849"/>
                  </a:lnTo>
                  <a:lnTo>
                    <a:pt x="0" y="884"/>
                  </a:lnTo>
                  <a:lnTo>
                    <a:pt x="111" y="984"/>
                  </a:lnTo>
                  <a:lnTo>
                    <a:pt x="0" y="1018"/>
                  </a:lnTo>
                  <a:lnTo>
                    <a:pt x="111" y="1118"/>
                  </a:lnTo>
                  <a:lnTo>
                    <a:pt x="0" y="1153"/>
                  </a:lnTo>
                  <a:lnTo>
                    <a:pt x="710" y="1797"/>
                  </a:lnTo>
                  <a:lnTo>
                    <a:pt x="1208" y="1594"/>
                  </a:lnTo>
                  <a:lnTo>
                    <a:pt x="1208" y="1643"/>
                  </a:lnTo>
                  <a:lnTo>
                    <a:pt x="1744" y="1455"/>
                  </a:lnTo>
                  <a:lnTo>
                    <a:pt x="1744" y="1389"/>
                  </a:lnTo>
                  <a:lnTo>
                    <a:pt x="2279" y="1175"/>
                  </a:lnTo>
                  <a:lnTo>
                    <a:pt x="2159" y="1089"/>
                  </a:lnTo>
                  <a:lnTo>
                    <a:pt x="2281" y="1041"/>
                  </a:lnTo>
                  <a:lnTo>
                    <a:pt x="2160" y="955"/>
                  </a:lnTo>
                  <a:lnTo>
                    <a:pt x="2281" y="906"/>
                  </a:lnTo>
                  <a:lnTo>
                    <a:pt x="2161" y="820"/>
                  </a:lnTo>
                  <a:lnTo>
                    <a:pt x="2281" y="772"/>
                  </a:lnTo>
                  <a:lnTo>
                    <a:pt x="2161" y="686"/>
                  </a:lnTo>
                  <a:close/>
                  <a:moveTo>
                    <a:pt x="1531" y="174"/>
                  </a:moveTo>
                  <a:lnTo>
                    <a:pt x="1929" y="460"/>
                  </a:lnTo>
                  <a:lnTo>
                    <a:pt x="1642" y="573"/>
                  </a:lnTo>
                  <a:lnTo>
                    <a:pt x="1581" y="522"/>
                  </a:lnTo>
                  <a:cubicBezTo>
                    <a:pt x="1561" y="361"/>
                    <a:pt x="1402" y="306"/>
                    <a:pt x="1301" y="287"/>
                  </a:cubicBezTo>
                  <a:lnTo>
                    <a:pt x="1267" y="258"/>
                  </a:lnTo>
                  <a:lnTo>
                    <a:pt x="1531" y="174"/>
                  </a:lnTo>
                  <a:close/>
                  <a:moveTo>
                    <a:pt x="649" y="351"/>
                  </a:moveTo>
                  <a:lnTo>
                    <a:pt x="679" y="374"/>
                  </a:lnTo>
                  <a:lnTo>
                    <a:pt x="209" y="523"/>
                  </a:lnTo>
                  <a:lnTo>
                    <a:pt x="739" y="997"/>
                  </a:lnTo>
                  <a:lnTo>
                    <a:pt x="1208" y="810"/>
                  </a:lnTo>
                  <a:lnTo>
                    <a:pt x="1208" y="822"/>
                  </a:lnTo>
                  <a:lnTo>
                    <a:pt x="1208" y="847"/>
                  </a:lnTo>
                  <a:lnTo>
                    <a:pt x="717" y="1050"/>
                  </a:lnTo>
                  <a:lnTo>
                    <a:pt x="124" y="510"/>
                  </a:lnTo>
                  <a:lnTo>
                    <a:pt x="649" y="351"/>
                  </a:lnTo>
                  <a:close/>
                  <a:moveTo>
                    <a:pt x="1086" y="702"/>
                  </a:moveTo>
                  <a:lnTo>
                    <a:pt x="1160" y="762"/>
                  </a:lnTo>
                  <a:lnTo>
                    <a:pt x="753" y="921"/>
                  </a:lnTo>
                  <a:lnTo>
                    <a:pt x="339" y="551"/>
                  </a:lnTo>
                  <a:lnTo>
                    <a:pt x="741" y="424"/>
                  </a:lnTo>
                  <a:lnTo>
                    <a:pt x="770" y="447"/>
                  </a:lnTo>
                  <a:cubicBezTo>
                    <a:pt x="764" y="523"/>
                    <a:pt x="785" y="690"/>
                    <a:pt x="1086" y="702"/>
                  </a:cubicBezTo>
                  <a:close/>
                  <a:moveTo>
                    <a:pt x="704" y="1126"/>
                  </a:moveTo>
                  <a:lnTo>
                    <a:pt x="1208" y="918"/>
                  </a:lnTo>
                  <a:lnTo>
                    <a:pt x="1208" y="985"/>
                  </a:lnTo>
                  <a:lnTo>
                    <a:pt x="723" y="1183"/>
                  </a:lnTo>
                  <a:lnTo>
                    <a:pt x="127" y="643"/>
                  </a:lnTo>
                  <a:lnTo>
                    <a:pt x="161" y="632"/>
                  </a:lnTo>
                  <a:lnTo>
                    <a:pt x="704" y="1126"/>
                  </a:lnTo>
                  <a:close/>
                  <a:moveTo>
                    <a:pt x="710" y="1259"/>
                  </a:moveTo>
                  <a:lnTo>
                    <a:pt x="1208" y="1056"/>
                  </a:lnTo>
                  <a:lnTo>
                    <a:pt x="1208" y="1119"/>
                  </a:lnTo>
                  <a:lnTo>
                    <a:pt x="723" y="1317"/>
                  </a:lnTo>
                  <a:lnTo>
                    <a:pt x="127" y="778"/>
                  </a:lnTo>
                  <a:lnTo>
                    <a:pt x="163" y="766"/>
                  </a:lnTo>
                  <a:lnTo>
                    <a:pt x="710" y="1259"/>
                  </a:lnTo>
                  <a:close/>
                  <a:moveTo>
                    <a:pt x="710" y="1394"/>
                  </a:moveTo>
                  <a:lnTo>
                    <a:pt x="1208" y="1191"/>
                  </a:lnTo>
                  <a:lnTo>
                    <a:pt x="1208" y="1254"/>
                  </a:lnTo>
                  <a:lnTo>
                    <a:pt x="723" y="1452"/>
                  </a:lnTo>
                  <a:lnTo>
                    <a:pt x="127" y="912"/>
                  </a:lnTo>
                  <a:lnTo>
                    <a:pt x="163" y="901"/>
                  </a:lnTo>
                  <a:lnTo>
                    <a:pt x="710" y="1394"/>
                  </a:lnTo>
                  <a:close/>
                  <a:moveTo>
                    <a:pt x="710" y="1528"/>
                  </a:moveTo>
                  <a:lnTo>
                    <a:pt x="1208" y="1325"/>
                  </a:lnTo>
                  <a:lnTo>
                    <a:pt x="1208" y="1388"/>
                  </a:lnTo>
                  <a:lnTo>
                    <a:pt x="723" y="1586"/>
                  </a:lnTo>
                  <a:lnTo>
                    <a:pt x="127" y="1047"/>
                  </a:lnTo>
                  <a:lnTo>
                    <a:pt x="163" y="1035"/>
                  </a:lnTo>
                  <a:lnTo>
                    <a:pt x="710" y="1528"/>
                  </a:lnTo>
                  <a:close/>
                  <a:moveTo>
                    <a:pt x="723" y="1721"/>
                  </a:moveTo>
                  <a:lnTo>
                    <a:pt x="127" y="1181"/>
                  </a:lnTo>
                  <a:lnTo>
                    <a:pt x="167" y="1170"/>
                  </a:lnTo>
                  <a:lnTo>
                    <a:pt x="709" y="1663"/>
                  </a:lnTo>
                  <a:lnTo>
                    <a:pt x="1208" y="1460"/>
                  </a:lnTo>
                  <a:lnTo>
                    <a:pt x="1208" y="1523"/>
                  </a:lnTo>
                  <a:lnTo>
                    <a:pt x="723" y="1721"/>
                  </a:lnTo>
                  <a:close/>
                  <a:moveTo>
                    <a:pt x="1659" y="741"/>
                  </a:moveTo>
                  <a:lnTo>
                    <a:pt x="1659" y="1409"/>
                  </a:lnTo>
                  <a:lnTo>
                    <a:pt x="1293" y="1548"/>
                  </a:lnTo>
                  <a:lnTo>
                    <a:pt x="1293" y="892"/>
                  </a:lnTo>
                  <a:lnTo>
                    <a:pt x="1293" y="820"/>
                  </a:lnTo>
                  <a:lnTo>
                    <a:pt x="1293" y="791"/>
                  </a:lnTo>
                  <a:lnTo>
                    <a:pt x="1222" y="734"/>
                  </a:lnTo>
                  <a:lnTo>
                    <a:pt x="812" y="400"/>
                  </a:lnTo>
                  <a:lnTo>
                    <a:pt x="752" y="350"/>
                  </a:lnTo>
                  <a:lnTo>
                    <a:pt x="724" y="327"/>
                  </a:lnTo>
                  <a:lnTo>
                    <a:pt x="689" y="298"/>
                  </a:lnTo>
                  <a:lnTo>
                    <a:pt x="1065" y="175"/>
                  </a:lnTo>
                  <a:lnTo>
                    <a:pt x="1106" y="209"/>
                  </a:lnTo>
                  <a:lnTo>
                    <a:pt x="1132" y="231"/>
                  </a:lnTo>
                  <a:lnTo>
                    <a:pt x="1192" y="281"/>
                  </a:lnTo>
                  <a:lnTo>
                    <a:pt x="1572" y="600"/>
                  </a:lnTo>
                  <a:lnTo>
                    <a:pt x="1626" y="649"/>
                  </a:lnTo>
                  <a:lnTo>
                    <a:pt x="1659" y="688"/>
                  </a:lnTo>
                  <a:lnTo>
                    <a:pt x="1659" y="741"/>
                  </a:lnTo>
                  <a:close/>
                  <a:moveTo>
                    <a:pt x="2142" y="755"/>
                  </a:moveTo>
                  <a:lnTo>
                    <a:pt x="1744" y="914"/>
                  </a:lnTo>
                  <a:lnTo>
                    <a:pt x="1744" y="851"/>
                  </a:lnTo>
                  <a:lnTo>
                    <a:pt x="2084" y="715"/>
                  </a:lnTo>
                  <a:lnTo>
                    <a:pt x="2142" y="755"/>
                  </a:lnTo>
                  <a:close/>
                  <a:moveTo>
                    <a:pt x="2082" y="579"/>
                  </a:moveTo>
                  <a:lnTo>
                    <a:pt x="2140" y="621"/>
                  </a:lnTo>
                  <a:lnTo>
                    <a:pt x="1744" y="780"/>
                  </a:lnTo>
                  <a:lnTo>
                    <a:pt x="1744" y="714"/>
                  </a:lnTo>
                  <a:lnTo>
                    <a:pt x="2082" y="579"/>
                  </a:lnTo>
                  <a:close/>
                  <a:moveTo>
                    <a:pt x="2142" y="1159"/>
                  </a:moveTo>
                  <a:lnTo>
                    <a:pt x="1744" y="1317"/>
                  </a:lnTo>
                  <a:lnTo>
                    <a:pt x="1744" y="1254"/>
                  </a:lnTo>
                  <a:lnTo>
                    <a:pt x="2084" y="1118"/>
                  </a:lnTo>
                  <a:lnTo>
                    <a:pt x="2142" y="1159"/>
                  </a:lnTo>
                  <a:close/>
                  <a:moveTo>
                    <a:pt x="2142" y="1024"/>
                  </a:moveTo>
                  <a:lnTo>
                    <a:pt x="1744" y="1183"/>
                  </a:lnTo>
                  <a:lnTo>
                    <a:pt x="1744" y="1120"/>
                  </a:lnTo>
                  <a:lnTo>
                    <a:pt x="2084" y="984"/>
                  </a:lnTo>
                  <a:lnTo>
                    <a:pt x="2142" y="1024"/>
                  </a:lnTo>
                  <a:close/>
                  <a:moveTo>
                    <a:pt x="2142" y="890"/>
                  </a:moveTo>
                  <a:lnTo>
                    <a:pt x="1744" y="1049"/>
                  </a:lnTo>
                  <a:lnTo>
                    <a:pt x="1744" y="985"/>
                  </a:lnTo>
                  <a:lnTo>
                    <a:pt x="2084" y="849"/>
                  </a:lnTo>
                  <a:lnTo>
                    <a:pt x="2142" y="890"/>
                  </a:lnTo>
                  <a:close/>
                </a:path>
              </a:pathLst>
            </a:custGeom>
            <a:solidFill>
              <a:srgbClr val="234463"/>
            </a:solidFill>
            <a:ln w="0">
              <a:noFill/>
              <a:prstDash val="solid"/>
              <a:round/>
            </a:ln>
          </p:spPr>
          <p:txBody>
            <a:bodyPr vert="horz" wrap="square" lIns="91440" tIns="45720" rIns="91440" bIns="45720" numCol="1" anchor="t" anchorCtr="0" compatLnSpc="1"/>
            <a:lstStyle/>
            <a:p>
              <a:endParaRPr lang="th-TH">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Freeform 6"/>
            <p:cNvSpPr/>
            <p:nvPr>
              <p:custDataLst>
                <p:tags r:id="rId15"/>
              </p:custDataLst>
            </p:nvPr>
          </p:nvSpPr>
          <p:spPr bwMode="auto">
            <a:xfrm>
              <a:off x="9539467" y="4572798"/>
              <a:ext cx="61208" cy="139473"/>
            </a:xfrm>
            <a:custGeom>
              <a:avLst/>
              <a:gdLst>
                <a:gd name="T0" fmla="*/ 171 w 271"/>
                <a:gd name="T1" fmla="*/ 250 h 614"/>
                <a:gd name="T2" fmla="*/ 97 w 271"/>
                <a:gd name="T3" fmla="*/ 203 h 614"/>
                <a:gd name="T4" fmla="*/ 150 w 271"/>
                <a:gd name="T5" fmla="*/ 150 h 614"/>
                <a:gd name="T6" fmla="*/ 237 w 271"/>
                <a:gd name="T7" fmla="*/ 157 h 614"/>
                <a:gd name="T8" fmla="*/ 255 w 271"/>
                <a:gd name="T9" fmla="*/ 70 h 614"/>
                <a:gd name="T10" fmla="*/ 167 w 271"/>
                <a:gd name="T11" fmla="*/ 65 h 614"/>
                <a:gd name="T12" fmla="*/ 167 w 271"/>
                <a:gd name="T13" fmla="*/ 0 h 614"/>
                <a:gd name="T14" fmla="*/ 107 w 271"/>
                <a:gd name="T15" fmla="*/ 12 h 614"/>
                <a:gd name="T16" fmla="*/ 107 w 271"/>
                <a:gd name="T17" fmla="*/ 82 h 614"/>
                <a:gd name="T18" fmla="*/ 4 w 271"/>
                <a:gd name="T19" fmla="*/ 235 h 614"/>
                <a:gd name="T20" fmla="*/ 113 w 271"/>
                <a:gd name="T21" fmla="*/ 347 h 614"/>
                <a:gd name="T22" fmla="*/ 178 w 271"/>
                <a:gd name="T23" fmla="*/ 397 h 614"/>
                <a:gd name="T24" fmla="*/ 119 w 271"/>
                <a:gd name="T25" fmla="*/ 455 h 614"/>
                <a:gd name="T26" fmla="*/ 18 w 271"/>
                <a:gd name="T27" fmla="*/ 444 h 614"/>
                <a:gd name="T28" fmla="*/ 0 w 271"/>
                <a:gd name="T29" fmla="*/ 535 h 614"/>
                <a:gd name="T30" fmla="*/ 103 w 271"/>
                <a:gd name="T31" fmla="*/ 544 h 614"/>
                <a:gd name="T32" fmla="*/ 103 w 271"/>
                <a:gd name="T33" fmla="*/ 614 h 614"/>
                <a:gd name="T34" fmla="*/ 163 w 271"/>
                <a:gd name="T35" fmla="*/ 602 h 614"/>
                <a:gd name="T36" fmla="*/ 164 w 271"/>
                <a:gd name="T37" fmla="*/ 526 h 614"/>
                <a:gd name="T38" fmla="*/ 271 w 271"/>
                <a:gd name="T39" fmla="*/ 367 h 614"/>
                <a:gd name="T40" fmla="*/ 171 w 271"/>
                <a:gd name="T41" fmla="*/ 250 h 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1" h="614">
                  <a:moveTo>
                    <a:pt x="171" y="250"/>
                  </a:moveTo>
                  <a:cubicBezTo>
                    <a:pt x="118" y="238"/>
                    <a:pt x="97" y="227"/>
                    <a:pt x="97" y="203"/>
                  </a:cubicBezTo>
                  <a:cubicBezTo>
                    <a:pt x="97" y="183"/>
                    <a:pt x="110" y="158"/>
                    <a:pt x="150" y="150"/>
                  </a:cubicBezTo>
                  <a:cubicBezTo>
                    <a:pt x="193" y="141"/>
                    <a:pt x="222" y="152"/>
                    <a:pt x="237" y="157"/>
                  </a:cubicBezTo>
                  <a:lnTo>
                    <a:pt x="255" y="70"/>
                  </a:lnTo>
                  <a:cubicBezTo>
                    <a:pt x="234" y="63"/>
                    <a:pt x="207" y="58"/>
                    <a:pt x="167" y="65"/>
                  </a:cubicBezTo>
                  <a:lnTo>
                    <a:pt x="167" y="0"/>
                  </a:lnTo>
                  <a:lnTo>
                    <a:pt x="107" y="12"/>
                  </a:lnTo>
                  <a:lnTo>
                    <a:pt x="107" y="82"/>
                  </a:lnTo>
                  <a:cubicBezTo>
                    <a:pt x="42" y="111"/>
                    <a:pt x="4" y="170"/>
                    <a:pt x="4" y="235"/>
                  </a:cubicBezTo>
                  <a:cubicBezTo>
                    <a:pt x="4" y="307"/>
                    <a:pt x="48" y="334"/>
                    <a:pt x="113" y="347"/>
                  </a:cubicBezTo>
                  <a:cubicBezTo>
                    <a:pt x="159" y="356"/>
                    <a:pt x="178" y="369"/>
                    <a:pt x="178" y="397"/>
                  </a:cubicBezTo>
                  <a:cubicBezTo>
                    <a:pt x="178" y="426"/>
                    <a:pt x="155" y="448"/>
                    <a:pt x="119" y="455"/>
                  </a:cubicBezTo>
                  <a:cubicBezTo>
                    <a:pt x="80" y="464"/>
                    <a:pt x="44" y="456"/>
                    <a:pt x="18" y="444"/>
                  </a:cubicBezTo>
                  <a:lnTo>
                    <a:pt x="0" y="535"/>
                  </a:lnTo>
                  <a:cubicBezTo>
                    <a:pt x="23" y="545"/>
                    <a:pt x="63" y="551"/>
                    <a:pt x="103" y="544"/>
                  </a:cubicBezTo>
                  <a:lnTo>
                    <a:pt x="103" y="614"/>
                  </a:lnTo>
                  <a:lnTo>
                    <a:pt x="163" y="602"/>
                  </a:lnTo>
                  <a:lnTo>
                    <a:pt x="164" y="526"/>
                  </a:lnTo>
                  <a:cubicBezTo>
                    <a:pt x="233" y="497"/>
                    <a:pt x="271" y="433"/>
                    <a:pt x="271" y="367"/>
                  </a:cubicBezTo>
                  <a:cubicBezTo>
                    <a:pt x="271" y="300"/>
                    <a:pt x="243" y="266"/>
                    <a:pt x="171" y="250"/>
                  </a:cubicBezTo>
                  <a:close/>
                </a:path>
              </a:pathLst>
            </a:custGeom>
            <a:solidFill>
              <a:srgbClr val="234463"/>
            </a:solidFill>
            <a:ln w="0">
              <a:solidFill>
                <a:srgbClr val="234463"/>
              </a:solidFill>
              <a:prstDash val="solid"/>
              <a:round/>
            </a:ln>
          </p:spPr>
          <p:txBody>
            <a:bodyPr vert="horz" wrap="square" lIns="91440" tIns="45720" rIns="91440" bIns="45720" numCol="1" anchor="t" anchorCtr="0" compatLnSpc="1"/>
            <a:lstStyle/>
            <a:p>
              <a:endParaRPr lang="th-TH">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1" name="组合 20"/>
          <p:cNvGrpSpPr/>
          <p:nvPr>
            <p:custDataLst>
              <p:tags r:id="rId16"/>
            </p:custDataLst>
          </p:nvPr>
        </p:nvGrpSpPr>
        <p:grpSpPr>
          <a:xfrm>
            <a:off x="6203694" y="2573792"/>
            <a:ext cx="441007" cy="410441"/>
            <a:chOff x="6203694" y="2573792"/>
            <a:chExt cx="441007" cy="410441"/>
          </a:xfrm>
          <a:solidFill>
            <a:srgbClr val="3298FD"/>
          </a:solidFill>
        </p:grpSpPr>
        <p:sp>
          <p:nvSpPr>
            <p:cNvPr id="22" name="Freeform 30"/>
            <p:cNvSpPr/>
            <p:nvPr>
              <p:custDataLst>
                <p:tags r:id="rId17"/>
              </p:custDataLst>
            </p:nvPr>
          </p:nvSpPr>
          <p:spPr bwMode="auto">
            <a:xfrm>
              <a:off x="6328137" y="2573792"/>
              <a:ext cx="205221" cy="159373"/>
            </a:xfrm>
            <a:custGeom>
              <a:avLst/>
              <a:gdLst>
                <a:gd name="T0" fmla="*/ 0 w 1242"/>
                <a:gd name="T1" fmla="*/ 483 h 963"/>
                <a:gd name="T2" fmla="*/ 140 w 1242"/>
                <a:gd name="T3" fmla="*/ 622 h 963"/>
                <a:gd name="T4" fmla="*/ 265 w 1242"/>
                <a:gd name="T5" fmla="*/ 606 h 963"/>
                <a:gd name="T6" fmla="*/ 279 w 1242"/>
                <a:gd name="T7" fmla="*/ 690 h 963"/>
                <a:gd name="T8" fmla="*/ 279 w 1242"/>
                <a:gd name="T9" fmla="*/ 963 h 963"/>
                <a:gd name="T10" fmla="*/ 511 w 1242"/>
                <a:gd name="T11" fmla="*/ 963 h 963"/>
                <a:gd name="T12" fmla="*/ 553 w 1242"/>
                <a:gd name="T13" fmla="*/ 953 h 963"/>
                <a:gd name="T14" fmla="*/ 547 w 1242"/>
                <a:gd name="T15" fmla="*/ 867 h 963"/>
                <a:gd name="T16" fmla="*/ 759 w 1242"/>
                <a:gd name="T17" fmla="*/ 675 h 963"/>
                <a:gd name="T18" fmla="*/ 971 w 1242"/>
                <a:gd name="T19" fmla="*/ 867 h 963"/>
                <a:gd name="T20" fmla="*/ 965 w 1242"/>
                <a:gd name="T21" fmla="*/ 953 h 963"/>
                <a:gd name="T22" fmla="*/ 1006 w 1242"/>
                <a:gd name="T23" fmla="*/ 963 h 963"/>
                <a:gd name="T24" fmla="*/ 1239 w 1242"/>
                <a:gd name="T25" fmla="*/ 963 h 963"/>
                <a:gd name="T26" fmla="*/ 1239 w 1242"/>
                <a:gd name="T27" fmla="*/ 117 h 963"/>
                <a:gd name="T28" fmla="*/ 1214 w 1242"/>
                <a:gd name="T29" fmla="*/ 28 h 963"/>
                <a:gd name="T30" fmla="*/ 1118 w 1242"/>
                <a:gd name="T31" fmla="*/ 3 h 963"/>
                <a:gd name="T32" fmla="*/ 279 w 1242"/>
                <a:gd name="T33" fmla="*/ 3 h 963"/>
                <a:gd name="T34" fmla="*/ 279 w 1242"/>
                <a:gd name="T35" fmla="*/ 276 h 963"/>
                <a:gd name="T36" fmla="*/ 265 w 1242"/>
                <a:gd name="T37" fmla="*/ 361 h 963"/>
                <a:gd name="T38" fmla="*/ 140 w 1242"/>
                <a:gd name="T39" fmla="*/ 344 h 963"/>
                <a:gd name="T40" fmla="*/ 0 w 1242"/>
                <a:gd name="T41" fmla="*/ 48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42" h="963">
                  <a:moveTo>
                    <a:pt x="0" y="483"/>
                  </a:moveTo>
                  <a:cubicBezTo>
                    <a:pt x="0" y="560"/>
                    <a:pt x="63" y="622"/>
                    <a:pt x="140" y="622"/>
                  </a:cubicBezTo>
                  <a:cubicBezTo>
                    <a:pt x="209" y="622"/>
                    <a:pt x="243" y="579"/>
                    <a:pt x="265" y="606"/>
                  </a:cubicBezTo>
                  <a:cubicBezTo>
                    <a:pt x="277" y="620"/>
                    <a:pt x="279" y="637"/>
                    <a:pt x="279" y="690"/>
                  </a:cubicBezTo>
                  <a:lnTo>
                    <a:pt x="279" y="963"/>
                  </a:lnTo>
                  <a:lnTo>
                    <a:pt x="511" y="963"/>
                  </a:lnTo>
                  <a:cubicBezTo>
                    <a:pt x="545" y="963"/>
                    <a:pt x="550" y="960"/>
                    <a:pt x="553" y="953"/>
                  </a:cubicBezTo>
                  <a:cubicBezTo>
                    <a:pt x="559" y="940"/>
                    <a:pt x="547" y="918"/>
                    <a:pt x="547" y="867"/>
                  </a:cubicBezTo>
                  <a:cubicBezTo>
                    <a:pt x="547" y="760"/>
                    <a:pt x="660" y="675"/>
                    <a:pt x="759" y="675"/>
                  </a:cubicBezTo>
                  <a:cubicBezTo>
                    <a:pt x="858" y="675"/>
                    <a:pt x="971" y="756"/>
                    <a:pt x="971" y="867"/>
                  </a:cubicBezTo>
                  <a:cubicBezTo>
                    <a:pt x="971" y="918"/>
                    <a:pt x="959" y="940"/>
                    <a:pt x="965" y="953"/>
                  </a:cubicBezTo>
                  <a:cubicBezTo>
                    <a:pt x="967" y="960"/>
                    <a:pt x="972" y="963"/>
                    <a:pt x="1006" y="963"/>
                  </a:cubicBezTo>
                  <a:lnTo>
                    <a:pt x="1239" y="963"/>
                  </a:lnTo>
                  <a:lnTo>
                    <a:pt x="1239" y="117"/>
                  </a:lnTo>
                  <a:cubicBezTo>
                    <a:pt x="1239" y="117"/>
                    <a:pt x="1242" y="57"/>
                    <a:pt x="1214" y="28"/>
                  </a:cubicBezTo>
                  <a:cubicBezTo>
                    <a:pt x="1185" y="0"/>
                    <a:pt x="1118" y="3"/>
                    <a:pt x="1118" y="3"/>
                  </a:cubicBezTo>
                  <a:lnTo>
                    <a:pt x="279" y="3"/>
                  </a:lnTo>
                  <a:lnTo>
                    <a:pt x="279" y="276"/>
                  </a:lnTo>
                  <a:cubicBezTo>
                    <a:pt x="279" y="329"/>
                    <a:pt x="277" y="347"/>
                    <a:pt x="265" y="361"/>
                  </a:cubicBezTo>
                  <a:cubicBezTo>
                    <a:pt x="243" y="388"/>
                    <a:pt x="209" y="344"/>
                    <a:pt x="140" y="344"/>
                  </a:cubicBezTo>
                  <a:cubicBezTo>
                    <a:pt x="63" y="344"/>
                    <a:pt x="0" y="406"/>
                    <a:pt x="0" y="483"/>
                  </a:cubicBezTo>
                  <a:close/>
                </a:path>
              </a:pathLst>
            </a:custGeom>
            <a:grpFill/>
            <a:ln>
              <a:noFill/>
            </a:ln>
            <a:effectLst/>
          </p:spPr>
          <p:txBody>
            <a:bodyPr vert="horz" wrap="square" lIns="91440" tIns="45720" rIns="91440" bIns="45720" numCol="1" anchor="t" anchorCtr="0" compatLnSpc="1"/>
            <a:lstStyle/>
            <a:p>
              <a:endParaRPr lang="th-TH"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3" name="Freeform 31"/>
            <p:cNvSpPr/>
            <p:nvPr>
              <p:custDataLst>
                <p:tags r:id="rId18"/>
              </p:custDataLst>
            </p:nvPr>
          </p:nvSpPr>
          <p:spPr bwMode="auto">
            <a:xfrm>
              <a:off x="6203694" y="2573792"/>
              <a:ext cx="159374" cy="205221"/>
            </a:xfrm>
            <a:custGeom>
              <a:avLst/>
              <a:gdLst>
                <a:gd name="T0" fmla="*/ 5 w 965"/>
                <a:gd name="T1" fmla="*/ 965 h 1244"/>
                <a:gd name="T2" fmla="*/ 279 w 965"/>
                <a:gd name="T3" fmla="*/ 965 h 1244"/>
                <a:gd name="T4" fmla="*/ 363 w 965"/>
                <a:gd name="T5" fmla="*/ 979 h 1244"/>
                <a:gd name="T6" fmla="*/ 346 w 965"/>
                <a:gd name="T7" fmla="*/ 1104 h 1244"/>
                <a:gd name="T8" fmla="*/ 485 w 965"/>
                <a:gd name="T9" fmla="*/ 1244 h 1244"/>
                <a:gd name="T10" fmla="*/ 625 w 965"/>
                <a:gd name="T11" fmla="*/ 1104 h 1244"/>
                <a:gd name="T12" fmla="*/ 608 w 965"/>
                <a:gd name="T13" fmla="*/ 979 h 1244"/>
                <a:gd name="T14" fmla="*/ 692 w 965"/>
                <a:gd name="T15" fmla="*/ 965 h 1244"/>
                <a:gd name="T16" fmla="*/ 965 w 965"/>
                <a:gd name="T17" fmla="*/ 965 h 1244"/>
                <a:gd name="T18" fmla="*/ 965 w 965"/>
                <a:gd name="T19" fmla="*/ 733 h 1244"/>
                <a:gd name="T20" fmla="*/ 955 w 965"/>
                <a:gd name="T21" fmla="*/ 691 h 1244"/>
                <a:gd name="T22" fmla="*/ 869 w 965"/>
                <a:gd name="T23" fmla="*/ 697 h 1244"/>
                <a:gd name="T24" fmla="*/ 677 w 965"/>
                <a:gd name="T25" fmla="*/ 485 h 1244"/>
                <a:gd name="T26" fmla="*/ 869 w 965"/>
                <a:gd name="T27" fmla="*/ 273 h 1244"/>
                <a:gd name="T28" fmla="*/ 955 w 965"/>
                <a:gd name="T29" fmla="*/ 280 h 1244"/>
                <a:gd name="T30" fmla="*/ 965 w 965"/>
                <a:gd name="T31" fmla="*/ 238 h 1244"/>
                <a:gd name="T32" fmla="*/ 965 w 965"/>
                <a:gd name="T33" fmla="*/ 5 h 1244"/>
                <a:gd name="T34" fmla="*/ 141 w 965"/>
                <a:gd name="T35" fmla="*/ 5 h 1244"/>
                <a:gd name="T36" fmla="*/ 31 w 965"/>
                <a:gd name="T37" fmla="*/ 30 h 1244"/>
                <a:gd name="T38" fmla="*/ 5 w 965"/>
                <a:gd name="T39" fmla="*/ 129 h 1244"/>
                <a:gd name="T40" fmla="*/ 5 w 965"/>
                <a:gd name="T41" fmla="*/ 965 h 1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5" h="1244">
                  <a:moveTo>
                    <a:pt x="5" y="965"/>
                  </a:moveTo>
                  <a:lnTo>
                    <a:pt x="279" y="965"/>
                  </a:lnTo>
                  <a:cubicBezTo>
                    <a:pt x="331" y="965"/>
                    <a:pt x="349" y="967"/>
                    <a:pt x="363" y="979"/>
                  </a:cubicBezTo>
                  <a:cubicBezTo>
                    <a:pt x="390" y="1001"/>
                    <a:pt x="346" y="1035"/>
                    <a:pt x="346" y="1104"/>
                  </a:cubicBezTo>
                  <a:cubicBezTo>
                    <a:pt x="346" y="1181"/>
                    <a:pt x="409" y="1244"/>
                    <a:pt x="485" y="1244"/>
                  </a:cubicBezTo>
                  <a:cubicBezTo>
                    <a:pt x="562" y="1244"/>
                    <a:pt x="625" y="1181"/>
                    <a:pt x="625" y="1104"/>
                  </a:cubicBezTo>
                  <a:cubicBezTo>
                    <a:pt x="625" y="1035"/>
                    <a:pt x="581" y="1002"/>
                    <a:pt x="608" y="979"/>
                  </a:cubicBezTo>
                  <a:cubicBezTo>
                    <a:pt x="622" y="967"/>
                    <a:pt x="639" y="965"/>
                    <a:pt x="692" y="965"/>
                  </a:cubicBezTo>
                  <a:lnTo>
                    <a:pt x="965" y="965"/>
                  </a:lnTo>
                  <a:lnTo>
                    <a:pt x="965" y="733"/>
                  </a:lnTo>
                  <a:cubicBezTo>
                    <a:pt x="965" y="699"/>
                    <a:pt x="962" y="694"/>
                    <a:pt x="955" y="691"/>
                  </a:cubicBezTo>
                  <a:cubicBezTo>
                    <a:pt x="942" y="685"/>
                    <a:pt x="920" y="697"/>
                    <a:pt x="869" y="697"/>
                  </a:cubicBezTo>
                  <a:cubicBezTo>
                    <a:pt x="762" y="697"/>
                    <a:pt x="677" y="584"/>
                    <a:pt x="677" y="485"/>
                  </a:cubicBezTo>
                  <a:cubicBezTo>
                    <a:pt x="677" y="386"/>
                    <a:pt x="758" y="273"/>
                    <a:pt x="869" y="273"/>
                  </a:cubicBezTo>
                  <a:cubicBezTo>
                    <a:pt x="920" y="273"/>
                    <a:pt x="942" y="285"/>
                    <a:pt x="955" y="280"/>
                  </a:cubicBezTo>
                  <a:cubicBezTo>
                    <a:pt x="962" y="277"/>
                    <a:pt x="965" y="272"/>
                    <a:pt x="965" y="238"/>
                  </a:cubicBezTo>
                  <a:lnTo>
                    <a:pt x="965" y="5"/>
                  </a:lnTo>
                  <a:lnTo>
                    <a:pt x="141" y="5"/>
                  </a:lnTo>
                  <a:cubicBezTo>
                    <a:pt x="141" y="5"/>
                    <a:pt x="61" y="0"/>
                    <a:pt x="31" y="30"/>
                  </a:cubicBezTo>
                  <a:cubicBezTo>
                    <a:pt x="0" y="61"/>
                    <a:pt x="5" y="129"/>
                    <a:pt x="5" y="129"/>
                  </a:cubicBezTo>
                  <a:lnTo>
                    <a:pt x="5" y="965"/>
                  </a:lnTo>
                  <a:close/>
                </a:path>
              </a:pathLst>
            </a:custGeom>
            <a:grpFill/>
            <a:ln>
              <a:noFill/>
            </a:ln>
            <a:effectLst/>
          </p:spPr>
          <p:txBody>
            <a:bodyPr vert="horz" wrap="square" lIns="91440" tIns="45720" rIns="91440" bIns="45720" numCol="1" anchor="t" anchorCtr="0" compatLnSpc="1"/>
            <a:lstStyle/>
            <a:p>
              <a:endParaRPr lang="th-TH"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32"/>
            <p:cNvSpPr/>
            <p:nvPr>
              <p:custDataLst>
                <p:tags r:id="rId19"/>
              </p:custDataLst>
            </p:nvPr>
          </p:nvSpPr>
          <p:spPr bwMode="auto">
            <a:xfrm>
              <a:off x="6204422" y="2744809"/>
              <a:ext cx="204493" cy="158646"/>
            </a:xfrm>
            <a:custGeom>
              <a:avLst/>
              <a:gdLst>
                <a:gd name="T0" fmla="*/ 1240 w 1240"/>
                <a:gd name="T1" fmla="*/ 480 h 960"/>
                <a:gd name="T2" fmla="*/ 1101 w 1240"/>
                <a:gd name="T3" fmla="*/ 341 h 960"/>
                <a:gd name="T4" fmla="*/ 975 w 1240"/>
                <a:gd name="T5" fmla="*/ 357 h 960"/>
                <a:gd name="T6" fmla="*/ 961 w 1240"/>
                <a:gd name="T7" fmla="*/ 273 h 960"/>
                <a:gd name="T8" fmla="*/ 961 w 1240"/>
                <a:gd name="T9" fmla="*/ 0 h 960"/>
                <a:gd name="T10" fmla="*/ 729 w 1240"/>
                <a:gd name="T11" fmla="*/ 0 h 960"/>
                <a:gd name="T12" fmla="*/ 687 w 1240"/>
                <a:gd name="T13" fmla="*/ 10 h 960"/>
                <a:gd name="T14" fmla="*/ 693 w 1240"/>
                <a:gd name="T15" fmla="*/ 96 h 960"/>
                <a:gd name="T16" fmla="*/ 481 w 1240"/>
                <a:gd name="T17" fmla="*/ 288 h 960"/>
                <a:gd name="T18" fmla="*/ 270 w 1240"/>
                <a:gd name="T19" fmla="*/ 96 h 960"/>
                <a:gd name="T20" fmla="*/ 276 w 1240"/>
                <a:gd name="T21" fmla="*/ 10 h 960"/>
                <a:gd name="T22" fmla="*/ 234 w 1240"/>
                <a:gd name="T23" fmla="*/ 0 h 960"/>
                <a:gd name="T24" fmla="*/ 1 w 1240"/>
                <a:gd name="T25" fmla="*/ 0 h 960"/>
                <a:gd name="T26" fmla="*/ 1 w 1240"/>
                <a:gd name="T27" fmla="*/ 828 h 960"/>
                <a:gd name="T28" fmla="*/ 30 w 1240"/>
                <a:gd name="T29" fmla="*/ 928 h 960"/>
                <a:gd name="T30" fmla="*/ 129 w 1240"/>
                <a:gd name="T31" fmla="*/ 960 h 960"/>
                <a:gd name="T32" fmla="*/ 961 w 1240"/>
                <a:gd name="T33" fmla="*/ 960 h 960"/>
                <a:gd name="T34" fmla="*/ 961 w 1240"/>
                <a:gd name="T35" fmla="*/ 687 h 960"/>
                <a:gd name="T36" fmla="*/ 975 w 1240"/>
                <a:gd name="T37" fmla="*/ 602 h 960"/>
                <a:gd name="T38" fmla="*/ 1101 w 1240"/>
                <a:gd name="T39" fmla="*/ 619 h 960"/>
                <a:gd name="T40" fmla="*/ 1240 w 1240"/>
                <a:gd name="T41" fmla="*/ 480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40" h="960">
                  <a:moveTo>
                    <a:pt x="1240" y="480"/>
                  </a:moveTo>
                  <a:cubicBezTo>
                    <a:pt x="1240" y="403"/>
                    <a:pt x="1178" y="341"/>
                    <a:pt x="1101" y="341"/>
                  </a:cubicBezTo>
                  <a:cubicBezTo>
                    <a:pt x="1031" y="341"/>
                    <a:pt x="998" y="385"/>
                    <a:pt x="975" y="357"/>
                  </a:cubicBezTo>
                  <a:cubicBezTo>
                    <a:pt x="963" y="343"/>
                    <a:pt x="961" y="326"/>
                    <a:pt x="961" y="273"/>
                  </a:cubicBezTo>
                  <a:lnTo>
                    <a:pt x="961" y="0"/>
                  </a:lnTo>
                  <a:lnTo>
                    <a:pt x="729" y="0"/>
                  </a:lnTo>
                  <a:cubicBezTo>
                    <a:pt x="695" y="0"/>
                    <a:pt x="690" y="3"/>
                    <a:pt x="687" y="10"/>
                  </a:cubicBezTo>
                  <a:cubicBezTo>
                    <a:pt x="681" y="23"/>
                    <a:pt x="693" y="45"/>
                    <a:pt x="693" y="96"/>
                  </a:cubicBezTo>
                  <a:cubicBezTo>
                    <a:pt x="693" y="203"/>
                    <a:pt x="580" y="288"/>
                    <a:pt x="481" y="288"/>
                  </a:cubicBezTo>
                  <a:cubicBezTo>
                    <a:pt x="382" y="288"/>
                    <a:pt x="270" y="207"/>
                    <a:pt x="270" y="96"/>
                  </a:cubicBezTo>
                  <a:cubicBezTo>
                    <a:pt x="270" y="45"/>
                    <a:pt x="282" y="23"/>
                    <a:pt x="276" y="10"/>
                  </a:cubicBezTo>
                  <a:cubicBezTo>
                    <a:pt x="273" y="3"/>
                    <a:pt x="268" y="0"/>
                    <a:pt x="234" y="0"/>
                  </a:cubicBezTo>
                  <a:lnTo>
                    <a:pt x="1" y="0"/>
                  </a:lnTo>
                  <a:lnTo>
                    <a:pt x="1" y="828"/>
                  </a:lnTo>
                  <a:cubicBezTo>
                    <a:pt x="1" y="828"/>
                    <a:pt x="0" y="898"/>
                    <a:pt x="30" y="928"/>
                  </a:cubicBezTo>
                  <a:cubicBezTo>
                    <a:pt x="60" y="958"/>
                    <a:pt x="129" y="960"/>
                    <a:pt x="129" y="960"/>
                  </a:cubicBezTo>
                  <a:lnTo>
                    <a:pt x="961" y="960"/>
                  </a:lnTo>
                  <a:lnTo>
                    <a:pt x="961" y="687"/>
                  </a:lnTo>
                  <a:cubicBezTo>
                    <a:pt x="961" y="634"/>
                    <a:pt x="963" y="616"/>
                    <a:pt x="975" y="602"/>
                  </a:cubicBezTo>
                  <a:cubicBezTo>
                    <a:pt x="998" y="575"/>
                    <a:pt x="1031" y="619"/>
                    <a:pt x="1101" y="619"/>
                  </a:cubicBezTo>
                  <a:cubicBezTo>
                    <a:pt x="1178" y="619"/>
                    <a:pt x="1240" y="557"/>
                    <a:pt x="1240" y="480"/>
                  </a:cubicBezTo>
                  <a:close/>
                </a:path>
              </a:pathLst>
            </a:custGeom>
            <a:grpFill/>
            <a:ln>
              <a:noFill/>
            </a:ln>
            <a:effectLst/>
          </p:spPr>
          <p:txBody>
            <a:bodyPr vert="horz" wrap="square" lIns="91440" tIns="45720" rIns="91440" bIns="45720" numCol="1" anchor="t" anchorCtr="0" compatLnSpc="1"/>
            <a:lstStyle/>
            <a:p>
              <a:endParaRPr lang="th-TH"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5" name="Freeform 33"/>
            <p:cNvSpPr/>
            <p:nvPr>
              <p:custDataLst>
                <p:tags r:id="rId20"/>
              </p:custDataLst>
            </p:nvPr>
          </p:nvSpPr>
          <p:spPr bwMode="auto">
            <a:xfrm>
              <a:off x="6420559" y="2766641"/>
              <a:ext cx="224142" cy="217592"/>
            </a:xfrm>
            <a:custGeom>
              <a:avLst/>
              <a:gdLst>
                <a:gd name="T0" fmla="*/ 770 w 1358"/>
                <a:gd name="T1" fmla="*/ 1267 h 1322"/>
                <a:gd name="T2" fmla="*/ 1358 w 1358"/>
                <a:gd name="T3" fmla="*/ 679 h 1322"/>
                <a:gd name="T4" fmla="*/ 1164 w 1358"/>
                <a:gd name="T5" fmla="*/ 486 h 1322"/>
                <a:gd name="T6" fmla="*/ 1114 w 1358"/>
                <a:gd name="T7" fmla="*/ 416 h 1322"/>
                <a:gd name="T8" fmla="*/ 1215 w 1358"/>
                <a:gd name="T9" fmla="*/ 339 h 1322"/>
                <a:gd name="T10" fmla="*/ 1215 w 1358"/>
                <a:gd name="T11" fmla="*/ 142 h 1322"/>
                <a:gd name="T12" fmla="*/ 1018 w 1358"/>
                <a:gd name="T13" fmla="*/ 142 h 1322"/>
                <a:gd name="T14" fmla="*/ 941 w 1358"/>
                <a:gd name="T15" fmla="*/ 243 h 1322"/>
                <a:gd name="T16" fmla="*/ 872 w 1358"/>
                <a:gd name="T17" fmla="*/ 193 h 1322"/>
                <a:gd name="T18" fmla="*/ 679 w 1358"/>
                <a:gd name="T19" fmla="*/ 0 h 1322"/>
                <a:gd name="T20" fmla="*/ 514 w 1358"/>
                <a:gd name="T21" fmla="*/ 164 h 1322"/>
                <a:gd name="T22" fmla="*/ 492 w 1358"/>
                <a:gd name="T23" fmla="*/ 201 h 1322"/>
                <a:gd name="T24" fmla="*/ 557 w 1358"/>
                <a:gd name="T25" fmla="*/ 258 h 1322"/>
                <a:gd name="T26" fmla="*/ 543 w 1358"/>
                <a:gd name="T27" fmla="*/ 543 h 1322"/>
                <a:gd name="T28" fmla="*/ 258 w 1358"/>
                <a:gd name="T29" fmla="*/ 557 h 1322"/>
                <a:gd name="T30" fmla="*/ 201 w 1358"/>
                <a:gd name="T31" fmla="*/ 492 h 1322"/>
                <a:gd name="T32" fmla="*/ 164 w 1358"/>
                <a:gd name="T33" fmla="*/ 514 h 1322"/>
                <a:gd name="T34" fmla="*/ 0 w 1358"/>
                <a:gd name="T35" fmla="*/ 679 h 1322"/>
                <a:gd name="T36" fmla="*/ 590 w 1358"/>
                <a:gd name="T37" fmla="*/ 1269 h 1322"/>
                <a:gd name="T38" fmla="*/ 679 w 1358"/>
                <a:gd name="T39" fmla="*/ 1322 h 1322"/>
                <a:gd name="T40" fmla="*/ 770 w 1358"/>
                <a:gd name="T41" fmla="*/ 1267 h 1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8" h="1322">
                  <a:moveTo>
                    <a:pt x="770" y="1267"/>
                  </a:moveTo>
                  <a:lnTo>
                    <a:pt x="1358" y="679"/>
                  </a:lnTo>
                  <a:lnTo>
                    <a:pt x="1164" y="486"/>
                  </a:lnTo>
                  <a:cubicBezTo>
                    <a:pt x="1127" y="448"/>
                    <a:pt x="1116" y="435"/>
                    <a:pt x="1114" y="416"/>
                  </a:cubicBezTo>
                  <a:cubicBezTo>
                    <a:pt x="1111" y="381"/>
                    <a:pt x="1166" y="389"/>
                    <a:pt x="1215" y="339"/>
                  </a:cubicBezTo>
                  <a:cubicBezTo>
                    <a:pt x="1270" y="285"/>
                    <a:pt x="1270" y="197"/>
                    <a:pt x="1215" y="142"/>
                  </a:cubicBezTo>
                  <a:cubicBezTo>
                    <a:pt x="1161" y="88"/>
                    <a:pt x="1073" y="88"/>
                    <a:pt x="1018" y="142"/>
                  </a:cubicBezTo>
                  <a:cubicBezTo>
                    <a:pt x="969" y="192"/>
                    <a:pt x="976" y="246"/>
                    <a:pt x="941" y="243"/>
                  </a:cubicBezTo>
                  <a:cubicBezTo>
                    <a:pt x="923" y="242"/>
                    <a:pt x="909" y="230"/>
                    <a:pt x="872" y="193"/>
                  </a:cubicBezTo>
                  <a:lnTo>
                    <a:pt x="679" y="0"/>
                  </a:lnTo>
                  <a:lnTo>
                    <a:pt x="514" y="164"/>
                  </a:lnTo>
                  <a:cubicBezTo>
                    <a:pt x="490" y="189"/>
                    <a:pt x="489" y="194"/>
                    <a:pt x="492" y="201"/>
                  </a:cubicBezTo>
                  <a:cubicBezTo>
                    <a:pt x="497" y="214"/>
                    <a:pt x="521" y="222"/>
                    <a:pt x="557" y="258"/>
                  </a:cubicBezTo>
                  <a:cubicBezTo>
                    <a:pt x="633" y="333"/>
                    <a:pt x="613" y="473"/>
                    <a:pt x="543" y="543"/>
                  </a:cubicBezTo>
                  <a:cubicBezTo>
                    <a:pt x="473" y="613"/>
                    <a:pt x="336" y="636"/>
                    <a:pt x="258" y="557"/>
                  </a:cubicBezTo>
                  <a:cubicBezTo>
                    <a:pt x="222" y="521"/>
                    <a:pt x="215" y="497"/>
                    <a:pt x="201" y="492"/>
                  </a:cubicBezTo>
                  <a:cubicBezTo>
                    <a:pt x="194" y="489"/>
                    <a:pt x="189" y="490"/>
                    <a:pt x="164" y="514"/>
                  </a:cubicBezTo>
                  <a:lnTo>
                    <a:pt x="0" y="679"/>
                  </a:lnTo>
                  <a:lnTo>
                    <a:pt x="590" y="1269"/>
                  </a:lnTo>
                  <a:cubicBezTo>
                    <a:pt x="590" y="1269"/>
                    <a:pt x="636" y="1322"/>
                    <a:pt x="679" y="1322"/>
                  </a:cubicBezTo>
                  <a:cubicBezTo>
                    <a:pt x="721" y="1322"/>
                    <a:pt x="770" y="1267"/>
                    <a:pt x="770" y="1267"/>
                  </a:cubicBezTo>
                  <a:close/>
                </a:path>
              </a:pathLst>
            </a:custGeom>
            <a:grpFill/>
            <a:ln>
              <a:noFill/>
            </a:ln>
            <a:effectLst/>
          </p:spPr>
          <p:txBody>
            <a:bodyPr vert="horz" wrap="square" lIns="91440" tIns="45720" rIns="91440" bIns="45720" numCol="1" anchor="t" anchorCtr="0" compatLnSpc="1"/>
            <a:lstStyle/>
            <a:p>
              <a:endParaRPr lang="th-TH"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6" name="组合 25"/>
          <p:cNvGrpSpPr/>
          <p:nvPr>
            <p:custDataLst>
              <p:tags r:id="rId21"/>
            </p:custDataLst>
          </p:nvPr>
        </p:nvGrpSpPr>
        <p:grpSpPr>
          <a:xfrm>
            <a:off x="4448115" y="4254216"/>
            <a:ext cx="434665" cy="563930"/>
            <a:chOff x="4448115" y="4254216"/>
            <a:chExt cx="434665" cy="563930"/>
          </a:xfrm>
          <a:solidFill>
            <a:srgbClr val="234463"/>
          </a:solidFill>
        </p:grpSpPr>
        <p:sp>
          <p:nvSpPr>
            <p:cNvPr id="27" name="Freeform 1"/>
            <p:cNvSpPr>
              <a:spLocks noChangeArrowheads="1"/>
            </p:cNvSpPr>
            <p:nvPr>
              <p:custDataLst>
                <p:tags r:id="rId22"/>
              </p:custDataLst>
            </p:nvPr>
          </p:nvSpPr>
          <p:spPr bwMode="auto">
            <a:xfrm>
              <a:off x="4686498" y="4254216"/>
              <a:ext cx="73630" cy="181363"/>
            </a:xfrm>
            <a:custGeom>
              <a:avLst/>
              <a:gdLst>
                <a:gd name="T0" fmla="*/ 656 w 1688"/>
                <a:gd name="T1" fmla="*/ 4188 h 4314"/>
                <a:gd name="T2" fmla="*/ 656 w 1688"/>
                <a:gd name="T3" fmla="*/ 4188 h 4314"/>
                <a:gd name="T4" fmla="*/ 1250 w 1688"/>
                <a:gd name="T5" fmla="*/ 3625 h 4314"/>
                <a:gd name="T6" fmla="*/ 1562 w 1688"/>
                <a:gd name="T7" fmla="*/ 2500 h 4314"/>
                <a:gd name="T8" fmla="*/ 906 w 1688"/>
                <a:gd name="T9" fmla="*/ 1532 h 4314"/>
                <a:gd name="T10" fmla="*/ 500 w 1688"/>
                <a:gd name="T11" fmla="*/ 719 h 4314"/>
                <a:gd name="T12" fmla="*/ 625 w 1688"/>
                <a:gd name="T13" fmla="*/ 0 h 4314"/>
                <a:gd name="T14" fmla="*/ 94 w 1688"/>
                <a:gd name="T15" fmla="*/ 907 h 4314"/>
                <a:gd name="T16" fmla="*/ 281 w 1688"/>
                <a:gd name="T17" fmla="*/ 1969 h 4314"/>
                <a:gd name="T18" fmla="*/ 750 w 1688"/>
                <a:gd name="T19" fmla="*/ 3250 h 4314"/>
                <a:gd name="T20" fmla="*/ 500 w 1688"/>
                <a:gd name="T21" fmla="*/ 4313 h 4314"/>
                <a:gd name="T22" fmla="*/ 656 w 1688"/>
                <a:gd name="T23" fmla="*/ 4188 h 4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88" h="4314">
                  <a:moveTo>
                    <a:pt x="656" y="4188"/>
                  </a:moveTo>
                  <a:lnTo>
                    <a:pt x="656" y="4188"/>
                  </a:lnTo>
                  <a:cubicBezTo>
                    <a:pt x="656" y="4188"/>
                    <a:pt x="1062" y="3875"/>
                    <a:pt x="1250" y="3625"/>
                  </a:cubicBezTo>
                  <a:cubicBezTo>
                    <a:pt x="1437" y="3375"/>
                    <a:pt x="1687" y="2938"/>
                    <a:pt x="1562" y="2500"/>
                  </a:cubicBezTo>
                  <a:cubicBezTo>
                    <a:pt x="1437" y="2063"/>
                    <a:pt x="1125" y="1813"/>
                    <a:pt x="906" y="1532"/>
                  </a:cubicBezTo>
                  <a:cubicBezTo>
                    <a:pt x="656" y="1250"/>
                    <a:pt x="531" y="1094"/>
                    <a:pt x="500" y="719"/>
                  </a:cubicBezTo>
                  <a:cubicBezTo>
                    <a:pt x="469" y="375"/>
                    <a:pt x="625" y="0"/>
                    <a:pt x="625" y="0"/>
                  </a:cubicBezTo>
                  <a:cubicBezTo>
                    <a:pt x="625" y="0"/>
                    <a:pt x="219" y="469"/>
                    <a:pt x="94" y="907"/>
                  </a:cubicBezTo>
                  <a:cubicBezTo>
                    <a:pt x="0" y="1344"/>
                    <a:pt x="94" y="1750"/>
                    <a:pt x="281" y="1969"/>
                  </a:cubicBezTo>
                  <a:cubicBezTo>
                    <a:pt x="469" y="2188"/>
                    <a:pt x="875" y="2594"/>
                    <a:pt x="750" y="3250"/>
                  </a:cubicBezTo>
                  <a:cubicBezTo>
                    <a:pt x="625" y="3938"/>
                    <a:pt x="500" y="4313"/>
                    <a:pt x="500" y="4313"/>
                  </a:cubicBezTo>
                  <a:lnTo>
                    <a:pt x="656" y="4188"/>
                  </a:lnTo>
                </a:path>
              </a:pathLst>
            </a:custGeom>
            <a:grpFill/>
            <a:ln>
              <a:noFill/>
            </a:ln>
            <a:effectLst/>
          </p:spPr>
          <p:txBody>
            <a:bodyPr wrap="none" anchor="ctr"/>
            <a:lstStyle/>
            <a:p>
              <a:endParaRPr lang="en-US"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2"/>
            <p:cNvSpPr>
              <a:spLocks noChangeArrowheads="1"/>
            </p:cNvSpPr>
            <p:nvPr>
              <p:custDataLst>
                <p:tags r:id="rId23"/>
              </p:custDataLst>
            </p:nvPr>
          </p:nvSpPr>
          <p:spPr bwMode="auto">
            <a:xfrm>
              <a:off x="4625364" y="4313372"/>
              <a:ext cx="46331" cy="126286"/>
            </a:xfrm>
            <a:custGeom>
              <a:avLst/>
              <a:gdLst>
                <a:gd name="T0" fmla="*/ 250 w 1063"/>
                <a:gd name="T1" fmla="*/ 0 h 3001"/>
                <a:gd name="T2" fmla="*/ 250 w 1063"/>
                <a:gd name="T3" fmla="*/ 0 h 3001"/>
                <a:gd name="T4" fmla="*/ 343 w 1063"/>
                <a:gd name="T5" fmla="*/ 531 h 3001"/>
                <a:gd name="T6" fmla="*/ 968 w 1063"/>
                <a:gd name="T7" fmla="*/ 1593 h 3001"/>
                <a:gd name="T8" fmla="*/ 625 w 1063"/>
                <a:gd name="T9" fmla="*/ 2812 h 3001"/>
                <a:gd name="T10" fmla="*/ 562 w 1063"/>
                <a:gd name="T11" fmla="*/ 3000 h 3001"/>
                <a:gd name="T12" fmla="*/ 500 w 1063"/>
                <a:gd name="T13" fmla="*/ 2531 h 3001"/>
                <a:gd name="T14" fmla="*/ 406 w 1063"/>
                <a:gd name="T15" fmla="*/ 1500 h 3001"/>
                <a:gd name="T16" fmla="*/ 0 w 1063"/>
                <a:gd name="T17" fmla="*/ 593 h 3001"/>
                <a:gd name="T18" fmla="*/ 250 w 1063"/>
                <a:gd name="T19" fmla="*/ 0 h 3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3" h="3001">
                  <a:moveTo>
                    <a:pt x="250" y="0"/>
                  </a:moveTo>
                  <a:lnTo>
                    <a:pt x="250" y="0"/>
                  </a:lnTo>
                  <a:cubicBezTo>
                    <a:pt x="250" y="0"/>
                    <a:pt x="250" y="343"/>
                    <a:pt x="343" y="531"/>
                  </a:cubicBezTo>
                  <a:cubicBezTo>
                    <a:pt x="468" y="843"/>
                    <a:pt x="906" y="1187"/>
                    <a:pt x="968" y="1593"/>
                  </a:cubicBezTo>
                  <a:cubicBezTo>
                    <a:pt x="1062" y="2250"/>
                    <a:pt x="718" y="2468"/>
                    <a:pt x="625" y="2812"/>
                  </a:cubicBezTo>
                  <a:cubicBezTo>
                    <a:pt x="562" y="3000"/>
                    <a:pt x="562" y="3000"/>
                    <a:pt x="562" y="3000"/>
                  </a:cubicBezTo>
                  <a:cubicBezTo>
                    <a:pt x="562" y="3000"/>
                    <a:pt x="437" y="2750"/>
                    <a:pt x="500" y="2531"/>
                  </a:cubicBezTo>
                  <a:cubicBezTo>
                    <a:pt x="562" y="2281"/>
                    <a:pt x="656" y="1843"/>
                    <a:pt x="406" y="1500"/>
                  </a:cubicBezTo>
                  <a:cubicBezTo>
                    <a:pt x="156" y="1156"/>
                    <a:pt x="31" y="875"/>
                    <a:pt x="0" y="593"/>
                  </a:cubicBezTo>
                  <a:cubicBezTo>
                    <a:pt x="0" y="281"/>
                    <a:pt x="250" y="0"/>
                    <a:pt x="250" y="0"/>
                  </a:cubicBezTo>
                </a:path>
              </a:pathLst>
            </a:custGeom>
            <a:grpFill/>
            <a:ln>
              <a:noFill/>
            </a:ln>
            <a:effectLst/>
          </p:spPr>
          <p:txBody>
            <a:bodyPr wrap="none" anchor="ctr"/>
            <a:lstStyle/>
            <a:p>
              <a:endParaRPr lang="en-US"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9" name="Freeform 3"/>
            <p:cNvSpPr>
              <a:spLocks noChangeArrowheads="1"/>
            </p:cNvSpPr>
            <p:nvPr>
              <p:custDataLst>
                <p:tags r:id="rId24"/>
              </p:custDataLst>
            </p:nvPr>
          </p:nvSpPr>
          <p:spPr bwMode="auto">
            <a:xfrm>
              <a:off x="4776469" y="4320048"/>
              <a:ext cx="46331" cy="126286"/>
            </a:xfrm>
            <a:custGeom>
              <a:avLst/>
              <a:gdLst>
                <a:gd name="T0" fmla="*/ 250 w 1064"/>
                <a:gd name="T1" fmla="*/ 0 h 3001"/>
                <a:gd name="T2" fmla="*/ 250 w 1064"/>
                <a:gd name="T3" fmla="*/ 0 h 3001"/>
                <a:gd name="T4" fmla="*/ 344 w 1064"/>
                <a:gd name="T5" fmla="*/ 531 h 3001"/>
                <a:gd name="T6" fmla="*/ 969 w 1064"/>
                <a:gd name="T7" fmla="*/ 1594 h 3001"/>
                <a:gd name="T8" fmla="*/ 625 w 1064"/>
                <a:gd name="T9" fmla="*/ 2812 h 3001"/>
                <a:gd name="T10" fmla="*/ 563 w 1064"/>
                <a:gd name="T11" fmla="*/ 3000 h 3001"/>
                <a:gd name="T12" fmla="*/ 500 w 1064"/>
                <a:gd name="T13" fmla="*/ 2531 h 3001"/>
                <a:gd name="T14" fmla="*/ 407 w 1064"/>
                <a:gd name="T15" fmla="*/ 1500 h 3001"/>
                <a:gd name="T16" fmla="*/ 0 w 1064"/>
                <a:gd name="T17" fmla="*/ 594 h 3001"/>
                <a:gd name="T18" fmla="*/ 250 w 1064"/>
                <a:gd name="T19" fmla="*/ 0 h 30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4" h="3001">
                  <a:moveTo>
                    <a:pt x="250" y="0"/>
                  </a:moveTo>
                  <a:lnTo>
                    <a:pt x="250" y="0"/>
                  </a:lnTo>
                  <a:cubicBezTo>
                    <a:pt x="250" y="0"/>
                    <a:pt x="250" y="344"/>
                    <a:pt x="344" y="531"/>
                  </a:cubicBezTo>
                  <a:cubicBezTo>
                    <a:pt x="469" y="844"/>
                    <a:pt x="907" y="1187"/>
                    <a:pt x="969" y="1594"/>
                  </a:cubicBezTo>
                  <a:cubicBezTo>
                    <a:pt x="1063" y="2250"/>
                    <a:pt x="719" y="2469"/>
                    <a:pt x="625" y="2812"/>
                  </a:cubicBezTo>
                  <a:cubicBezTo>
                    <a:pt x="563" y="3000"/>
                    <a:pt x="563" y="3000"/>
                    <a:pt x="563" y="3000"/>
                  </a:cubicBezTo>
                  <a:cubicBezTo>
                    <a:pt x="563" y="3000"/>
                    <a:pt x="438" y="2750"/>
                    <a:pt x="500" y="2531"/>
                  </a:cubicBezTo>
                  <a:cubicBezTo>
                    <a:pt x="563" y="2281"/>
                    <a:pt x="657" y="1844"/>
                    <a:pt x="407" y="1500"/>
                  </a:cubicBezTo>
                  <a:cubicBezTo>
                    <a:pt x="157" y="1156"/>
                    <a:pt x="0" y="875"/>
                    <a:pt x="0" y="594"/>
                  </a:cubicBezTo>
                  <a:cubicBezTo>
                    <a:pt x="0" y="281"/>
                    <a:pt x="250" y="0"/>
                    <a:pt x="250" y="0"/>
                  </a:cubicBezTo>
                </a:path>
              </a:pathLst>
            </a:custGeom>
            <a:grpFill/>
            <a:ln>
              <a:noFill/>
            </a:ln>
            <a:effectLst/>
          </p:spPr>
          <p:txBody>
            <a:bodyPr wrap="none" anchor="ctr"/>
            <a:lstStyle/>
            <a:p>
              <a:endParaRPr lang="en-US"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Freeform 4"/>
            <p:cNvSpPr>
              <a:spLocks noChangeArrowheads="1"/>
            </p:cNvSpPr>
            <p:nvPr>
              <p:custDataLst>
                <p:tags r:id="rId25"/>
              </p:custDataLst>
            </p:nvPr>
          </p:nvSpPr>
          <p:spPr bwMode="auto">
            <a:xfrm>
              <a:off x="4448115" y="4459315"/>
              <a:ext cx="434665" cy="358831"/>
            </a:xfrm>
            <a:custGeom>
              <a:avLst/>
              <a:gdLst>
                <a:gd name="T0" fmla="*/ 9874 w 9969"/>
                <a:gd name="T1" fmla="*/ 969 h 8532"/>
                <a:gd name="T2" fmla="*/ 9874 w 9969"/>
                <a:gd name="T3" fmla="*/ 969 h 8532"/>
                <a:gd name="T4" fmla="*/ 6280 w 9969"/>
                <a:gd name="T5" fmla="*/ 125 h 8532"/>
                <a:gd name="T6" fmla="*/ 2719 w 9969"/>
                <a:gd name="T7" fmla="*/ 969 h 8532"/>
                <a:gd name="T8" fmla="*/ 2656 w 9969"/>
                <a:gd name="T9" fmla="*/ 1750 h 8532"/>
                <a:gd name="T10" fmla="*/ 938 w 9969"/>
                <a:gd name="T11" fmla="*/ 1843 h 8532"/>
                <a:gd name="T12" fmla="*/ 2875 w 9969"/>
                <a:gd name="T13" fmla="*/ 5187 h 8532"/>
                <a:gd name="T14" fmla="*/ 3750 w 9969"/>
                <a:gd name="T15" fmla="*/ 7218 h 8532"/>
                <a:gd name="T16" fmla="*/ 3969 w 9969"/>
                <a:gd name="T17" fmla="*/ 8062 h 8532"/>
                <a:gd name="T18" fmla="*/ 5687 w 9969"/>
                <a:gd name="T19" fmla="*/ 8499 h 8532"/>
                <a:gd name="T20" fmla="*/ 6030 w 9969"/>
                <a:gd name="T21" fmla="*/ 8531 h 8532"/>
                <a:gd name="T22" fmla="*/ 6280 w 9969"/>
                <a:gd name="T23" fmla="*/ 8531 h 8532"/>
                <a:gd name="T24" fmla="*/ 6530 w 9969"/>
                <a:gd name="T25" fmla="*/ 8531 h 8532"/>
                <a:gd name="T26" fmla="*/ 6905 w 9969"/>
                <a:gd name="T27" fmla="*/ 8499 h 8532"/>
                <a:gd name="T28" fmla="*/ 8593 w 9969"/>
                <a:gd name="T29" fmla="*/ 8062 h 8532"/>
                <a:gd name="T30" fmla="*/ 8843 w 9969"/>
                <a:gd name="T31" fmla="*/ 7218 h 8532"/>
                <a:gd name="T32" fmla="*/ 9937 w 9969"/>
                <a:gd name="T33" fmla="*/ 3749 h 8532"/>
                <a:gd name="T34" fmla="*/ 9968 w 9969"/>
                <a:gd name="T35" fmla="*/ 2781 h 8532"/>
                <a:gd name="T36" fmla="*/ 9874 w 9969"/>
                <a:gd name="T37" fmla="*/ 969 h 8532"/>
                <a:gd name="T38" fmla="*/ 2563 w 9969"/>
                <a:gd name="T39" fmla="*/ 4468 h 8532"/>
                <a:gd name="T40" fmla="*/ 2563 w 9969"/>
                <a:gd name="T41" fmla="*/ 4468 h 8532"/>
                <a:gd name="T42" fmla="*/ 1375 w 9969"/>
                <a:gd name="T43" fmla="*/ 2718 h 8532"/>
                <a:gd name="T44" fmla="*/ 2625 w 9969"/>
                <a:gd name="T45" fmla="*/ 2406 h 8532"/>
                <a:gd name="T46" fmla="*/ 2625 w 9969"/>
                <a:gd name="T47" fmla="*/ 2781 h 8532"/>
                <a:gd name="T48" fmla="*/ 2656 w 9969"/>
                <a:gd name="T49" fmla="*/ 3749 h 8532"/>
                <a:gd name="T50" fmla="*/ 2719 w 9969"/>
                <a:gd name="T51" fmla="*/ 4374 h 8532"/>
                <a:gd name="T52" fmla="*/ 2563 w 9969"/>
                <a:gd name="T53" fmla="*/ 4468 h 8532"/>
                <a:gd name="T54" fmla="*/ 4156 w 9969"/>
                <a:gd name="T55" fmla="*/ 5749 h 8532"/>
                <a:gd name="T56" fmla="*/ 4156 w 9969"/>
                <a:gd name="T57" fmla="*/ 5749 h 8532"/>
                <a:gd name="T58" fmla="*/ 4719 w 9969"/>
                <a:gd name="T59" fmla="*/ 3249 h 8532"/>
                <a:gd name="T60" fmla="*/ 7249 w 9969"/>
                <a:gd name="T61" fmla="*/ 2124 h 8532"/>
                <a:gd name="T62" fmla="*/ 7249 w 9969"/>
                <a:gd name="T63" fmla="*/ 2562 h 8532"/>
                <a:gd name="T64" fmla="*/ 6937 w 9969"/>
                <a:gd name="T65" fmla="*/ 3156 h 8532"/>
                <a:gd name="T66" fmla="*/ 6405 w 9969"/>
                <a:gd name="T67" fmla="*/ 3843 h 8532"/>
                <a:gd name="T68" fmla="*/ 5687 w 9969"/>
                <a:gd name="T69" fmla="*/ 4593 h 8532"/>
                <a:gd name="T70" fmla="*/ 5343 w 9969"/>
                <a:gd name="T71" fmla="*/ 4499 h 8532"/>
                <a:gd name="T72" fmla="*/ 5624 w 9969"/>
                <a:gd name="T73" fmla="*/ 4906 h 8532"/>
                <a:gd name="T74" fmla="*/ 5468 w 9969"/>
                <a:gd name="T75" fmla="*/ 5218 h 8532"/>
                <a:gd name="T76" fmla="*/ 4750 w 9969"/>
                <a:gd name="T77" fmla="*/ 5843 h 8532"/>
                <a:gd name="T78" fmla="*/ 4156 w 9969"/>
                <a:gd name="T79" fmla="*/ 5749 h 8532"/>
                <a:gd name="T80" fmla="*/ 7562 w 9969"/>
                <a:gd name="T81" fmla="*/ 5468 h 8532"/>
                <a:gd name="T82" fmla="*/ 7562 w 9969"/>
                <a:gd name="T83" fmla="*/ 5468 h 8532"/>
                <a:gd name="T84" fmla="*/ 4781 w 9969"/>
                <a:gd name="T85" fmla="*/ 6499 h 8532"/>
                <a:gd name="T86" fmla="*/ 4938 w 9969"/>
                <a:gd name="T87" fmla="*/ 6093 h 8532"/>
                <a:gd name="T88" fmla="*/ 5749 w 9969"/>
                <a:gd name="T89" fmla="*/ 5312 h 8532"/>
                <a:gd name="T90" fmla="*/ 6312 w 9969"/>
                <a:gd name="T91" fmla="*/ 5187 h 8532"/>
                <a:gd name="T92" fmla="*/ 6218 w 9969"/>
                <a:gd name="T93" fmla="*/ 4624 h 8532"/>
                <a:gd name="T94" fmla="*/ 6999 w 9969"/>
                <a:gd name="T95" fmla="*/ 3749 h 8532"/>
                <a:gd name="T96" fmla="*/ 7405 w 9969"/>
                <a:gd name="T97" fmla="*/ 2905 h 8532"/>
                <a:gd name="T98" fmla="*/ 7968 w 9969"/>
                <a:gd name="T99" fmla="*/ 2624 h 8532"/>
                <a:gd name="T100" fmla="*/ 7562 w 9969"/>
                <a:gd name="T101" fmla="*/ 5468 h 8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9969" h="8532">
                  <a:moveTo>
                    <a:pt x="9874" y="969"/>
                  </a:moveTo>
                  <a:lnTo>
                    <a:pt x="9874" y="969"/>
                  </a:lnTo>
                  <a:cubicBezTo>
                    <a:pt x="9874" y="969"/>
                    <a:pt x="8624" y="0"/>
                    <a:pt x="6280" y="125"/>
                  </a:cubicBezTo>
                  <a:cubicBezTo>
                    <a:pt x="3969" y="0"/>
                    <a:pt x="2719" y="969"/>
                    <a:pt x="2719" y="969"/>
                  </a:cubicBezTo>
                  <a:cubicBezTo>
                    <a:pt x="2688" y="1250"/>
                    <a:pt x="2656" y="1500"/>
                    <a:pt x="2656" y="1750"/>
                  </a:cubicBezTo>
                  <a:cubicBezTo>
                    <a:pt x="2375" y="1532"/>
                    <a:pt x="1625" y="1063"/>
                    <a:pt x="938" y="1843"/>
                  </a:cubicBezTo>
                  <a:cubicBezTo>
                    <a:pt x="0" y="2812"/>
                    <a:pt x="2094" y="5499"/>
                    <a:pt x="2875" y="5187"/>
                  </a:cubicBezTo>
                  <a:cubicBezTo>
                    <a:pt x="3094" y="6281"/>
                    <a:pt x="3469" y="6906"/>
                    <a:pt x="3750" y="7218"/>
                  </a:cubicBezTo>
                  <a:cubicBezTo>
                    <a:pt x="3750" y="7218"/>
                    <a:pt x="4031" y="7937"/>
                    <a:pt x="3969" y="8062"/>
                  </a:cubicBezTo>
                  <a:cubicBezTo>
                    <a:pt x="3969" y="8062"/>
                    <a:pt x="4188" y="8406"/>
                    <a:pt x="5687" y="8499"/>
                  </a:cubicBezTo>
                  <a:cubicBezTo>
                    <a:pt x="5780" y="8531"/>
                    <a:pt x="5905" y="8531"/>
                    <a:pt x="6030" y="8531"/>
                  </a:cubicBezTo>
                  <a:cubicBezTo>
                    <a:pt x="6124" y="8531"/>
                    <a:pt x="6218" y="8531"/>
                    <a:pt x="6280" y="8531"/>
                  </a:cubicBezTo>
                  <a:cubicBezTo>
                    <a:pt x="6374" y="8531"/>
                    <a:pt x="6437" y="8531"/>
                    <a:pt x="6530" y="8531"/>
                  </a:cubicBezTo>
                  <a:cubicBezTo>
                    <a:pt x="6687" y="8531"/>
                    <a:pt x="6812" y="8531"/>
                    <a:pt x="6905" y="8499"/>
                  </a:cubicBezTo>
                  <a:cubicBezTo>
                    <a:pt x="8374" y="8406"/>
                    <a:pt x="8593" y="8062"/>
                    <a:pt x="8593" y="8062"/>
                  </a:cubicBezTo>
                  <a:cubicBezTo>
                    <a:pt x="8562" y="7937"/>
                    <a:pt x="8843" y="7218"/>
                    <a:pt x="8843" y="7218"/>
                  </a:cubicBezTo>
                  <a:cubicBezTo>
                    <a:pt x="9218" y="6781"/>
                    <a:pt x="9780" y="5781"/>
                    <a:pt x="9937" y="3749"/>
                  </a:cubicBezTo>
                  <a:cubicBezTo>
                    <a:pt x="9937" y="3406"/>
                    <a:pt x="9968" y="3093"/>
                    <a:pt x="9968" y="2781"/>
                  </a:cubicBezTo>
                  <a:cubicBezTo>
                    <a:pt x="9968" y="2249"/>
                    <a:pt x="9937" y="1657"/>
                    <a:pt x="9874" y="969"/>
                  </a:cubicBezTo>
                  <a:close/>
                  <a:moveTo>
                    <a:pt x="2563" y="4468"/>
                  </a:moveTo>
                  <a:lnTo>
                    <a:pt x="2563" y="4468"/>
                  </a:lnTo>
                  <a:cubicBezTo>
                    <a:pt x="2563" y="4468"/>
                    <a:pt x="1437" y="3656"/>
                    <a:pt x="1375" y="2718"/>
                  </a:cubicBezTo>
                  <a:cubicBezTo>
                    <a:pt x="1281" y="1813"/>
                    <a:pt x="2188" y="1937"/>
                    <a:pt x="2625" y="2406"/>
                  </a:cubicBezTo>
                  <a:cubicBezTo>
                    <a:pt x="2625" y="2531"/>
                    <a:pt x="2625" y="2656"/>
                    <a:pt x="2625" y="2781"/>
                  </a:cubicBezTo>
                  <a:cubicBezTo>
                    <a:pt x="2625" y="3093"/>
                    <a:pt x="2625" y="3406"/>
                    <a:pt x="2656" y="3749"/>
                  </a:cubicBezTo>
                  <a:cubicBezTo>
                    <a:pt x="2688" y="3968"/>
                    <a:pt x="2688" y="4187"/>
                    <a:pt x="2719" y="4374"/>
                  </a:cubicBezTo>
                  <a:cubicBezTo>
                    <a:pt x="2688" y="4374"/>
                    <a:pt x="2625" y="4406"/>
                    <a:pt x="2563" y="4468"/>
                  </a:cubicBezTo>
                  <a:close/>
                  <a:moveTo>
                    <a:pt x="4156" y="5749"/>
                  </a:moveTo>
                  <a:lnTo>
                    <a:pt x="4156" y="5749"/>
                  </a:lnTo>
                  <a:cubicBezTo>
                    <a:pt x="3875" y="5031"/>
                    <a:pt x="4094" y="4062"/>
                    <a:pt x="4719" y="3249"/>
                  </a:cubicBezTo>
                  <a:cubicBezTo>
                    <a:pt x="5437" y="2343"/>
                    <a:pt x="6468" y="1906"/>
                    <a:pt x="7249" y="2124"/>
                  </a:cubicBezTo>
                  <a:cubicBezTo>
                    <a:pt x="7249" y="2156"/>
                    <a:pt x="7530" y="2280"/>
                    <a:pt x="7249" y="2562"/>
                  </a:cubicBezTo>
                  <a:cubicBezTo>
                    <a:pt x="7124" y="2718"/>
                    <a:pt x="6999" y="2999"/>
                    <a:pt x="6937" y="3156"/>
                  </a:cubicBezTo>
                  <a:cubicBezTo>
                    <a:pt x="6843" y="3343"/>
                    <a:pt x="6687" y="3531"/>
                    <a:pt x="6405" y="3843"/>
                  </a:cubicBezTo>
                  <a:cubicBezTo>
                    <a:pt x="6124" y="4124"/>
                    <a:pt x="5874" y="4593"/>
                    <a:pt x="5687" y="4593"/>
                  </a:cubicBezTo>
                  <a:cubicBezTo>
                    <a:pt x="5530" y="4593"/>
                    <a:pt x="5343" y="4499"/>
                    <a:pt x="5343" y="4499"/>
                  </a:cubicBezTo>
                  <a:cubicBezTo>
                    <a:pt x="5343" y="4499"/>
                    <a:pt x="5687" y="4812"/>
                    <a:pt x="5624" y="4906"/>
                  </a:cubicBezTo>
                  <a:cubicBezTo>
                    <a:pt x="5562" y="4968"/>
                    <a:pt x="5562" y="5062"/>
                    <a:pt x="5468" y="5218"/>
                  </a:cubicBezTo>
                  <a:cubicBezTo>
                    <a:pt x="5374" y="5374"/>
                    <a:pt x="4938" y="5781"/>
                    <a:pt x="4750" y="5843"/>
                  </a:cubicBezTo>
                  <a:cubicBezTo>
                    <a:pt x="4531" y="5937"/>
                    <a:pt x="4313" y="6031"/>
                    <a:pt x="4156" y="5749"/>
                  </a:cubicBezTo>
                  <a:close/>
                  <a:moveTo>
                    <a:pt x="7562" y="5468"/>
                  </a:moveTo>
                  <a:lnTo>
                    <a:pt x="7562" y="5468"/>
                  </a:lnTo>
                  <a:cubicBezTo>
                    <a:pt x="6780" y="6468"/>
                    <a:pt x="5593" y="6906"/>
                    <a:pt x="4781" y="6499"/>
                  </a:cubicBezTo>
                  <a:cubicBezTo>
                    <a:pt x="4781" y="6406"/>
                    <a:pt x="4625" y="6281"/>
                    <a:pt x="4938" y="6093"/>
                  </a:cubicBezTo>
                  <a:cubicBezTo>
                    <a:pt x="5094" y="5999"/>
                    <a:pt x="5624" y="5656"/>
                    <a:pt x="5749" y="5312"/>
                  </a:cubicBezTo>
                  <a:cubicBezTo>
                    <a:pt x="5874" y="4968"/>
                    <a:pt x="6312" y="5187"/>
                    <a:pt x="6312" y="5187"/>
                  </a:cubicBezTo>
                  <a:cubicBezTo>
                    <a:pt x="6312" y="5187"/>
                    <a:pt x="6030" y="4937"/>
                    <a:pt x="6218" y="4624"/>
                  </a:cubicBezTo>
                  <a:cubicBezTo>
                    <a:pt x="6405" y="4312"/>
                    <a:pt x="6655" y="4031"/>
                    <a:pt x="6999" y="3749"/>
                  </a:cubicBezTo>
                  <a:cubicBezTo>
                    <a:pt x="7343" y="3468"/>
                    <a:pt x="7312" y="3124"/>
                    <a:pt x="7405" y="2905"/>
                  </a:cubicBezTo>
                  <a:cubicBezTo>
                    <a:pt x="7499" y="2656"/>
                    <a:pt x="7843" y="2468"/>
                    <a:pt x="7968" y="2624"/>
                  </a:cubicBezTo>
                  <a:cubicBezTo>
                    <a:pt x="8468" y="3312"/>
                    <a:pt x="8312" y="4499"/>
                    <a:pt x="7562" y="5468"/>
                  </a:cubicBezTo>
                  <a:close/>
                </a:path>
              </a:pathLst>
            </a:custGeom>
            <a:grpFill/>
            <a:ln>
              <a:noFill/>
            </a:ln>
            <a:effectLst/>
          </p:spPr>
          <p:txBody>
            <a:bodyPr wrap="none" anchor="ctr"/>
            <a:lstStyle/>
            <a:p>
              <a:endParaRPr lang="en-US" kern="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1" name="Freeform 21"/>
          <p:cNvSpPr/>
          <p:nvPr>
            <p:custDataLst>
              <p:tags r:id="rId26"/>
            </p:custDataLst>
          </p:nvPr>
        </p:nvSpPr>
        <p:spPr bwMode="auto">
          <a:xfrm>
            <a:off x="2834711" y="2569708"/>
            <a:ext cx="365472" cy="393865"/>
          </a:xfrm>
          <a:custGeom>
            <a:avLst/>
            <a:gdLst>
              <a:gd name="T0" fmla="*/ 2013 w 2210"/>
              <a:gd name="T1" fmla="*/ 637 h 2384"/>
              <a:gd name="T2" fmla="*/ 2013 w 2210"/>
              <a:gd name="T3" fmla="*/ 338 h 2384"/>
              <a:gd name="T4" fmla="*/ 1666 w 2210"/>
              <a:gd name="T5" fmla="*/ 684 h 2384"/>
              <a:gd name="T6" fmla="*/ 1064 w 2210"/>
              <a:gd name="T7" fmla="*/ 1286 h 2384"/>
              <a:gd name="T8" fmla="*/ 646 w 2210"/>
              <a:gd name="T9" fmla="*/ 868 h 2384"/>
              <a:gd name="T10" fmla="*/ 316 w 2210"/>
              <a:gd name="T11" fmla="*/ 1198 h 2384"/>
              <a:gd name="T12" fmla="*/ 191 w 2210"/>
              <a:gd name="T13" fmla="*/ 1073 h 2384"/>
              <a:gd name="T14" fmla="*/ 210 w 2210"/>
              <a:gd name="T15" fmla="*/ 1211 h 2384"/>
              <a:gd name="T16" fmla="*/ 891 w 2210"/>
              <a:gd name="T17" fmla="*/ 1750 h 2384"/>
              <a:gd name="T18" fmla="*/ 1590 w 2210"/>
              <a:gd name="T19" fmla="*/ 1051 h 2384"/>
              <a:gd name="T20" fmla="*/ 1573 w 2210"/>
              <a:gd name="T21" fmla="*/ 897 h 2384"/>
              <a:gd name="T22" fmla="*/ 1726 w 2210"/>
              <a:gd name="T23" fmla="*/ 744 h 2384"/>
              <a:gd name="T24" fmla="*/ 1780 w 2210"/>
              <a:gd name="T25" fmla="*/ 1051 h 2384"/>
              <a:gd name="T26" fmla="*/ 1646 w 2210"/>
              <a:gd name="T27" fmla="*/ 1521 h 2384"/>
              <a:gd name="T28" fmla="*/ 2123 w 2210"/>
              <a:gd name="T29" fmla="*/ 1996 h 2384"/>
              <a:gd name="T30" fmla="*/ 2123 w 2210"/>
              <a:gd name="T31" fmla="*/ 2284 h 2384"/>
              <a:gd name="T32" fmla="*/ 2103 w 2210"/>
              <a:gd name="T33" fmla="*/ 2304 h 2384"/>
              <a:gd name="T34" fmla="*/ 1815 w 2210"/>
              <a:gd name="T35" fmla="*/ 2304 h 2384"/>
              <a:gd name="T36" fmla="*/ 1332 w 2210"/>
              <a:gd name="T37" fmla="*/ 1823 h 2384"/>
              <a:gd name="T38" fmla="*/ 891 w 2210"/>
              <a:gd name="T39" fmla="*/ 1941 h 2384"/>
              <a:gd name="T40" fmla="*/ 0 w 2210"/>
              <a:gd name="T41" fmla="*/ 1051 h 2384"/>
              <a:gd name="T42" fmla="*/ 2 w 2210"/>
              <a:gd name="T43" fmla="*/ 1003 h 2384"/>
              <a:gd name="T44" fmla="*/ 8 w 2210"/>
              <a:gd name="T45" fmla="*/ 938 h 2384"/>
              <a:gd name="T46" fmla="*/ 20 w 2210"/>
              <a:gd name="T47" fmla="*/ 866 h 2384"/>
              <a:gd name="T48" fmla="*/ 891 w 2210"/>
              <a:gd name="T49" fmla="*/ 161 h 2384"/>
              <a:gd name="T50" fmla="*/ 1524 w 2210"/>
              <a:gd name="T51" fmla="*/ 427 h 2384"/>
              <a:gd name="T52" fmla="*/ 1389 w 2210"/>
              <a:gd name="T53" fmla="*/ 562 h 2384"/>
              <a:gd name="T54" fmla="*/ 891 w 2210"/>
              <a:gd name="T55" fmla="*/ 352 h 2384"/>
              <a:gd name="T56" fmla="*/ 262 w 2210"/>
              <a:gd name="T57" fmla="*/ 744 h 2384"/>
              <a:gd name="T58" fmla="*/ 227 w 2210"/>
              <a:gd name="T59" fmla="*/ 829 h 2384"/>
              <a:gd name="T60" fmla="*/ 316 w 2210"/>
              <a:gd name="T61" fmla="*/ 919 h 2384"/>
              <a:gd name="T62" fmla="*/ 646 w 2210"/>
              <a:gd name="T63" fmla="*/ 589 h 2384"/>
              <a:gd name="T64" fmla="*/ 1064 w 2210"/>
              <a:gd name="T65" fmla="*/ 1007 h 2384"/>
              <a:gd name="T66" fmla="*/ 1449 w 2210"/>
              <a:gd name="T67" fmla="*/ 621 h 2384"/>
              <a:gd name="T68" fmla="*/ 1584 w 2210"/>
              <a:gd name="T69" fmla="*/ 487 h 2384"/>
              <a:gd name="T70" fmla="*/ 1873 w 2210"/>
              <a:gd name="T71" fmla="*/ 198 h 2384"/>
              <a:gd name="T72" fmla="*/ 1586 w 2210"/>
              <a:gd name="T73" fmla="*/ 198 h 2384"/>
              <a:gd name="T74" fmla="*/ 1586 w 2210"/>
              <a:gd name="T75" fmla="*/ 0 h 2384"/>
              <a:gd name="T76" fmla="*/ 2210 w 2210"/>
              <a:gd name="T77" fmla="*/ 0 h 2384"/>
              <a:gd name="T78" fmla="*/ 2210 w 2210"/>
              <a:gd name="T79" fmla="*/ 637 h 2384"/>
              <a:gd name="T80" fmla="*/ 2013 w 2210"/>
              <a:gd name="T81" fmla="*/ 637 h 2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210" h="2384">
                <a:moveTo>
                  <a:pt x="2013" y="637"/>
                </a:moveTo>
                <a:lnTo>
                  <a:pt x="2013" y="338"/>
                </a:lnTo>
                <a:lnTo>
                  <a:pt x="1666" y="684"/>
                </a:lnTo>
                <a:lnTo>
                  <a:pt x="1064" y="1286"/>
                </a:lnTo>
                <a:lnTo>
                  <a:pt x="646" y="868"/>
                </a:lnTo>
                <a:lnTo>
                  <a:pt x="316" y="1198"/>
                </a:lnTo>
                <a:lnTo>
                  <a:pt x="191" y="1073"/>
                </a:lnTo>
                <a:cubicBezTo>
                  <a:pt x="193" y="1121"/>
                  <a:pt x="199" y="1167"/>
                  <a:pt x="210" y="1211"/>
                </a:cubicBezTo>
                <a:cubicBezTo>
                  <a:pt x="283" y="1520"/>
                  <a:pt x="560" y="1750"/>
                  <a:pt x="891" y="1750"/>
                </a:cubicBezTo>
                <a:cubicBezTo>
                  <a:pt x="1276" y="1750"/>
                  <a:pt x="1590" y="1436"/>
                  <a:pt x="1590" y="1051"/>
                </a:cubicBezTo>
                <a:cubicBezTo>
                  <a:pt x="1590" y="998"/>
                  <a:pt x="1584" y="947"/>
                  <a:pt x="1573" y="897"/>
                </a:cubicBezTo>
                <a:lnTo>
                  <a:pt x="1726" y="744"/>
                </a:lnTo>
                <a:cubicBezTo>
                  <a:pt x="1761" y="840"/>
                  <a:pt x="1780" y="943"/>
                  <a:pt x="1780" y="1051"/>
                </a:cubicBezTo>
                <a:cubicBezTo>
                  <a:pt x="1780" y="1223"/>
                  <a:pt x="1731" y="1385"/>
                  <a:pt x="1646" y="1521"/>
                </a:cubicBezTo>
                <a:lnTo>
                  <a:pt x="2123" y="1996"/>
                </a:lnTo>
                <a:cubicBezTo>
                  <a:pt x="2203" y="2076"/>
                  <a:pt x="2203" y="2205"/>
                  <a:pt x="2123" y="2284"/>
                </a:cubicBezTo>
                <a:lnTo>
                  <a:pt x="2103" y="2304"/>
                </a:lnTo>
                <a:cubicBezTo>
                  <a:pt x="2024" y="2384"/>
                  <a:pt x="1894" y="2384"/>
                  <a:pt x="1815" y="2304"/>
                </a:cubicBezTo>
                <a:lnTo>
                  <a:pt x="1332" y="1823"/>
                </a:lnTo>
                <a:cubicBezTo>
                  <a:pt x="1202" y="1898"/>
                  <a:pt x="1051" y="1941"/>
                  <a:pt x="891" y="1941"/>
                </a:cubicBezTo>
                <a:cubicBezTo>
                  <a:pt x="400" y="1941"/>
                  <a:pt x="0" y="1542"/>
                  <a:pt x="0" y="1051"/>
                </a:cubicBezTo>
                <a:cubicBezTo>
                  <a:pt x="0" y="1035"/>
                  <a:pt x="1" y="1019"/>
                  <a:pt x="2" y="1003"/>
                </a:cubicBezTo>
                <a:cubicBezTo>
                  <a:pt x="3" y="981"/>
                  <a:pt x="5" y="959"/>
                  <a:pt x="8" y="938"/>
                </a:cubicBezTo>
                <a:cubicBezTo>
                  <a:pt x="11" y="914"/>
                  <a:pt x="15" y="890"/>
                  <a:pt x="20" y="866"/>
                </a:cubicBezTo>
                <a:cubicBezTo>
                  <a:pt x="105" y="464"/>
                  <a:pt x="463" y="161"/>
                  <a:pt x="891" y="161"/>
                </a:cubicBezTo>
                <a:cubicBezTo>
                  <a:pt x="1138" y="161"/>
                  <a:pt x="1363" y="263"/>
                  <a:pt x="1524" y="427"/>
                </a:cubicBezTo>
                <a:lnTo>
                  <a:pt x="1389" y="562"/>
                </a:lnTo>
                <a:cubicBezTo>
                  <a:pt x="1262" y="432"/>
                  <a:pt x="1086" y="352"/>
                  <a:pt x="891" y="352"/>
                </a:cubicBezTo>
                <a:cubicBezTo>
                  <a:pt x="614" y="352"/>
                  <a:pt x="375" y="512"/>
                  <a:pt x="262" y="744"/>
                </a:cubicBezTo>
                <a:cubicBezTo>
                  <a:pt x="248" y="772"/>
                  <a:pt x="237" y="800"/>
                  <a:pt x="227" y="829"/>
                </a:cubicBezTo>
                <a:lnTo>
                  <a:pt x="316" y="919"/>
                </a:lnTo>
                <a:lnTo>
                  <a:pt x="646" y="589"/>
                </a:lnTo>
                <a:lnTo>
                  <a:pt x="1064" y="1007"/>
                </a:lnTo>
                <a:lnTo>
                  <a:pt x="1449" y="621"/>
                </a:lnTo>
                <a:lnTo>
                  <a:pt x="1584" y="487"/>
                </a:lnTo>
                <a:lnTo>
                  <a:pt x="1873" y="198"/>
                </a:lnTo>
                <a:lnTo>
                  <a:pt x="1586" y="198"/>
                </a:lnTo>
                <a:lnTo>
                  <a:pt x="1586" y="0"/>
                </a:lnTo>
                <a:lnTo>
                  <a:pt x="2210" y="0"/>
                </a:lnTo>
                <a:lnTo>
                  <a:pt x="2210" y="637"/>
                </a:lnTo>
                <a:lnTo>
                  <a:pt x="2013" y="637"/>
                </a:lnTo>
                <a:close/>
              </a:path>
            </a:pathLst>
          </a:custGeom>
          <a:solidFill>
            <a:srgbClr val="3298FD"/>
          </a:solidFill>
          <a:ln w="0">
            <a:noFill/>
            <a:prstDash val="solid"/>
            <a:round/>
          </a:ln>
        </p:spPr>
        <p:txBody>
          <a:bodyPr vert="horz" wrap="square" lIns="91440" tIns="45720" rIns="91440" bIns="45720" numCol="1" anchor="t" anchorCtr="0" compatLnSpc="1"/>
          <a:lstStyle/>
          <a:p>
            <a:endParaRPr lang="th-TH">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2" name="TextBox 13"/>
          <p:cNvSpPr txBox="1"/>
          <p:nvPr>
            <p:custDataLst>
              <p:tags r:id="rId27"/>
            </p:custDataLst>
          </p:nvPr>
        </p:nvSpPr>
        <p:spPr>
          <a:xfrm>
            <a:off x="538315" y="3033142"/>
            <a:ext cx="1952995" cy="245745"/>
          </a:xfrm>
          <a:prstGeom prst="rect">
            <a:avLst/>
          </a:prstGeom>
          <a:noFill/>
        </p:spPr>
        <p:txBody>
          <a:bodyPr wrap="square" lIns="0" tIns="0" rIns="0" bIns="0" rtlCol="0" anchor="t" anchorCtr="0">
            <a:spAutoFit/>
          </a:bodyPr>
          <a:lstStyle/>
          <a:p>
            <a:pPr defTabSz="1216660">
              <a:spcBef>
                <a:spcPct val="20000"/>
              </a:spcBef>
              <a:defRPr/>
            </a:pPr>
            <a:r>
              <a:rPr lang="en-US" altLang="zh-CN" sz="16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1</a:t>
            </a: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、放置音乐</a:t>
            </a:r>
            <a:endParaRPr lang="zh-CN" altLang="en-US" sz="16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3" name="TextBox 13"/>
          <p:cNvSpPr txBox="1"/>
          <p:nvPr>
            <p:custDataLst>
              <p:tags r:id="rId28"/>
            </p:custDataLst>
          </p:nvPr>
        </p:nvSpPr>
        <p:spPr>
          <a:xfrm>
            <a:off x="538480" y="3604895"/>
            <a:ext cx="1938655" cy="553720"/>
          </a:xfrm>
          <a:prstGeom prst="rect">
            <a:avLst/>
          </a:prstGeom>
          <a:noFill/>
        </p:spPr>
        <p:txBody>
          <a:bodyPr wrap="square" lIns="0" tIns="0" rIns="0" bIns="0" rtlCol="0" anchor="t" anchorCtr="0">
            <a:spAutoFit/>
          </a:bodyPr>
          <a:lstStyle/>
          <a:p>
            <a:pPr defTabSz="1216660">
              <a:spcBef>
                <a:spcPct val="20000"/>
              </a:spcBef>
              <a:defRPr/>
            </a:pPr>
            <a:r>
              <a:rPr lang="zh-CN" altLang="en-US" sz="120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把选好的音乐放在时间轴上，注意音乐时长差不多为你最终视频时长</a:t>
            </a:r>
            <a:endParaRPr lang="zh-CN" altLang="en-US" sz="120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TextBox 13"/>
          <p:cNvSpPr txBox="1"/>
          <p:nvPr>
            <p:custDataLst>
              <p:tags r:id="rId29"/>
            </p:custDataLst>
          </p:nvPr>
        </p:nvSpPr>
        <p:spPr>
          <a:xfrm>
            <a:off x="4335615" y="5426773"/>
            <a:ext cx="1952995" cy="245745"/>
          </a:xfrm>
          <a:prstGeom prst="rect">
            <a:avLst/>
          </a:prstGeom>
          <a:noFill/>
        </p:spPr>
        <p:txBody>
          <a:bodyPr wrap="square" lIns="0" tIns="0" rIns="0" bIns="0" rtlCol="0" anchor="t" anchorCtr="0">
            <a:spAutoFit/>
          </a:bodyPr>
          <a:lstStyle/>
          <a:p>
            <a:pPr defTabSz="1216660">
              <a:spcBef>
                <a:spcPct val="20000"/>
              </a:spcBef>
              <a:defRPr/>
            </a:pPr>
            <a:r>
              <a:rPr lang="en-US" altLang="zh-CN" sz="1600" b="1">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2</a:t>
            </a:r>
            <a:r>
              <a:rPr lang="zh-CN" altLang="en-US" sz="1600" b="1">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、卡点</a:t>
            </a:r>
            <a:endParaRPr lang="en-US" altLang="zh-CN" sz="16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TextBox 13"/>
          <p:cNvSpPr txBox="1"/>
          <p:nvPr>
            <p:custDataLst>
              <p:tags r:id="rId30"/>
            </p:custDataLst>
          </p:nvPr>
        </p:nvSpPr>
        <p:spPr>
          <a:xfrm>
            <a:off x="4339696" y="5712678"/>
            <a:ext cx="2333999" cy="184150"/>
          </a:xfrm>
          <a:prstGeom prst="rect">
            <a:avLst/>
          </a:prstGeom>
          <a:noFill/>
        </p:spPr>
        <p:txBody>
          <a:bodyPr wrap="square" lIns="0" tIns="0" rIns="0" bIns="0" rtlCol="0" anchor="t" anchorCtr="0">
            <a:spAutoFit/>
          </a:bodyPr>
          <a:lstStyle/>
          <a:p>
            <a:pPr defTabSz="1216660">
              <a:spcBef>
                <a:spcPct val="20000"/>
              </a:spcBef>
              <a:defRPr/>
            </a:pPr>
            <a:r>
              <a:rPr lang="zh-CN" altLang="en-US" sz="120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不管用不用得上，先把节奏点标记</a:t>
            </a:r>
            <a:endParaRPr lang="zh-CN" altLang="en-US" sz="120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6" name="TextBox 13"/>
          <p:cNvSpPr txBox="1"/>
          <p:nvPr>
            <p:custDataLst>
              <p:tags r:id="rId31"/>
            </p:custDataLst>
          </p:nvPr>
        </p:nvSpPr>
        <p:spPr>
          <a:xfrm>
            <a:off x="6808606" y="3319047"/>
            <a:ext cx="1952995" cy="245745"/>
          </a:xfrm>
          <a:prstGeom prst="rect">
            <a:avLst/>
          </a:prstGeom>
          <a:noFill/>
        </p:spPr>
        <p:txBody>
          <a:bodyPr wrap="square" lIns="0" tIns="0" rIns="0" bIns="0" rtlCol="0" anchor="t" anchorCtr="0">
            <a:spAutoFit/>
          </a:bodyPr>
          <a:lstStyle/>
          <a:p>
            <a:pPr defTabSz="1216660">
              <a:spcBef>
                <a:spcPct val="20000"/>
              </a:spcBef>
              <a:defRPr/>
            </a:pPr>
            <a:r>
              <a:rPr lang="en-US" sz="16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3</a:t>
            </a: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、放置素材</a:t>
            </a:r>
            <a:endParaRPr lang="zh-CN" altLang="en-US" sz="16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7" name="TextBox 13"/>
          <p:cNvSpPr txBox="1"/>
          <p:nvPr>
            <p:custDataLst>
              <p:tags r:id="rId32"/>
            </p:custDataLst>
          </p:nvPr>
        </p:nvSpPr>
        <p:spPr>
          <a:xfrm>
            <a:off x="6812915" y="3604895"/>
            <a:ext cx="2370455" cy="184150"/>
          </a:xfrm>
          <a:prstGeom prst="rect">
            <a:avLst/>
          </a:prstGeom>
          <a:noFill/>
        </p:spPr>
        <p:txBody>
          <a:bodyPr wrap="square" lIns="0" tIns="0" rIns="0" bIns="0" rtlCol="0" anchor="t" anchorCtr="0">
            <a:spAutoFit/>
          </a:bodyPr>
          <a:lstStyle/>
          <a:p>
            <a:pPr defTabSz="1216660">
              <a:spcBef>
                <a:spcPct val="20000"/>
              </a:spcBef>
              <a:defRPr/>
            </a:pPr>
            <a:r>
              <a:rPr lang="zh-CN" altLang="en-US" sz="120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根据节奏放置素材</a:t>
            </a:r>
            <a:endParaRPr lang="zh-CN" altLang="en-US" sz="120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TextBox 13"/>
          <p:cNvSpPr txBox="1"/>
          <p:nvPr>
            <p:custDataLst>
              <p:tags r:id="rId33"/>
            </p:custDataLst>
          </p:nvPr>
        </p:nvSpPr>
        <p:spPr>
          <a:xfrm>
            <a:off x="9748176" y="5303662"/>
            <a:ext cx="1952995" cy="245745"/>
          </a:xfrm>
          <a:prstGeom prst="rect">
            <a:avLst/>
          </a:prstGeom>
          <a:noFill/>
        </p:spPr>
        <p:txBody>
          <a:bodyPr wrap="square" lIns="0" tIns="0" rIns="0" bIns="0" rtlCol="0" anchor="t" anchorCtr="0">
            <a:spAutoFit/>
          </a:bodyPr>
          <a:lstStyle/>
          <a:p>
            <a:pPr defTabSz="1216660">
              <a:spcBef>
                <a:spcPct val="20000"/>
              </a:spcBef>
              <a:defRPr/>
            </a:pPr>
            <a:r>
              <a:rPr lang="en-US" altLang="zh-CN" sz="1600" b="1">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4</a:t>
            </a:r>
            <a:r>
              <a:rPr lang="zh-CN" altLang="en-US" sz="1600" b="1">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、二次粗剪</a:t>
            </a:r>
            <a:endParaRPr lang="zh-CN" altLang="en-US" sz="16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9" name="TextBox 13"/>
          <p:cNvSpPr txBox="1"/>
          <p:nvPr>
            <p:custDataLst>
              <p:tags r:id="rId34"/>
            </p:custDataLst>
          </p:nvPr>
        </p:nvSpPr>
        <p:spPr>
          <a:xfrm>
            <a:off x="9752257" y="5589567"/>
            <a:ext cx="2333999" cy="368935"/>
          </a:xfrm>
          <a:prstGeom prst="rect">
            <a:avLst/>
          </a:prstGeom>
          <a:noFill/>
        </p:spPr>
        <p:txBody>
          <a:bodyPr wrap="square" lIns="0" tIns="0" rIns="0" bIns="0" rtlCol="0" anchor="t" anchorCtr="0">
            <a:spAutoFit/>
          </a:bodyPr>
          <a:lstStyle/>
          <a:p>
            <a:pPr defTabSz="1216660">
              <a:spcBef>
                <a:spcPct val="20000"/>
              </a:spcBef>
              <a:defRPr/>
            </a:pPr>
            <a:r>
              <a:rPr lang="zh-CN" altLang="en-US" sz="120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从头浏览一遍你的素材从头过一遍看看还有没有不妥之处</a:t>
            </a:r>
            <a:endParaRPr lang="zh-CN" altLang="en-US" sz="120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文本框 40"/>
          <p:cNvSpPr txBox="1"/>
          <p:nvPr/>
        </p:nvSpPr>
        <p:spPr>
          <a:xfrm>
            <a:off x="2945765" y="317500"/>
            <a:ext cx="8903335" cy="1722120"/>
          </a:xfrm>
          <a:prstGeom prst="rect">
            <a:avLst/>
          </a:prstGeom>
          <a:noFill/>
        </p:spPr>
        <p:txBody>
          <a:bodyPr wrap="square" rtlCol="0">
            <a:spAutoFit/>
          </a:bodyPr>
          <a:p>
            <a:r>
              <a:rPr lang="zh-CN" altLang="en-US" sz="2400" b="1"/>
              <a:t>粗剪的目的是确定视频内容、风格、时长的重要环节</a:t>
            </a:r>
            <a:endParaRPr lang="zh-CN" altLang="en-US" sz="2400" b="1"/>
          </a:p>
          <a:p>
            <a:r>
              <a:rPr lang="zh-CN" altLang="en-US"/>
              <a:t>①粗剪只考虑视频完整不完整，要点是否齐全</a:t>
            </a:r>
            <a:endParaRPr lang="zh-CN" altLang="en-US"/>
          </a:p>
          <a:p>
            <a:r>
              <a:rPr lang="zh-CN" altLang="en-US"/>
              <a:t>②音乐选择合适不合适，音乐卡点齐不齐</a:t>
            </a:r>
            <a:endParaRPr lang="zh-CN" altLang="en-US"/>
          </a:p>
          <a:p>
            <a:r>
              <a:rPr lang="zh-CN" altLang="en-US"/>
              <a:t>③时长是否过长或过短</a:t>
            </a:r>
            <a:endParaRPr lang="zh-CN" altLang="en-US"/>
          </a:p>
          <a:p>
            <a:r>
              <a:rPr lang="zh-CN" altLang="en-US" sz="2800">
                <a:solidFill>
                  <a:srgbClr val="FF0000"/>
                </a:solidFill>
              </a:rPr>
              <a:t>不要卡在一个细枝末节上！！！</a:t>
            </a:r>
            <a:endParaRPr lang="zh-CN" altLang="en-US" sz="2800">
              <a:solidFill>
                <a:srgbClr val="FF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5"/>
          <p:cNvSpPr/>
          <p:nvPr/>
        </p:nvSpPr>
        <p:spPr bwMode="auto">
          <a:xfrm rot="9300860" flipV="1">
            <a:off x="1218288" y="-1403837"/>
            <a:ext cx="9755424" cy="9665675"/>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F8FEFE">
              <a:alpha val="93000"/>
            </a:srgbClr>
          </a:solidFill>
          <a:ln>
            <a:noFill/>
          </a:ln>
          <a:effectLst>
            <a:outerShdw blurRad="825500" dist="38100" dir="13500000" algn="br" rotWithShape="0">
              <a:srgbClr val="177DE3">
                <a:alpha val="7000"/>
              </a:srgbClr>
            </a:outerShdw>
          </a:effectLst>
        </p:spPr>
        <p:txBody>
          <a:bodyPr vert="horz" wrap="square" lIns="91440" tIns="45720" rIns="91440" bIns="45720" numCol="1" anchor="t" anchorCtr="0" compatLnSpc="1"/>
          <a:lstStyle/>
          <a:p>
            <a:endParaRPr lang="zh-CN" altLang="en-US"/>
          </a:p>
        </p:txBody>
      </p:sp>
      <p:sp>
        <p:nvSpPr>
          <p:cNvPr id="4" name="Freeform 5"/>
          <p:cNvSpPr/>
          <p:nvPr/>
        </p:nvSpPr>
        <p:spPr bwMode="auto">
          <a:xfrm rot="19509204">
            <a:off x="4907341" y="1550753"/>
            <a:ext cx="1986939" cy="1968662"/>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noFill/>
          <a:ln w="17577" cap="flat">
            <a:solidFill>
              <a:srgbClr val="234463">
                <a:alpha val="18000"/>
              </a:srgbClr>
            </a:solidFill>
            <a:prstDash val="solid"/>
            <a:miter/>
          </a:ln>
        </p:spPr>
        <p:txBody>
          <a:bodyPr vert="horz" wrap="square" lIns="91440" tIns="45720" rIns="91440" bIns="45720" numCol="1" anchor="t" anchorCtr="0" compatLnSpc="1"/>
          <a:lstStyle/>
          <a:p>
            <a:endParaRPr lang="zh-CN" altLang="en-US"/>
          </a:p>
        </p:txBody>
      </p:sp>
      <p:sp>
        <p:nvSpPr>
          <p:cNvPr id="3" name="Freeform 5"/>
          <p:cNvSpPr/>
          <p:nvPr/>
        </p:nvSpPr>
        <p:spPr bwMode="auto">
          <a:xfrm rot="2010771">
            <a:off x="5058174" y="1494322"/>
            <a:ext cx="1954729" cy="1954801"/>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177DE3"/>
          </a:solidFill>
          <a:ln>
            <a:noFill/>
          </a:ln>
          <a:effectLst/>
        </p:spPr>
        <p:txBody>
          <a:bodyPr vert="horz" wrap="square" lIns="91440" tIns="45720" rIns="91440" bIns="45720" numCol="1" anchor="t" anchorCtr="0" compatLnSpc="1"/>
          <a:lstStyle/>
          <a:p>
            <a:endParaRPr lang="zh-CN" altLang="en-US"/>
          </a:p>
        </p:txBody>
      </p:sp>
      <p:sp>
        <p:nvSpPr>
          <p:cNvPr id="5" name="文本框 4"/>
          <p:cNvSpPr txBox="1"/>
          <p:nvPr/>
        </p:nvSpPr>
        <p:spPr>
          <a:xfrm>
            <a:off x="5207538" y="2030133"/>
            <a:ext cx="1756230" cy="1200329"/>
          </a:xfrm>
          <a:prstGeom prst="rect">
            <a:avLst/>
          </a:prstGeom>
          <a:noFill/>
        </p:spPr>
        <p:txBody>
          <a:bodyPr wrap="square" rtlCol="0">
            <a:spAutoFit/>
          </a:bodyPr>
          <a:lstStyle/>
          <a:p>
            <a:pPr algn="ctr"/>
            <a:r>
              <a:rPr lang="en-US" altLang="zh-CN" sz="7200" b="1">
                <a:solidFill>
                  <a:schemeClr val="bg1"/>
                </a:solidFill>
                <a:latin typeface="微软雅黑" panose="020B0503020204020204" pitchFamily="34" charset="-122"/>
                <a:ea typeface="微软雅黑" panose="020B0503020204020204" pitchFamily="34" charset="-122"/>
              </a:rPr>
              <a:t>04</a:t>
            </a:r>
            <a:endParaRPr lang="zh-CN" altLang="en-US" sz="7200" b="1">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4211610" y="3834359"/>
            <a:ext cx="3768780" cy="645160"/>
          </a:xfrm>
          <a:prstGeom prst="rect">
            <a:avLst/>
          </a:prstGeom>
          <a:noFill/>
        </p:spPr>
        <p:txBody>
          <a:bodyPr wrap="square" rtlCol="0">
            <a:spAutoFit/>
          </a:bodyPr>
          <a:lstStyle/>
          <a:p>
            <a:pPr algn="ctr"/>
            <a:r>
              <a:rPr lang="zh-CN" altLang="en-US" sz="3600" b="1">
                <a:solidFill>
                  <a:srgbClr val="234463"/>
                </a:solidFill>
                <a:latin typeface="微软雅黑" panose="020B0503020204020204" pitchFamily="34" charset="-122"/>
                <a:ea typeface="微软雅黑" panose="020B0503020204020204" pitchFamily="34" charset="-122"/>
              </a:rPr>
              <a:t>精剪</a:t>
            </a:r>
            <a:endParaRPr lang="zh-CN" altLang="en-US" sz="3600" b="1">
              <a:solidFill>
                <a:srgbClr val="234463"/>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533141" y="4465254"/>
            <a:ext cx="7125719" cy="337185"/>
          </a:xfrm>
          <a:prstGeom prst="rect">
            <a:avLst/>
          </a:prstGeom>
          <a:noFill/>
        </p:spPr>
        <p:txBody>
          <a:bodyPr wrap="square" rtlCol="0">
            <a:spAutoFit/>
          </a:bodyPr>
          <a:lstStyle/>
          <a:p>
            <a:pPr algn="ctr"/>
            <a:r>
              <a:rPr lang="zh-CN" altLang="en-US" sz="16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rPr>
              <a:t>精神小伙来剪辑简称精剪（</a:t>
            </a:r>
            <a:r>
              <a:rPr lang="en-US" altLang="zh-CN" sz="16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rPr>
              <a:t>/</a:t>
            </a:r>
            <a:r>
              <a:rPr lang="zh-CN" altLang="en-US" sz="16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rPr>
              <a:t>滑稽）</a:t>
            </a:r>
            <a:r>
              <a:rPr lang="en-US" altLang="zh-CN" sz="1600">
                <a:solidFill>
                  <a:srgbClr val="234463"/>
                </a:solidFill>
                <a:latin typeface="Segoe UI Light" panose="020B0502040204020203" pitchFamily="34" charset="0"/>
                <a:ea typeface="MS PGothic" panose="020B0600070205080204" charset="-128"/>
                <a:cs typeface="Segoe UI Light" panose="020B0502040204020203" pitchFamily="34" charset="0"/>
                <a:sym typeface="Lato Regular" charset="0"/>
              </a:rPr>
              <a:t> </a:t>
            </a:r>
            <a:endParaRPr lang="en-US" altLang="zh-CN" sz="1600">
              <a:solidFill>
                <a:srgbClr val="234463"/>
              </a:solidFill>
              <a:latin typeface="Segoe UI Light" panose="020B0502040204020203" pitchFamily="34" charset="0"/>
              <a:ea typeface="MS PGothic" panose="020B0600070205080204" charset="-128"/>
              <a:cs typeface="Segoe UI Light" panose="020B0502040204020203" pitchFamily="34" charset="0"/>
              <a:sym typeface="Lato Regular"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08221" y="255809"/>
            <a:ext cx="751192" cy="574537"/>
            <a:chOff x="6465859" y="1148078"/>
            <a:chExt cx="751192" cy="574537"/>
          </a:xfrm>
        </p:grpSpPr>
        <p:sp>
          <p:nvSpPr>
            <p:cNvPr id="3" name="Freeform 5"/>
            <p:cNvSpPr/>
            <p:nvPr/>
          </p:nvSpPr>
          <p:spPr bwMode="auto">
            <a:xfrm>
              <a:off x="6465859" y="1148078"/>
              <a:ext cx="672994" cy="574537"/>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C9E7FF"/>
            </a:solidFill>
            <a:ln>
              <a:noFill/>
            </a:ln>
            <a:effectLst>
              <a:outerShdw blurRad="165100" dist="127000" dir="2700000" algn="tl" rotWithShape="0">
                <a:srgbClr val="177DE3">
                  <a:alpha val="10000"/>
                </a:srgbClr>
              </a:outerShdw>
            </a:effectLst>
          </p:spPr>
          <p:txBody>
            <a:bodyPr vert="horz" wrap="square" lIns="91440" tIns="45720" rIns="91440" bIns="45720" numCol="1" anchor="t" anchorCtr="0" compatLnSpc="1"/>
            <a:lstStyle/>
            <a:p>
              <a:endParaRPr lang="zh-CN" altLang="en-US"/>
            </a:p>
          </p:txBody>
        </p:sp>
        <p:sp>
          <p:nvSpPr>
            <p:cNvPr id="4" name="文本框 3"/>
            <p:cNvSpPr txBox="1"/>
            <p:nvPr/>
          </p:nvSpPr>
          <p:spPr>
            <a:xfrm>
              <a:off x="6465859" y="1173737"/>
              <a:ext cx="751192" cy="523220"/>
            </a:xfrm>
            <a:prstGeom prst="rect">
              <a:avLst/>
            </a:prstGeom>
            <a:noFill/>
          </p:spPr>
          <p:txBody>
            <a:bodyPr wrap="square" rtlCol="0">
              <a:spAutoFit/>
            </a:bodyPr>
            <a:lstStyle/>
            <a:p>
              <a:pPr algn="ctr"/>
              <a:r>
                <a:rPr lang="en-US" altLang="zh-CN" sz="2800" b="1">
                  <a:solidFill>
                    <a:srgbClr val="234463"/>
                  </a:solidFill>
                  <a:latin typeface="微软雅黑" panose="020B0503020204020204" pitchFamily="34" charset="-122"/>
                  <a:ea typeface="微软雅黑" panose="020B0503020204020204" pitchFamily="34" charset="-122"/>
                </a:rPr>
                <a:t>04</a:t>
              </a:r>
              <a:endParaRPr lang="zh-CN" altLang="en-US" sz="2800" b="1">
                <a:solidFill>
                  <a:srgbClr val="234463"/>
                </a:solidFill>
                <a:latin typeface="微软雅黑" panose="020B0503020204020204" pitchFamily="34" charset="-122"/>
                <a:ea typeface="微软雅黑" panose="020B0503020204020204" pitchFamily="34" charset="-122"/>
              </a:endParaRPr>
            </a:p>
          </p:txBody>
        </p:sp>
      </p:grpSp>
      <p:sp>
        <p:nvSpPr>
          <p:cNvPr id="5" name="文本框 4"/>
          <p:cNvSpPr txBox="1"/>
          <p:nvPr/>
        </p:nvSpPr>
        <p:spPr>
          <a:xfrm>
            <a:off x="898980" y="255809"/>
            <a:ext cx="2743200" cy="460375"/>
          </a:xfrm>
          <a:prstGeom prst="rect">
            <a:avLst/>
          </a:prstGeom>
          <a:noFill/>
        </p:spPr>
        <p:txBody>
          <a:bodyPr wrap="square" rtlCol="0">
            <a:spAutoFit/>
          </a:bodyPr>
          <a:lstStyle/>
          <a:p>
            <a:r>
              <a:rPr lang="zh-CN" altLang="en-US" sz="2400" b="1">
                <a:solidFill>
                  <a:srgbClr val="234463"/>
                </a:solidFill>
                <a:latin typeface="微软雅黑" panose="020B0503020204020204" pitchFamily="34" charset="-122"/>
                <a:ea typeface="微软雅黑" panose="020B0503020204020204" pitchFamily="34" charset="-122"/>
              </a:rPr>
              <a:t>精剪</a:t>
            </a:r>
            <a:endParaRPr lang="zh-CN" altLang="en-US" sz="2400" b="1">
              <a:solidFill>
                <a:srgbClr val="234463"/>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898981" y="634922"/>
            <a:ext cx="3034844" cy="276999"/>
          </a:xfrm>
          <a:prstGeom prst="rect">
            <a:avLst/>
          </a:prstGeom>
          <a:noFill/>
        </p:spPr>
        <p:txBody>
          <a:bodyPr wrap="square" rtlCol="0">
            <a:spAutoFit/>
          </a:bodyPr>
          <a:lstStyle/>
          <a:p>
            <a:r>
              <a:rPr lang="en-US" altLang="zh-CN" sz="1200">
                <a:solidFill>
                  <a:srgbClr val="234463"/>
                </a:solidFill>
                <a:latin typeface="Segoe UI Light" panose="020B0502040204020203" pitchFamily="34" charset="0"/>
                <a:ea typeface="微软雅黑 Light" panose="020B0502040204020203" pitchFamily="34" charset="-122"/>
                <a:cs typeface="Segoe UI Light" panose="020B0502040204020203" pitchFamily="34" charset="0"/>
              </a:rPr>
              <a:t>RESEARCH RESULTS AND APPLICATION</a:t>
            </a:r>
            <a:endParaRPr lang="en-US" altLang="zh-CN" sz="1200">
              <a:solidFill>
                <a:srgbClr val="234463"/>
              </a:solidFill>
              <a:latin typeface="Segoe UI Light" panose="020B0502040204020203" pitchFamily="34" charset="0"/>
              <a:ea typeface="微软雅黑 Light" panose="020B0502040204020203" pitchFamily="34" charset="-122"/>
              <a:cs typeface="Segoe UI Light" panose="020B0502040204020203" pitchFamily="34" charset="0"/>
            </a:endParaRPr>
          </a:p>
        </p:txBody>
      </p:sp>
      <p:sp>
        <p:nvSpPr>
          <p:cNvPr id="9" name="Shape 4159"/>
          <p:cNvSpPr/>
          <p:nvPr>
            <p:custDataLst>
              <p:tags r:id="rId1"/>
            </p:custDataLst>
          </p:nvPr>
        </p:nvSpPr>
        <p:spPr>
          <a:xfrm rot="18889492" flipH="1">
            <a:off x="7710962" y="2755757"/>
            <a:ext cx="871364" cy="85331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9161" y="606"/>
                  <a:pt x="1961" y="7806"/>
                  <a:pt x="0" y="21600"/>
                </a:cubicBezTo>
              </a:path>
            </a:pathLst>
          </a:custGeom>
          <a:ln w="3175">
            <a:solidFill>
              <a:schemeClr val="tx1">
                <a:lumMod val="75000"/>
                <a:lumOff val="25000"/>
              </a:schemeClr>
            </a:solidFill>
            <a:miter lim="400000"/>
            <a:headEnd type="triangle" w="med" len="med"/>
            <a:tailEnd type="triangle" w="med" len="med"/>
          </a:ln>
        </p:spPr>
        <p:txBody>
          <a:bodyPr/>
          <a:lstStyle/>
          <a:p>
            <a:pPr lvl="0"/>
            <a:endParaRPr>
              <a:solidFill>
                <a:schemeClr val="tx1">
                  <a:lumMod val="75000"/>
                  <a:lumOff val="25000"/>
                </a:schemeClr>
              </a:solidFill>
              <a:latin typeface="Arial" panose="020B0604020202020204" pitchFamily="34" charset="0"/>
              <a:cs typeface="Arial" panose="020B0604020202020204" pitchFamily="34" charset="0"/>
            </a:endParaRPr>
          </a:p>
        </p:txBody>
      </p:sp>
      <p:sp>
        <p:nvSpPr>
          <p:cNvPr id="10" name="Sev01"/>
          <p:cNvSpPr/>
          <p:nvPr>
            <p:custDataLst>
              <p:tags r:id="rId2"/>
            </p:custDataLst>
          </p:nvPr>
        </p:nvSpPr>
        <p:spPr>
          <a:xfrm rot="18900000">
            <a:off x="2357725" y="3257597"/>
            <a:ext cx="1237127" cy="1237127"/>
          </a:xfrm>
          <a:prstGeom prst="rect">
            <a:avLst/>
          </a:prstGeom>
          <a:solidFill>
            <a:srgbClr val="3298FD"/>
          </a:solidFill>
          <a:ln w="0">
            <a:noFill/>
            <a:prstDash val="solid"/>
            <a:round/>
          </a:ln>
        </p:spPr>
        <p:txBody>
          <a:bodyPr vert="horz" wrap="square" lIns="91440" tIns="45720" rIns="91440" bIns="45720" numCol="1" anchor="t" anchorCtr="0" compatLnSpc="1"/>
          <a:lstStyle/>
          <a:p>
            <a:endParaRPr lang="en-US" dirty="0">
              <a:solidFill>
                <a:srgbClr val="234463"/>
              </a:solidFill>
              <a:latin typeface="Arial" panose="020B0604020202020204" pitchFamily="34" charset="0"/>
              <a:ea typeface="微软雅黑" panose="020B0503020204020204" pitchFamily="34" charset="-122"/>
              <a:cs typeface="+mn-ea"/>
            </a:endParaRPr>
          </a:p>
        </p:txBody>
      </p:sp>
      <p:sp>
        <p:nvSpPr>
          <p:cNvPr id="11" name="Sev01"/>
          <p:cNvSpPr/>
          <p:nvPr>
            <p:custDataLst>
              <p:tags r:id="rId3"/>
            </p:custDataLst>
          </p:nvPr>
        </p:nvSpPr>
        <p:spPr>
          <a:xfrm rot="18900000">
            <a:off x="2357725" y="3171497"/>
            <a:ext cx="1237127" cy="1237127"/>
          </a:xfrm>
          <a:prstGeom prst="rect">
            <a:avLst/>
          </a:prstGeom>
          <a:solidFill>
            <a:schemeClr val="bg1"/>
          </a:solidFill>
          <a:ln w="28575">
            <a:solidFill>
              <a:srgbClr val="177D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tx1">
                  <a:lumMod val="75000"/>
                  <a:lumOff val="25000"/>
                </a:schemeClr>
              </a:solidFill>
              <a:latin typeface="Arial" panose="020B0604020202020204" pitchFamily="34" charset="0"/>
              <a:cs typeface="Arial" panose="020B0604020202020204" pitchFamily="34" charset="0"/>
            </a:endParaRPr>
          </a:p>
        </p:txBody>
      </p:sp>
      <p:grpSp>
        <p:nvGrpSpPr>
          <p:cNvPr id="12" name="组合 11"/>
          <p:cNvGrpSpPr/>
          <p:nvPr>
            <p:custDataLst>
              <p:tags r:id="rId4"/>
            </p:custDataLst>
          </p:nvPr>
        </p:nvGrpSpPr>
        <p:grpSpPr>
          <a:xfrm>
            <a:off x="2803814" y="3529662"/>
            <a:ext cx="344949" cy="520797"/>
            <a:chOff x="2136066" y="3473245"/>
            <a:chExt cx="414667" cy="626056"/>
          </a:xfrm>
          <a:solidFill>
            <a:schemeClr val="tx1">
              <a:lumMod val="75000"/>
              <a:lumOff val="25000"/>
            </a:schemeClr>
          </a:solidFill>
        </p:grpSpPr>
        <p:sp>
          <p:nvSpPr>
            <p:cNvPr id="13" name="Freeform 62"/>
            <p:cNvSpPr>
              <a:spLocks noEditPoints="1"/>
            </p:cNvSpPr>
            <p:nvPr>
              <p:custDataLst>
                <p:tags r:id="rId5"/>
              </p:custDataLst>
            </p:nvPr>
          </p:nvSpPr>
          <p:spPr bwMode="auto">
            <a:xfrm>
              <a:off x="2136066" y="3473245"/>
              <a:ext cx="353686" cy="626056"/>
            </a:xfrm>
            <a:custGeom>
              <a:avLst/>
              <a:gdLst>
                <a:gd name="T0" fmla="*/ 66 w 73"/>
                <a:gd name="T1" fmla="*/ 105 h 129"/>
                <a:gd name="T2" fmla="*/ 7 w 73"/>
                <a:gd name="T3" fmla="*/ 105 h 129"/>
                <a:gd name="T4" fmla="*/ 7 w 73"/>
                <a:gd name="T5" fmla="*/ 16 h 129"/>
                <a:gd name="T6" fmla="*/ 66 w 73"/>
                <a:gd name="T7" fmla="*/ 16 h 129"/>
                <a:gd name="T8" fmla="*/ 66 w 73"/>
                <a:gd name="T9" fmla="*/ 35 h 129"/>
                <a:gd name="T10" fmla="*/ 73 w 73"/>
                <a:gd name="T11" fmla="*/ 35 h 129"/>
                <a:gd name="T12" fmla="*/ 73 w 73"/>
                <a:gd name="T13" fmla="*/ 10 h 129"/>
                <a:gd name="T14" fmla="*/ 63 w 73"/>
                <a:gd name="T15" fmla="*/ 0 h 129"/>
                <a:gd name="T16" fmla="*/ 9 w 73"/>
                <a:gd name="T17" fmla="*/ 0 h 129"/>
                <a:gd name="T18" fmla="*/ 0 w 73"/>
                <a:gd name="T19" fmla="*/ 10 h 129"/>
                <a:gd name="T20" fmla="*/ 0 w 73"/>
                <a:gd name="T21" fmla="*/ 120 h 129"/>
                <a:gd name="T22" fmla="*/ 9 w 73"/>
                <a:gd name="T23" fmla="*/ 129 h 129"/>
                <a:gd name="T24" fmla="*/ 63 w 73"/>
                <a:gd name="T25" fmla="*/ 129 h 129"/>
                <a:gd name="T26" fmla="*/ 73 w 73"/>
                <a:gd name="T27" fmla="*/ 120 h 129"/>
                <a:gd name="T28" fmla="*/ 73 w 73"/>
                <a:gd name="T29" fmla="*/ 79 h 129"/>
                <a:gd name="T30" fmla="*/ 66 w 73"/>
                <a:gd name="T31" fmla="*/ 79 h 129"/>
                <a:gd name="T32" fmla="*/ 66 w 73"/>
                <a:gd name="T33" fmla="*/ 105 h 129"/>
                <a:gd name="T34" fmla="*/ 57 w 73"/>
                <a:gd name="T35" fmla="*/ 6 h 129"/>
                <a:gd name="T36" fmla="*/ 60 w 73"/>
                <a:gd name="T37" fmla="*/ 9 h 129"/>
                <a:gd name="T38" fmla="*/ 57 w 73"/>
                <a:gd name="T39" fmla="*/ 11 h 129"/>
                <a:gd name="T40" fmla="*/ 55 w 73"/>
                <a:gd name="T41" fmla="*/ 9 h 129"/>
                <a:gd name="T42" fmla="*/ 57 w 73"/>
                <a:gd name="T43" fmla="*/ 6 h 129"/>
                <a:gd name="T44" fmla="*/ 24 w 73"/>
                <a:gd name="T45" fmla="*/ 7 h 129"/>
                <a:gd name="T46" fmla="*/ 49 w 73"/>
                <a:gd name="T47" fmla="*/ 7 h 129"/>
                <a:gd name="T48" fmla="*/ 49 w 73"/>
                <a:gd name="T49" fmla="*/ 10 h 129"/>
                <a:gd name="T50" fmla="*/ 24 w 73"/>
                <a:gd name="T51" fmla="*/ 10 h 129"/>
                <a:gd name="T52" fmla="*/ 24 w 73"/>
                <a:gd name="T53" fmla="*/ 7 h 129"/>
                <a:gd name="T54" fmla="*/ 48 w 73"/>
                <a:gd name="T55" fmla="*/ 119 h 129"/>
                <a:gd name="T56" fmla="*/ 25 w 73"/>
                <a:gd name="T57" fmla="*/ 119 h 129"/>
                <a:gd name="T58" fmla="*/ 25 w 73"/>
                <a:gd name="T59" fmla="*/ 112 h 129"/>
                <a:gd name="T60" fmla="*/ 48 w 73"/>
                <a:gd name="T61" fmla="*/ 112 h 129"/>
                <a:gd name="T62" fmla="*/ 48 w 73"/>
                <a:gd name="T63" fmla="*/ 119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129">
                  <a:moveTo>
                    <a:pt x="66" y="105"/>
                  </a:moveTo>
                  <a:cubicBezTo>
                    <a:pt x="7" y="105"/>
                    <a:pt x="7" y="105"/>
                    <a:pt x="7" y="105"/>
                  </a:cubicBezTo>
                  <a:cubicBezTo>
                    <a:pt x="7" y="16"/>
                    <a:pt x="7" y="16"/>
                    <a:pt x="7" y="16"/>
                  </a:cubicBezTo>
                  <a:cubicBezTo>
                    <a:pt x="66" y="16"/>
                    <a:pt x="66" y="16"/>
                    <a:pt x="66" y="16"/>
                  </a:cubicBezTo>
                  <a:cubicBezTo>
                    <a:pt x="66" y="35"/>
                    <a:pt x="66" y="35"/>
                    <a:pt x="66" y="35"/>
                  </a:cubicBezTo>
                  <a:cubicBezTo>
                    <a:pt x="73" y="35"/>
                    <a:pt x="73" y="35"/>
                    <a:pt x="73" y="35"/>
                  </a:cubicBezTo>
                  <a:cubicBezTo>
                    <a:pt x="73" y="10"/>
                    <a:pt x="73" y="10"/>
                    <a:pt x="73" y="10"/>
                  </a:cubicBezTo>
                  <a:cubicBezTo>
                    <a:pt x="73" y="5"/>
                    <a:pt x="68" y="0"/>
                    <a:pt x="63" y="0"/>
                  </a:cubicBezTo>
                  <a:cubicBezTo>
                    <a:pt x="9" y="0"/>
                    <a:pt x="9" y="0"/>
                    <a:pt x="9" y="0"/>
                  </a:cubicBezTo>
                  <a:cubicBezTo>
                    <a:pt x="4" y="0"/>
                    <a:pt x="0" y="5"/>
                    <a:pt x="0" y="10"/>
                  </a:cubicBezTo>
                  <a:cubicBezTo>
                    <a:pt x="0" y="120"/>
                    <a:pt x="0" y="120"/>
                    <a:pt x="0" y="120"/>
                  </a:cubicBezTo>
                  <a:cubicBezTo>
                    <a:pt x="0" y="125"/>
                    <a:pt x="4" y="129"/>
                    <a:pt x="9" y="129"/>
                  </a:cubicBezTo>
                  <a:cubicBezTo>
                    <a:pt x="63" y="129"/>
                    <a:pt x="63" y="129"/>
                    <a:pt x="63" y="129"/>
                  </a:cubicBezTo>
                  <a:cubicBezTo>
                    <a:pt x="68" y="129"/>
                    <a:pt x="73" y="125"/>
                    <a:pt x="73" y="120"/>
                  </a:cubicBezTo>
                  <a:cubicBezTo>
                    <a:pt x="73" y="79"/>
                    <a:pt x="73" y="79"/>
                    <a:pt x="73" y="79"/>
                  </a:cubicBezTo>
                  <a:cubicBezTo>
                    <a:pt x="66" y="79"/>
                    <a:pt x="66" y="79"/>
                    <a:pt x="66" y="79"/>
                  </a:cubicBezTo>
                  <a:lnTo>
                    <a:pt x="66" y="105"/>
                  </a:lnTo>
                  <a:close/>
                  <a:moveTo>
                    <a:pt x="57" y="6"/>
                  </a:moveTo>
                  <a:cubicBezTo>
                    <a:pt x="58" y="6"/>
                    <a:pt x="60" y="7"/>
                    <a:pt x="60" y="9"/>
                  </a:cubicBezTo>
                  <a:cubicBezTo>
                    <a:pt x="60" y="10"/>
                    <a:pt x="58" y="11"/>
                    <a:pt x="57" y="11"/>
                  </a:cubicBezTo>
                  <a:cubicBezTo>
                    <a:pt x="56" y="11"/>
                    <a:pt x="55" y="10"/>
                    <a:pt x="55" y="9"/>
                  </a:cubicBezTo>
                  <a:cubicBezTo>
                    <a:pt x="55" y="7"/>
                    <a:pt x="56" y="6"/>
                    <a:pt x="57" y="6"/>
                  </a:cubicBezTo>
                  <a:close/>
                  <a:moveTo>
                    <a:pt x="24" y="7"/>
                  </a:moveTo>
                  <a:cubicBezTo>
                    <a:pt x="49" y="7"/>
                    <a:pt x="49" y="7"/>
                    <a:pt x="49" y="7"/>
                  </a:cubicBezTo>
                  <a:cubicBezTo>
                    <a:pt x="49" y="10"/>
                    <a:pt x="49" y="10"/>
                    <a:pt x="49" y="10"/>
                  </a:cubicBezTo>
                  <a:cubicBezTo>
                    <a:pt x="24" y="10"/>
                    <a:pt x="24" y="10"/>
                    <a:pt x="24" y="10"/>
                  </a:cubicBezTo>
                  <a:lnTo>
                    <a:pt x="24" y="7"/>
                  </a:lnTo>
                  <a:close/>
                  <a:moveTo>
                    <a:pt x="48" y="119"/>
                  </a:moveTo>
                  <a:cubicBezTo>
                    <a:pt x="25" y="119"/>
                    <a:pt x="25" y="119"/>
                    <a:pt x="25" y="119"/>
                  </a:cubicBezTo>
                  <a:cubicBezTo>
                    <a:pt x="25" y="112"/>
                    <a:pt x="25" y="112"/>
                    <a:pt x="25" y="112"/>
                  </a:cubicBezTo>
                  <a:cubicBezTo>
                    <a:pt x="48" y="112"/>
                    <a:pt x="48" y="112"/>
                    <a:pt x="48" y="112"/>
                  </a:cubicBezTo>
                  <a:lnTo>
                    <a:pt x="48" y="119"/>
                  </a:lnTo>
                  <a:close/>
                </a:path>
              </a:pathLst>
            </a:custGeom>
            <a:solidFill>
              <a:srgbClr val="3298FD"/>
            </a:solidFill>
            <a:ln w="0">
              <a:noFill/>
              <a:prstDash val="solid"/>
              <a:round/>
            </a:ln>
          </p:spPr>
          <p:txBody>
            <a:bodyPr vert="horz" wrap="square" lIns="91440" tIns="45720" rIns="91440" bIns="45720" numCol="1" anchor="t" anchorCtr="0" compatLnSpc="1"/>
            <a:lstStyle/>
            <a:p>
              <a:endParaRPr lang="en-US">
                <a:solidFill>
                  <a:srgbClr val="234463"/>
                </a:solidFill>
                <a:latin typeface="Arial" panose="020B0604020202020204" pitchFamily="34" charset="0"/>
                <a:ea typeface="微软雅黑" panose="020B0503020204020204" pitchFamily="34" charset="-122"/>
                <a:cs typeface="+mn-ea"/>
              </a:endParaRPr>
            </a:p>
          </p:txBody>
        </p:sp>
        <p:sp>
          <p:nvSpPr>
            <p:cNvPr id="14" name="Freeform 63"/>
            <p:cNvSpPr/>
            <p:nvPr>
              <p:custDataLst>
                <p:tags r:id="rId6"/>
              </p:custDataLst>
            </p:nvPr>
          </p:nvSpPr>
          <p:spPr bwMode="auto">
            <a:xfrm>
              <a:off x="2286485" y="3656182"/>
              <a:ext cx="264248" cy="252049"/>
            </a:xfrm>
            <a:custGeom>
              <a:avLst/>
              <a:gdLst>
                <a:gd name="T0" fmla="*/ 0 w 65"/>
                <a:gd name="T1" fmla="*/ 44 h 62"/>
                <a:gd name="T2" fmla="*/ 8 w 65"/>
                <a:gd name="T3" fmla="*/ 44 h 62"/>
                <a:gd name="T4" fmla="*/ 0 w 65"/>
                <a:gd name="T5" fmla="*/ 62 h 62"/>
                <a:gd name="T6" fmla="*/ 22 w 65"/>
                <a:gd name="T7" fmla="*/ 44 h 62"/>
                <a:gd name="T8" fmla="*/ 65 w 65"/>
                <a:gd name="T9" fmla="*/ 44 h 62"/>
                <a:gd name="T10" fmla="*/ 65 w 65"/>
                <a:gd name="T11" fmla="*/ 0 h 62"/>
                <a:gd name="T12" fmla="*/ 0 w 65"/>
                <a:gd name="T13" fmla="*/ 0 h 62"/>
                <a:gd name="T14" fmla="*/ 0 w 65"/>
                <a:gd name="T15" fmla="*/ 44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5" h="62">
                  <a:moveTo>
                    <a:pt x="0" y="44"/>
                  </a:moveTo>
                  <a:lnTo>
                    <a:pt x="8" y="44"/>
                  </a:lnTo>
                  <a:lnTo>
                    <a:pt x="0" y="62"/>
                  </a:lnTo>
                  <a:lnTo>
                    <a:pt x="22" y="44"/>
                  </a:lnTo>
                  <a:lnTo>
                    <a:pt x="65" y="44"/>
                  </a:lnTo>
                  <a:lnTo>
                    <a:pt x="65" y="0"/>
                  </a:lnTo>
                  <a:lnTo>
                    <a:pt x="0" y="0"/>
                  </a:lnTo>
                  <a:lnTo>
                    <a:pt x="0" y="44"/>
                  </a:lnTo>
                  <a:close/>
                </a:path>
              </a:pathLst>
            </a:custGeom>
            <a:solidFill>
              <a:srgbClr val="3298FD"/>
            </a:solidFill>
            <a:ln w="0">
              <a:noFill/>
              <a:prstDash val="solid"/>
              <a:round/>
            </a:ln>
          </p:spPr>
          <p:txBody>
            <a:bodyPr vert="horz" wrap="square" lIns="91440" tIns="45720" rIns="91440" bIns="45720" numCol="1" anchor="t" anchorCtr="0" compatLnSpc="1"/>
            <a:lstStyle/>
            <a:p>
              <a:endParaRPr lang="en-US">
                <a:solidFill>
                  <a:srgbClr val="234463"/>
                </a:solidFill>
                <a:latin typeface="Arial" panose="020B0604020202020204" pitchFamily="34" charset="0"/>
                <a:ea typeface="微软雅黑" panose="020B0503020204020204" pitchFamily="34" charset="-122"/>
                <a:cs typeface="+mn-ea"/>
              </a:endParaRPr>
            </a:p>
          </p:txBody>
        </p:sp>
      </p:grpSp>
      <p:sp>
        <p:nvSpPr>
          <p:cNvPr id="15" name="TextBox 13"/>
          <p:cNvSpPr txBox="1"/>
          <p:nvPr>
            <p:custDataLst>
              <p:tags r:id="rId7"/>
            </p:custDataLst>
          </p:nvPr>
        </p:nvSpPr>
        <p:spPr>
          <a:xfrm>
            <a:off x="2202213" y="2041918"/>
            <a:ext cx="1548151" cy="294640"/>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转场</a:t>
            </a:r>
            <a:endParaRPr 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6" name="TextBox 13"/>
          <p:cNvSpPr txBox="1"/>
          <p:nvPr>
            <p:custDataLst>
              <p:tags r:id="rId8"/>
            </p:custDataLst>
          </p:nvPr>
        </p:nvSpPr>
        <p:spPr>
          <a:xfrm>
            <a:off x="1741980" y="2352324"/>
            <a:ext cx="2468616" cy="220980"/>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转场动画过渡视频，过渡音频</a:t>
            </a:r>
            <a:endPar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7" name="Sev02"/>
          <p:cNvSpPr/>
          <p:nvPr>
            <p:custDataLst>
              <p:tags r:id="rId9"/>
            </p:custDataLst>
          </p:nvPr>
        </p:nvSpPr>
        <p:spPr>
          <a:xfrm rot="18900000">
            <a:off x="4437534" y="3241772"/>
            <a:ext cx="1237127" cy="1237127"/>
          </a:xfrm>
          <a:prstGeom prst="rect">
            <a:avLst/>
          </a:prstGeom>
          <a:solidFill>
            <a:srgbClr val="2344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8" name="Sev02"/>
          <p:cNvSpPr/>
          <p:nvPr>
            <p:custDataLst>
              <p:tags r:id="rId10"/>
            </p:custDataLst>
          </p:nvPr>
        </p:nvSpPr>
        <p:spPr>
          <a:xfrm rot="18900000">
            <a:off x="4437534" y="3171497"/>
            <a:ext cx="1237127" cy="1237127"/>
          </a:xfrm>
          <a:prstGeom prst="rect">
            <a:avLst/>
          </a:prstGeom>
          <a:solidFill>
            <a:schemeClr val="bg1"/>
          </a:solidFill>
          <a:ln w="28575">
            <a:solidFill>
              <a:srgbClr val="2344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solidFill>
                <a:schemeClr val="tx1">
                  <a:lumMod val="75000"/>
                  <a:lumOff val="25000"/>
                </a:schemeClr>
              </a:solidFill>
              <a:latin typeface="Arial" panose="020B0604020202020204" pitchFamily="34" charset="0"/>
              <a:cs typeface="Arial" panose="020B0604020202020204" pitchFamily="34" charset="0"/>
            </a:endParaRPr>
          </a:p>
        </p:txBody>
      </p:sp>
      <p:grpSp>
        <p:nvGrpSpPr>
          <p:cNvPr id="19" name="Group 40"/>
          <p:cNvGrpSpPr/>
          <p:nvPr>
            <p:custDataLst>
              <p:tags r:id="rId11"/>
            </p:custDataLst>
          </p:nvPr>
        </p:nvGrpSpPr>
        <p:grpSpPr>
          <a:xfrm>
            <a:off x="4784120" y="3540624"/>
            <a:ext cx="543955" cy="543955"/>
            <a:chOff x="998489" y="706129"/>
            <a:chExt cx="256404" cy="256404"/>
          </a:xfrm>
          <a:solidFill>
            <a:srgbClr val="234463"/>
          </a:solidFill>
        </p:grpSpPr>
        <p:sp>
          <p:nvSpPr>
            <p:cNvPr id="20" name="Freeform 84"/>
            <p:cNvSpPr>
              <a:spLocks noEditPoints="1"/>
            </p:cNvSpPr>
            <p:nvPr>
              <p:custDataLst>
                <p:tags r:id="rId12"/>
              </p:custDataLst>
            </p:nvPr>
          </p:nvSpPr>
          <p:spPr bwMode="auto">
            <a:xfrm>
              <a:off x="998489" y="706129"/>
              <a:ext cx="256404" cy="256404"/>
            </a:xfrm>
            <a:custGeom>
              <a:avLst/>
              <a:gdLst>
                <a:gd name="T0" fmla="*/ 200 w 234"/>
                <a:gd name="T1" fmla="*/ 88 h 234"/>
                <a:gd name="T2" fmla="*/ 209 w 234"/>
                <a:gd name="T3" fmla="*/ 60 h 234"/>
                <a:gd name="T4" fmla="*/ 193 w 234"/>
                <a:gd name="T5" fmla="*/ 27 h 234"/>
                <a:gd name="T6" fmla="*/ 174 w 234"/>
                <a:gd name="T7" fmla="*/ 25 h 234"/>
                <a:gd name="T8" fmla="*/ 146 w 234"/>
                <a:gd name="T9" fmla="*/ 34 h 234"/>
                <a:gd name="T10" fmla="*/ 127 w 234"/>
                <a:gd name="T11" fmla="*/ 0 h 234"/>
                <a:gd name="T12" fmla="*/ 93 w 234"/>
                <a:gd name="T13" fmla="*/ 12 h 234"/>
                <a:gd name="T14" fmla="*/ 79 w 234"/>
                <a:gd name="T15" fmla="*/ 38 h 234"/>
                <a:gd name="T16" fmla="*/ 52 w 234"/>
                <a:gd name="T17" fmla="*/ 23 h 234"/>
                <a:gd name="T18" fmla="*/ 28 w 234"/>
                <a:gd name="T19" fmla="*/ 41 h 234"/>
                <a:gd name="T20" fmla="*/ 38 w 234"/>
                <a:gd name="T21" fmla="*/ 79 h 234"/>
                <a:gd name="T22" fmla="*/ 12 w 234"/>
                <a:gd name="T23" fmla="*/ 93 h 234"/>
                <a:gd name="T24" fmla="*/ 0 w 234"/>
                <a:gd name="T25" fmla="*/ 127 h 234"/>
                <a:gd name="T26" fmla="*/ 35 w 234"/>
                <a:gd name="T27" fmla="*/ 146 h 234"/>
                <a:gd name="T28" fmla="*/ 26 w 234"/>
                <a:gd name="T29" fmla="*/ 174 h 234"/>
                <a:gd name="T30" fmla="*/ 42 w 234"/>
                <a:gd name="T31" fmla="*/ 207 h 234"/>
                <a:gd name="T32" fmla="*/ 60 w 234"/>
                <a:gd name="T33" fmla="*/ 208 h 234"/>
                <a:gd name="T34" fmla="*/ 89 w 234"/>
                <a:gd name="T35" fmla="*/ 200 h 234"/>
                <a:gd name="T36" fmla="*/ 107 w 234"/>
                <a:gd name="T37" fmla="*/ 234 h 234"/>
                <a:gd name="T38" fmla="*/ 142 w 234"/>
                <a:gd name="T39" fmla="*/ 222 h 234"/>
                <a:gd name="T40" fmla="*/ 155 w 234"/>
                <a:gd name="T41" fmla="*/ 196 h 234"/>
                <a:gd name="T42" fmla="*/ 183 w 234"/>
                <a:gd name="T43" fmla="*/ 211 h 234"/>
                <a:gd name="T44" fmla="*/ 207 w 234"/>
                <a:gd name="T45" fmla="*/ 192 h 234"/>
                <a:gd name="T46" fmla="*/ 196 w 234"/>
                <a:gd name="T47" fmla="*/ 155 h 234"/>
                <a:gd name="T48" fmla="*/ 222 w 234"/>
                <a:gd name="T49" fmla="*/ 141 h 234"/>
                <a:gd name="T50" fmla="*/ 234 w 234"/>
                <a:gd name="T51" fmla="*/ 107 h 234"/>
                <a:gd name="T52" fmla="*/ 197 w 234"/>
                <a:gd name="T53" fmla="*/ 131 h 234"/>
                <a:gd name="T54" fmla="*/ 183 w 234"/>
                <a:gd name="T55" fmla="*/ 149 h 234"/>
                <a:gd name="T56" fmla="*/ 197 w 234"/>
                <a:gd name="T57" fmla="*/ 182 h 234"/>
                <a:gd name="T58" fmla="*/ 164 w 234"/>
                <a:gd name="T59" fmla="*/ 184 h 234"/>
                <a:gd name="T60" fmla="*/ 149 w 234"/>
                <a:gd name="T61" fmla="*/ 183 h 234"/>
                <a:gd name="T62" fmla="*/ 132 w 234"/>
                <a:gd name="T63" fmla="*/ 197 h 234"/>
                <a:gd name="T64" fmla="*/ 107 w 234"/>
                <a:gd name="T65" fmla="*/ 219 h 234"/>
                <a:gd name="T66" fmla="*/ 93 w 234"/>
                <a:gd name="T67" fmla="*/ 186 h 234"/>
                <a:gd name="T68" fmla="*/ 79 w 234"/>
                <a:gd name="T69" fmla="*/ 181 h 234"/>
                <a:gd name="T70" fmla="*/ 52 w 234"/>
                <a:gd name="T71" fmla="*/ 196 h 234"/>
                <a:gd name="T72" fmla="*/ 51 w 234"/>
                <a:gd name="T73" fmla="*/ 163 h 234"/>
                <a:gd name="T74" fmla="*/ 48 w 234"/>
                <a:gd name="T75" fmla="*/ 141 h 234"/>
                <a:gd name="T76" fmla="*/ 15 w 234"/>
                <a:gd name="T77" fmla="*/ 127 h 234"/>
                <a:gd name="T78" fmla="*/ 37 w 234"/>
                <a:gd name="T79" fmla="*/ 102 h 234"/>
                <a:gd name="T80" fmla="*/ 52 w 234"/>
                <a:gd name="T81" fmla="*/ 85 h 234"/>
                <a:gd name="T82" fmla="*/ 38 w 234"/>
                <a:gd name="T83" fmla="*/ 52 h 234"/>
                <a:gd name="T84" fmla="*/ 71 w 234"/>
                <a:gd name="T85" fmla="*/ 50 h 234"/>
                <a:gd name="T86" fmla="*/ 85 w 234"/>
                <a:gd name="T87" fmla="*/ 51 h 234"/>
                <a:gd name="T88" fmla="*/ 103 w 234"/>
                <a:gd name="T89" fmla="*/ 37 h 234"/>
                <a:gd name="T90" fmla="*/ 127 w 234"/>
                <a:gd name="T91" fmla="*/ 15 h 234"/>
                <a:gd name="T92" fmla="*/ 141 w 234"/>
                <a:gd name="T93" fmla="*/ 48 h 234"/>
                <a:gd name="T94" fmla="*/ 155 w 234"/>
                <a:gd name="T95" fmla="*/ 53 h 234"/>
                <a:gd name="T96" fmla="*/ 183 w 234"/>
                <a:gd name="T97" fmla="*/ 38 h 234"/>
                <a:gd name="T98" fmla="*/ 184 w 234"/>
                <a:gd name="T99" fmla="*/ 71 h 234"/>
                <a:gd name="T100" fmla="*/ 186 w 234"/>
                <a:gd name="T101" fmla="*/ 93 h 234"/>
                <a:gd name="T102" fmla="*/ 220 w 234"/>
                <a:gd name="T103" fmla="*/ 107 h 234"/>
                <a:gd name="T104" fmla="*/ 197 w 234"/>
                <a:gd name="T105" fmla="*/ 131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4" h="234">
                  <a:moveTo>
                    <a:pt x="222" y="93"/>
                  </a:moveTo>
                  <a:cubicBezTo>
                    <a:pt x="200" y="88"/>
                    <a:pt x="200" y="88"/>
                    <a:pt x="200" y="88"/>
                  </a:cubicBezTo>
                  <a:cubicBezTo>
                    <a:pt x="199" y="85"/>
                    <a:pt x="198" y="82"/>
                    <a:pt x="196" y="79"/>
                  </a:cubicBezTo>
                  <a:cubicBezTo>
                    <a:pt x="209" y="60"/>
                    <a:pt x="209" y="60"/>
                    <a:pt x="209" y="60"/>
                  </a:cubicBezTo>
                  <a:cubicBezTo>
                    <a:pt x="213" y="54"/>
                    <a:pt x="212" y="46"/>
                    <a:pt x="207" y="41"/>
                  </a:cubicBezTo>
                  <a:cubicBezTo>
                    <a:pt x="193" y="27"/>
                    <a:pt x="193" y="27"/>
                    <a:pt x="193" y="27"/>
                  </a:cubicBezTo>
                  <a:cubicBezTo>
                    <a:pt x="190" y="24"/>
                    <a:pt x="186" y="23"/>
                    <a:pt x="183" y="23"/>
                  </a:cubicBezTo>
                  <a:cubicBezTo>
                    <a:pt x="180" y="23"/>
                    <a:pt x="177" y="24"/>
                    <a:pt x="174" y="25"/>
                  </a:cubicBezTo>
                  <a:cubicBezTo>
                    <a:pt x="155" y="38"/>
                    <a:pt x="155" y="38"/>
                    <a:pt x="155" y="38"/>
                  </a:cubicBezTo>
                  <a:cubicBezTo>
                    <a:pt x="152" y="37"/>
                    <a:pt x="149" y="35"/>
                    <a:pt x="146" y="34"/>
                  </a:cubicBezTo>
                  <a:cubicBezTo>
                    <a:pt x="142" y="12"/>
                    <a:pt x="142" y="12"/>
                    <a:pt x="142" y="12"/>
                  </a:cubicBezTo>
                  <a:cubicBezTo>
                    <a:pt x="140" y="5"/>
                    <a:pt x="134" y="0"/>
                    <a:pt x="127" y="0"/>
                  </a:cubicBezTo>
                  <a:cubicBezTo>
                    <a:pt x="107" y="0"/>
                    <a:pt x="107" y="0"/>
                    <a:pt x="107" y="0"/>
                  </a:cubicBezTo>
                  <a:cubicBezTo>
                    <a:pt x="100" y="0"/>
                    <a:pt x="94" y="5"/>
                    <a:pt x="93" y="12"/>
                  </a:cubicBezTo>
                  <a:cubicBezTo>
                    <a:pt x="89" y="34"/>
                    <a:pt x="89" y="34"/>
                    <a:pt x="89" y="34"/>
                  </a:cubicBezTo>
                  <a:cubicBezTo>
                    <a:pt x="85" y="35"/>
                    <a:pt x="82" y="37"/>
                    <a:pt x="79" y="38"/>
                  </a:cubicBezTo>
                  <a:cubicBezTo>
                    <a:pt x="60" y="25"/>
                    <a:pt x="60" y="25"/>
                    <a:pt x="60" y="25"/>
                  </a:cubicBezTo>
                  <a:cubicBezTo>
                    <a:pt x="58" y="24"/>
                    <a:pt x="55" y="23"/>
                    <a:pt x="52" y="23"/>
                  </a:cubicBezTo>
                  <a:cubicBezTo>
                    <a:pt x="48" y="23"/>
                    <a:pt x="45" y="24"/>
                    <a:pt x="42" y="27"/>
                  </a:cubicBezTo>
                  <a:cubicBezTo>
                    <a:pt x="28" y="41"/>
                    <a:pt x="28" y="41"/>
                    <a:pt x="28" y="41"/>
                  </a:cubicBezTo>
                  <a:cubicBezTo>
                    <a:pt x="23" y="46"/>
                    <a:pt x="22" y="54"/>
                    <a:pt x="26" y="60"/>
                  </a:cubicBezTo>
                  <a:cubicBezTo>
                    <a:pt x="38" y="79"/>
                    <a:pt x="38" y="79"/>
                    <a:pt x="38" y="79"/>
                  </a:cubicBezTo>
                  <a:cubicBezTo>
                    <a:pt x="37" y="82"/>
                    <a:pt x="36" y="85"/>
                    <a:pt x="35" y="88"/>
                  </a:cubicBezTo>
                  <a:cubicBezTo>
                    <a:pt x="12" y="93"/>
                    <a:pt x="12" y="93"/>
                    <a:pt x="12" y="93"/>
                  </a:cubicBezTo>
                  <a:cubicBezTo>
                    <a:pt x="5" y="94"/>
                    <a:pt x="0" y="100"/>
                    <a:pt x="0" y="107"/>
                  </a:cubicBezTo>
                  <a:cubicBezTo>
                    <a:pt x="0" y="127"/>
                    <a:pt x="0" y="127"/>
                    <a:pt x="0" y="127"/>
                  </a:cubicBezTo>
                  <a:cubicBezTo>
                    <a:pt x="0" y="134"/>
                    <a:pt x="5" y="140"/>
                    <a:pt x="12" y="141"/>
                  </a:cubicBezTo>
                  <a:cubicBezTo>
                    <a:pt x="35" y="146"/>
                    <a:pt x="35" y="146"/>
                    <a:pt x="35" y="146"/>
                  </a:cubicBezTo>
                  <a:cubicBezTo>
                    <a:pt x="36" y="149"/>
                    <a:pt x="37" y="152"/>
                    <a:pt x="38" y="155"/>
                  </a:cubicBezTo>
                  <a:cubicBezTo>
                    <a:pt x="26" y="174"/>
                    <a:pt x="26" y="174"/>
                    <a:pt x="26" y="174"/>
                  </a:cubicBezTo>
                  <a:cubicBezTo>
                    <a:pt x="22" y="180"/>
                    <a:pt x="23" y="188"/>
                    <a:pt x="28" y="192"/>
                  </a:cubicBezTo>
                  <a:cubicBezTo>
                    <a:pt x="42" y="207"/>
                    <a:pt x="42" y="207"/>
                    <a:pt x="42" y="207"/>
                  </a:cubicBezTo>
                  <a:cubicBezTo>
                    <a:pt x="45" y="209"/>
                    <a:pt x="48" y="211"/>
                    <a:pt x="52" y="211"/>
                  </a:cubicBezTo>
                  <a:cubicBezTo>
                    <a:pt x="55" y="211"/>
                    <a:pt x="58" y="210"/>
                    <a:pt x="60" y="208"/>
                  </a:cubicBezTo>
                  <a:cubicBezTo>
                    <a:pt x="79" y="196"/>
                    <a:pt x="79" y="196"/>
                    <a:pt x="79" y="196"/>
                  </a:cubicBezTo>
                  <a:cubicBezTo>
                    <a:pt x="82" y="197"/>
                    <a:pt x="85" y="198"/>
                    <a:pt x="89" y="200"/>
                  </a:cubicBezTo>
                  <a:cubicBezTo>
                    <a:pt x="93" y="222"/>
                    <a:pt x="93" y="222"/>
                    <a:pt x="93" y="222"/>
                  </a:cubicBezTo>
                  <a:cubicBezTo>
                    <a:pt x="94" y="229"/>
                    <a:pt x="100" y="234"/>
                    <a:pt x="107" y="234"/>
                  </a:cubicBezTo>
                  <a:cubicBezTo>
                    <a:pt x="127" y="234"/>
                    <a:pt x="127" y="234"/>
                    <a:pt x="127" y="234"/>
                  </a:cubicBezTo>
                  <a:cubicBezTo>
                    <a:pt x="134" y="234"/>
                    <a:pt x="140" y="229"/>
                    <a:pt x="142" y="222"/>
                  </a:cubicBezTo>
                  <a:cubicBezTo>
                    <a:pt x="146" y="200"/>
                    <a:pt x="146" y="200"/>
                    <a:pt x="146" y="200"/>
                  </a:cubicBezTo>
                  <a:cubicBezTo>
                    <a:pt x="149" y="198"/>
                    <a:pt x="152" y="197"/>
                    <a:pt x="155" y="196"/>
                  </a:cubicBezTo>
                  <a:cubicBezTo>
                    <a:pt x="174" y="208"/>
                    <a:pt x="174" y="208"/>
                    <a:pt x="174" y="208"/>
                  </a:cubicBezTo>
                  <a:cubicBezTo>
                    <a:pt x="177" y="210"/>
                    <a:pt x="180" y="211"/>
                    <a:pt x="183" y="211"/>
                  </a:cubicBezTo>
                  <a:cubicBezTo>
                    <a:pt x="186" y="211"/>
                    <a:pt x="190" y="209"/>
                    <a:pt x="193" y="207"/>
                  </a:cubicBezTo>
                  <a:cubicBezTo>
                    <a:pt x="207" y="192"/>
                    <a:pt x="207" y="192"/>
                    <a:pt x="207" y="192"/>
                  </a:cubicBezTo>
                  <a:cubicBezTo>
                    <a:pt x="212" y="188"/>
                    <a:pt x="213" y="180"/>
                    <a:pt x="209" y="174"/>
                  </a:cubicBezTo>
                  <a:cubicBezTo>
                    <a:pt x="196" y="155"/>
                    <a:pt x="196" y="155"/>
                    <a:pt x="196" y="155"/>
                  </a:cubicBezTo>
                  <a:cubicBezTo>
                    <a:pt x="198" y="152"/>
                    <a:pt x="199" y="149"/>
                    <a:pt x="200" y="146"/>
                  </a:cubicBezTo>
                  <a:cubicBezTo>
                    <a:pt x="222" y="141"/>
                    <a:pt x="222" y="141"/>
                    <a:pt x="222" y="141"/>
                  </a:cubicBezTo>
                  <a:cubicBezTo>
                    <a:pt x="229" y="140"/>
                    <a:pt x="234" y="134"/>
                    <a:pt x="234" y="127"/>
                  </a:cubicBezTo>
                  <a:cubicBezTo>
                    <a:pt x="234" y="107"/>
                    <a:pt x="234" y="107"/>
                    <a:pt x="234" y="107"/>
                  </a:cubicBezTo>
                  <a:cubicBezTo>
                    <a:pt x="234" y="100"/>
                    <a:pt x="229" y="94"/>
                    <a:pt x="222" y="93"/>
                  </a:cubicBezTo>
                  <a:close/>
                  <a:moveTo>
                    <a:pt x="197" y="131"/>
                  </a:moveTo>
                  <a:cubicBezTo>
                    <a:pt x="192" y="132"/>
                    <a:pt x="188" y="136"/>
                    <a:pt x="186" y="141"/>
                  </a:cubicBezTo>
                  <a:cubicBezTo>
                    <a:pt x="185" y="143"/>
                    <a:pt x="184" y="146"/>
                    <a:pt x="183" y="149"/>
                  </a:cubicBezTo>
                  <a:cubicBezTo>
                    <a:pt x="181" y="153"/>
                    <a:pt x="181" y="159"/>
                    <a:pt x="184" y="163"/>
                  </a:cubicBezTo>
                  <a:cubicBezTo>
                    <a:pt x="197" y="182"/>
                    <a:pt x="197" y="182"/>
                    <a:pt x="197" y="182"/>
                  </a:cubicBezTo>
                  <a:cubicBezTo>
                    <a:pt x="183" y="196"/>
                    <a:pt x="183" y="196"/>
                    <a:pt x="183" y="196"/>
                  </a:cubicBezTo>
                  <a:cubicBezTo>
                    <a:pt x="164" y="184"/>
                    <a:pt x="164" y="184"/>
                    <a:pt x="164" y="184"/>
                  </a:cubicBezTo>
                  <a:cubicBezTo>
                    <a:pt x="161" y="182"/>
                    <a:pt x="158" y="181"/>
                    <a:pt x="155" y="181"/>
                  </a:cubicBezTo>
                  <a:cubicBezTo>
                    <a:pt x="153" y="181"/>
                    <a:pt x="151" y="182"/>
                    <a:pt x="149" y="183"/>
                  </a:cubicBezTo>
                  <a:cubicBezTo>
                    <a:pt x="147" y="184"/>
                    <a:pt x="144" y="185"/>
                    <a:pt x="141" y="186"/>
                  </a:cubicBezTo>
                  <a:cubicBezTo>
                    <a:pt x="136" y="187"/>
                    <a:pt x="133" y="192"/>
                    <a:pt x="132" y="197"/>
                  </a:cubicBezTo>
                  <a:cubicBezTo>
                    <a:pt x="127" y="219"/>
                    <a:pt x="127" y="219"/>
                    <a:pt x="127" y="219"/>
                  </a:cubicBezTo>
                  <a:cubicBezTo>
                    <a:pt x="107" y="219"/>
                    <a:pt x="107" y="219"/>
                    <a:pt x="107" y="219"/>
                  </a:cubicBezTo>
                  <a:cubicBezTo>
                    <a:pt x="103" y="197"/>
                    <a:pt x="103" y="197"/>
                    <a:pt x="103" y="197"/>
                  </a:cubicBezTo>
                  <a:cubicBezTo>
                    <a:pt x="102" y="192"/>
                    <a:pt x="98" y="187"/>
                    <a:pt x="93" y="186"/>
                  </a:cubicBezTo>
                  <a:cubicBezTo>
                    <a:pt x="91" y="185"/>
                    <a:pt x="88" y="184"/>
                    <a:pt x="85" y="183"/>
                  </a:cubicBezTo>
                  <a:cubicBezTo>
                    <a:pt x="83" y="182"/>
                    <a:pt x="81" y="181"/>
                    <a:pt x="79" y="181"/>
                  </a:cubicBezTo>
                  <a:cubicBezTo>
                    <a:pt x="76" y="181"/>
                    <a:pt x="73" y="182"/>
                    <a:pt x="71" y="184"/>
                  </a:cubicBezTo>
                  <a:cubicBezTo>
                    <a:pt x="52" y="196"/>
                    <a:pt x="52" y="196"/>
                    <a:pt x="52" y="196"/>
                  </a:cubicBezTo>
                  <a:cubicBezTo>
                    <a:pt x="38" y="182"/>
                    <a:pt x="38" y="182"/>
                    <a:pt x="38" y="182"/>
                  </a:cubicBezTo>
                  <a:cubicBezTo>
                    <a:pt x="51" y="163"/>
                    <a:pt x="51" y="163"/>
                    <a:pt x="51" y="163"/>
                  </a:cubicBezTo>
                  <a:cubicBezTo>
                    <a:pt x="54" y="159"/>
                    <a:pt x="54" y="153"/>
                    <a:pt x="52" y="149"/>
                  </a:cubicBezTo>
                  <a:cubicBezTo>
                    <a:pt x="50" y="146"/>
                    <a:pt x="49" y="144"/>
                    <a:pt x="48" y="141"/>
                  </a:cubicBezTo>
                  <a:cubicBezTo>
                    <a:pt x="47" y="136"/>
                    <a:pt x="43" y="132"/>
                    <a:pt x="37" y="131"/>
                  </a:cubicBezTo>
                  <a:cubicBezTo>
                    <a:pt x="15" y="127"/>
                    <a:pt x="15" y="127"/>
                    <a:pt x="15" y="127"/>
                  </a:cubicBezTo>
                  <a:cubicBezTo>
                    <a:pt x="15" y="107"/>
                    <a:pt x="15" y="107"/>
                    <a:pt x="15" y="107"/>
                  </a:cubicBezTo>
                  <a:cubicBezTo>
                    <a:pt x="37" y="102"/>
                    <a:pt x="37" y="102"/>
                    <a:pt x="37" y="102"/>
                  </a:cubicBezTo>
                  <a:cubicBezTo>
                    <a:pt x="43" y="101"/>
                    <a:pt x="47" y="98"/>
                    <a:pt x="48" y="93"/>
                  </a:cubicBezTo>
                  <a:cubicBezTo>
                    <a:pt x="49" y="90"/>
                    <a:pt x="50" y="88"/>
                    <a:pt x="52" y="85"/>
                  </a:cubicBezTo>
                  <a:cubicBezTo>
                    <a:pt x="54" y="80"/>
                    <a:pt x="54" y="75"/>
                    <a:pt x="51" y="71"/>
                  </a:cubicBezTo>
                  <a:cubicBezTo>
                    <a:pt x="38" y="52"/>
                    <a:pt x="38" y="52"/>
                    <a:pt x="38" y="52"/>
                  </a:cubicBezTo>
                  <a:cubicBezTo>
                    <a:pt x="52" y="38"/>
                    <a:pt x="52" y="38"/>
                    <a:pt x="52" y="38"/>
                  </a:cubicBezTo>
                  <a:cubicBezTo>
                    <a:pt x="71" y="50"/>
                    <a:pt x="71" y="50"/>
                    <a:pt x="71" y="50"/>
                  </a:cubicBezTo>
                  <a:cubicBezTo>
                    <a:pt x="73" y="52"/>
                    <a:pt x="76" y="53"/>
                    <a:pt x="79" y="53"/>
                  </a:cubicBezTo>
                  <a:cubicBezTo>
                    <a:pt x="81" y="53"/>
                    <a:pt x="83" y="52"/>
                    <a:pt x="85" y="51"/>
                  </a:cubicBezTo>
                  <a:cubicBezTo>
                    <a:pt x="88" y="50"/>
                    <a:pt x="91" y="49"/>
                    <a:pt x="93" y="48"/>
                  </a:cubicBezTo>
                  <a:cubicBezTo>
                    <a:pt x="98" y="46"/>
                    <a:pt x="102" y="42"/>
                    <a:pt x="103" y="37"/>
                  </a:cubicBezTo>
                  <a:cubicBezTo>
                    <a:pt x="107" y="15"/>
                    <a:pt x="107" y="15"/>
                    <a:pt x="107" y="15"/>
                  </a:cubicBezTo>
                  <a:cubicBezTo>
                    <a:pt x="127" y="15"/>
                    <a:pt x="127" y="15"/>
                    <a:pt x="127" y="15"/>
                  </a:cubicBezTo>
                  <a:cubicBezTo>
                    <a:pt x="132" y="37"/>
                    <a:pt x="132" y="37"/>
                    <a:pt x="132" y="37"/>
                  </a:cubicBezTo>
                  <a:cubicBezTo>
                    <a:pt x="133" y="42"/>
                    <a:pt x="136" y="46"/>
                    <a:pt x="141" y="48"/>
                  </a:cubicBezTo>
                  <a:cubicBezTo>
                    <a:pt x="144" y="49"/>
                    <a:pt x="147" y="50"/>
                    <a:pt x="149" y="51"/>
                  </a:cubicBezTo>
                  <a:cubicBezTo>
                    <a:pt x="151" y="52"/>
                    <a:pt x="153" y="53"/>
                    <a:pt x="155" y="53"/>
                  </a:cubicBezTo>
                  <a:cubicBezTo>
                    <a:pt x="158" y="53"/>
                    <a:pt x="161" y="52"/>
                    <a:pt x="164" y="50"/>
                  </a:cubicBezTo>
                  <a:cubicBezTo>
                    <a:pt x="183" y="38"/>
                    <a:pt x="183" y="38"/>
                    <a:pt x="183" y="38"/>
                  </a:cubicBezTo>
                  <a:cubicBezTo>
                    <a:pt x="197" y="52"/>
                    <a:pt x="197" y="52"/>
                    <a:pt x="197" y="52"/>
                  </a:cubicBezTo>
                  <a:cubicBezTo>
                    <a:pt x="184" y="71"/>
                    <a:pt x="184" y="71"/>
                    <a:pt x="184" y="71"/>
                  </a:cubicBezTo>
                  <a:cubicBezTo>
                    <a:pt x="181" y="75"/>
                    <a:pt x="181" y="80"/>
                    <a:pt x="183" y="85"/>
                  </a:cubicBezTo>
                  <a:cubicBezTo>
                    <a:pt x="184" y="88"/>
                    <a:pt x="185" y="90"/>
                    <a:pt x="186" y="93"/>
                  </a:cubicBezTo>
                  <a:cubicBezTo>
                    <a:pt x="188" y="98"/>
                    <a:pt x="192" y="101"/>
                    <a:pt x="197" y="102"/>
                  </a:cubicBezTo>
                  <a:cubicBezTo>
                    <a:pt x="220" y="107"/>
                    <a:pt x="220" y="107"/>
                    <a:pt x="220" y="107"/>
                  </a:cubicBezTo>
                  <a:cubicBezTo>
                    <a:pt x="220" y="127"/>
                    <a:pt x="220" y="127"/>
                    <a:pt x="220" y="127"/>
                  </a:cubicBezTo>
                  <a:lnTo>
                    <a:pt x="197" y="131"/>
                  </a:lnTo>
                  <a:close/>
                </a:path>
              </a:pathLst>
            </a:custGeom>
            <a:grpFill/>
            <a:ln>
              <a:noFill/>
            </a:ln>
          </p:spPr>
          <p:txBody>
            <a:bodyPr vert="horz" wrap="square" lIns="91440" tIns="45720" rIns="91440" bIns="45720" numCol="1" anchor="t" anchorCtr="0" compatLnSpc="1"/>
            <a:lstStyle/>
            <a:p>
              <a:endParaRPr lang="id-ID">
                <a:solidFill>
                  <a:schemeClr val="tx1">
                    <a:lumMod val="75000"/>
                    <a:lumOff val="25000"/>
                  </a:schemeClr>
                </a:solidFill>
                <a:latin typeface="Arial" panose="020B0604020202020204" pitchFamily="34" charset="0"/>
                <a:cs typeface="Arial" panose="020B0604020202020204" pitchFamily="34" charset="0"/>
              </a:endParaRPr>
            </a:p>
          </p:txBody>
        </p:sp>
        <p:sp>
          <p:nvSpPr>
            <p:cNvPr id="21" name="Freeform 85"/>
            <p:cNvSpPr>
              <a:spLocks noEditPoints="1"/>
            </p:cNvSpPr>
            <p:nvPr>
              <p:custDataLst>
                <p:tags r:id="rId13"/>
              </p:custDataLst>
            </p:nvPr>
          </p:nvSpPr>
          <p:spPr bwMode="auto">
            <a:xfrm>
              <a:off x="1070689" y="778792"/>
              <a:ext cx="112003" cy="111540"/>
            </a:xfrm>
            <a:custGeom>
              <a:avLst/>
              <a:gdLst>
                <a:gd name="T0" fmla="*/ 51 w 102"/>
                <a:gd name="T1" fmla="*/ 0 h 102"/>
                <a:gd name="T2" fmla="*/ 0 w 102"/>
                <a:gd name="T3" fmla="*/ 51 h 102"/>
                <a:gd name="T4" fmla="*/ 51 w 102"/>
                <a:gd name="T5" fmla="*/ 102 h 102"/>
                <a:gd name="T6" fmla="*/ 102 w 102"/>
                <a:gd name="T7" fmla="*/ 51 h 102"/>
                <a:gd name="T8" fmla="*/ 51 w 102"/>
                <a:gd name="T9" fmla="*/ 0 h 102"/>
                <a:gd name="T10" fmla="*/ 51 w 102"/>
                <a:gd name="T11" fmla="*/ 96 h 102"/>
                <a:gd name="T12" fmla="*/ 7 w 102"/>
                <a:gd name="T13" fmla="*/ 51 h 102"/>
                <a:gd name="T14" fmla="*/ 51 w 102"/>
                <a:gd name="T15" fmla="*/ 6 h 102"/>
                <a:gd name="T16" fmla="*/ 96 w 102"/>
                <a:gd name="T17" fmla="*/ 51 h 102"/>
                <a:gd name="T18" fmla="*/ 51 w 102"/>
                <a:gd name="T19" fmla="*/ 96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2" h="102">
                  <a:moveTo>
                    <a:pt x="51" y="0"/>
                  </a:moveTo>
                  <a:cubicBezTo>
                    <a:pt x="23" y="0"/>
                    <a:pt x="0" y="23"/>
                    <a:pt x="0" y="51"/>
                  </a:cubicBezTo>
                  <a:cubicBezTo>
                    <a:pt x="0" y="79"/>
                    <a:pt x="23" y="102"/>
                    <a:pt x="51" y="102"/>
                  </a:cubicBezTo>
                  <a:cubicBezTo>
                    <a:pt x="80" y="102"/>
                    <a:pt x="102" y="79"/>
                    <a:pt x="102" y="51"/>
                  </a:cubicBezTo>
                  <a:cubicBezTo>
                    <a:pt x="102" y="23"/>
                    <a:pt x="80" y="0"/>
                    <a:pt x="51" y="0"/>
                  </a:cubicBezTo>
                  <a:close/>
                  <a:moveTo>
                    <a:pt x="51" y="96"/>
                  </a:moveTo>
                  <a:cubicBezTo>
                    <a:pt x="27" y="96"/>
                    <a:pt x="7" y="76"/>
                    <a:pt x="7" y="51"/>
                  </a:cubicBezTo>
                  <a:cubicBezTo>
                    <a:pt x="7" y="26"/>
                    <a:pt x="27" y="6"/>
                    <a:pt x="51" y="6"/>
                  </a:cubicBezTo>
                  <a:cubicBezTo>
                    <a:pt x="76" y="6"/>
                    <a:pt x="96" y="26"/>
                    <a:pt x="96" y="51"/>
                  </a:cubicBezTo>
                  <a:cubicBezTo>
                    <a:pt x="96" y="76"/>
                    <a:pt x="76" y="96"/>
                    <a:pt x="51" y="96"/>
                  </a:cubicBezTo>
                  <a:close/>
                </a:path>
              </a:pathLst>
            </a:custGeom>
            <a:grpFill/>
            <a:ln>
              <a:noFill/>
            </a:ln>
          </p:spPr>
          <p:txBody>
            <a:bodyPr vert="horz" wrap="square" lIns="91440" tIns="45720" rIns="91440" bIns="45720" numCol="1" anchor="t" anchorCtr="0" compatLnSpc="1"/>
            <a:lstStyle/>
            <a:p>
              <a:endParaRPr lang="id-ID">
                <a:solidFill>
                  <a:schemeClr val="tx1">
                    <a:lumMod val="75000"/>
                    <a:lumOff val="25000"/>
                  </a:schemeClr>
                </a:solidFill>
                <a:latin typeface="Arial" panose="020B0604020202020204" pitchFamily="34" charset="0"/>
                <a:cs typeface="Arial" panose="020B0604020202020204" pitchFamily="34" charset="0"/>
              </a:endParaRPr>
            </a:p>
          </p:txBody>
        </p:sp>
        <p:sp>
          <p:nvSpPr>
            <p:cNvPr id="22" name="Freeform 86"/>
            <p:cNvSpPr>
              <a:spLocks noEditPoints="1"/>
            </p:cNvSpPr>
            <p:nvPr>
              <p:custDataLst>
                <p:tags r:id="rId14"/>
              </p:custDataLst>
            </p:nvPr>
          </p:nvSpPr>
          <p:spPr bwMode="auto">
            <a:xfrm>
              <a:off x="1094756" y="802859"/>
              <a:ext cx="64795" cy="63407"/>
            </a:xfrm>
            <a:custGeom>
              <a:avLst/>
              <a:gdLst>
                <a:gd name="T0" fmla="*/ 29 w 59"/>
                <a:gd name="T1" fmla="*/ 0 h 58"/>
                <a:gd name="T2" fmla="*/ 0 w 59"/>
                <a:gd name="T3" fmla="*/ 29 h 58"/>
                <a:gd name="T4" fmla="*/ 29 w 59"/>
                <a:gd name="T5" fmla="*/ 58 h 58"/>
                <a:gd name="T6" fmla="*/ 59 w 59"/>
                <a:gd name="T7" fmla="*/ 29 h 58"/>
                <a:gd name="T8" fmla="*/ 29 w 59"/>
                <a:gd name="T9" fmla="*/ 0 h 58"/>
                <a:gd name="T10" fmla="*/ 29 w 59"/>
                <a:gd name="T11" fmla="*/ 51 h 58"/>
                <a:gd name="T12" fmla="*/ 7 w 59"/>
                <a:gd name="T13" fmla="*/ 29 h 58"/>
                <a:gd name="T14" fmla="*/ 29 w 59"/>
                <a:gd name="T15" fmla="*/ 7 h 58"/>
                <a:gd name="T16" fmla="*/ 51 w 59"/>
                <a:gd name="T17" fmla="*/ 29 h 58"/>
                <a:gd name="T18" fmla="*/ 29 w 59"/>
                <a:gd name="T19" fmla="*/ 5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58">
                  <a:moveTo>
                    <a:pt x="29" y="0"/>
                  </a:moveTo>
                  <a:cubicBezTo>
                    <a:pt x="13" y="0"/>
                    <a:pt x="0" y="13"/>
                    <a:pt x="0" y="29"/>
                  </a:cubicBezTo>
                  <a:cubicBezTo>
                    <a:pt x="0" y="45"/>
                    <a:pt x="13" y="58"/>
                    <a:pt x="29" y="58"/>
                  </a:cubicBezTo>
                  <a:cubicBezTo>
                    <a:pt x="45" y="58"/>
                    <a:pt x="59" y="45"/>
                    <a:pt x="59" y="29"/>
                  </a:cubicBezTo>
                  <a:cubicBezTo>
                    <a:pt x="59" y="13"/>
                    <a:pt x="45" y="0"/>
                    <a:pt x="29" y="0"/>
                  </a:cubicBezTo>
                  <a:close/>
                  <a:moveTo>
                    <a:pt x="29" y="51"/>
                  </a:moveTo>
                  <a:cubicBezTo>
                    <a:pt x="17" y="51"/>
                    <a:pt x="7" y="41"/>
                    <a:pt x="7" y="29"/>
                  </a:cubicBezTo>
                  <a:cubicBezTo>
                    <a:pt x="7" y="17"/>
                    <a:pt x="17" y="7"/>
                    <a:pt x="29" y="7"/>
                  </a:cubicBezTo>
                  <a:cubicBezTo>
                    <a:pt x="41" y="7"/>
                    <a:pt x="51" y="17"/>
                    <a:pt x="51" y="29"/>
                  </a:cubicBezTo>
                  <a:cubicBezTo>
                    <a:pt x="51" y="41"/>
                    <a:pt x="41" y="51"/>
                    <a:pt x="29" y="51"/>
                  </a:cubicBezTo>
                  <a:close/>
                </a:path>
              </a:pathLst>
            </a:custGeom>
            <a:grpFill/>
            <a:ln>
              <a:noFill/>
            </a:ln>
          </p:spPr>
          <p:txBody>
            <a:bodyPr vert="horz" wrap="square" lIns="91440" tIns="45720" rIns="91440" bIns="45720" numCol="1" anchor="t" anchorCtr="0" compatLnSpc="1"/>
            <a:lstStyle/>
            <a:p>
              <a:endParaRPr lang="id-ID">
                <a:solidFill>
                  <a:schemeClr val="tx1">
                    <a:lumMod val="75000"/>
                    <a:lumOff val="25000"/>
                  </a:schemeClr>
                </a:solidFill>
                <a:latin typeface="Arial" panose="020B0604020202020204" pitchFamily="34" charset="0"/>
                <a:cs typeface="Arial" panose="020B0604020202020204" pitchFamily="34" charset="0"/>
              </a:endParaRPr>
            </a:p>
          </p:txBody>
        </p:sp>
      </p:grpSp>
      <p:sp>
        <p:nvSpPr>
          <p:cNvPr id="23" name="TextBox 13"/>
          <p:cNvSpPr txBox="1"/>
          <p:nvPr>
            <p:custDataLst>
              <p:tags r:id="rId15"/>
            </p:custDataLst>
          </p:nvPr>
        </p:nvSpPr>
        <p:spPr>
          <a:xfrm>
            <a:off x="4282022" y="4862581"/>
            <a:ext cx="1548151" cy="294640"/>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音效</a:t>
            </a:r>
            <a:endPar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4" name="TextBox 13"/>
          <p:cNvSpPr txBox="1"/>
          <p:nvPr>
            <p:custDataLst>
              <p:tags r:id="rId16"/>
            </p:custDataLst>
          </p:nvPr>
        </p:nvSpPr>
        <p:spPr>
          <a:xfrm>
            <a:off x="3821789" y="5172987"/>
            <a:ext cx="2468616" cy="220980"/>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特定画面的音效</a:t>
            </a:r>
            <a:endPar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Sev03"/>
          <p:cNvSpPr/>
          <p:nvPr>
            <p:custDataLst>
              <p:tags r:id="rId17"/>
            </p:custDataLst>
          </p:nvPr>
        </p:nvSpPr>
        <p:spPr>
          <a:xfrm rot="18900000">
            <a:off x="6517344" y="3237911"/>
            <a:ext cx="1237127" cy="1237127"/>
          </a:xfrm>
          <a:prstGeom prst="rect">
            <a:avLst/>
          </a:prstGeom>
          <a:solidFill>
            <a:srgbClr val="3298FD"/>
          </a:solidFill>
          <a:ln w="0">
            <a:noFill/>
            <a:prstDash val="solid"/>
            <a:round/>
          </a:ln>
        </p:spPr>
        <p:txBody>
          <a:bodyPr vert="horz" wrap="square" lIns="91440" tIns="45720" rIns="91440" bIns="45720" numCol="1" anchor="t" anchorCtr="0" compatLnSpc="1"/>
          <a:lstStyle/>
          <a:p>
            <a:endParaRPr lang="en-US" dirty="0">
              <a:solidFill>
                <a:srgbClr val="234463"/>
              </a:solidFill>
              <a:latin typeface="Arial" panose="020B0604020202020204" pitchFamily="34" charset="0"/>
              <a:ea typeface="微软雅黑" panose="020B0503020204020204" pitchFamily="34" charset="-122"/>
              <a:cs typeface="+mn-ea"/>
            </a:endParaRPr>
          </a:p>
        </p:txBody>
      </p:sp>
      <p:sp>
        <p:nvSpPr>
          <p:cNvPr id="26" name="Sev03"/>
          <p:cNvSpPr/>
          <p:nvPr>
            <p:custDataLst>
              <p:tags r:id="rId18"/>
            </p:custDataLst>
          </p:nvPr>
        </p:nvSpPr>
        <p:spPr>
          <a:xfrm rot="18900000">
            <a:off x="6517344" y="3171497"/>
            <a:ext cx="1237127" cy="1237127"/>
          </a:xfrm>
          <a:prstGeom prst="rect">
            <a:avLst/>
          </a:prstGeom>
          <a:solidFill>
            <a:schemeClr val="bg1"/>
          </a:solidFill>
          <a:ln w="28575">
            <a:solidFill>
              <a:srgbClr val="177DE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27" name="AutoShape 60"/>
          <p:cNvSpPr/>
          <p:nvPr>
            <p:custDataLst>
              <p:tags r:id="rId19"/>
            </p:custDataLst>
          </p:nvPr>
        </p:nvSpPr>
        <p:spPr bwMode="auto">
          <a:xfrm>
            <a:off x="6912252" y="3590426"/>
            <a:ext cx="447311" cy="403532"/>
          </a:xfrm>
          <a:custGeom>
            <a:avLst/>
            <a:gdLst>
              <a:gd name="T0" fmla="*/ 197644 w 21600"/>
              <a:gd name="T1" fmla="*/ 197644 h 21592"/>
              <a:gd name="T2" fmla="*/ 197644 w 21600"/>
              <a:gd name="T3" fmla="*/ 197644 h 21592"/>
              <a:gd name="T4" fmla="*/ 197644 w 21600"/>
              <a:gd name="T5" fmla="*/ 197644 h 21592"/>
              <a:gd name="T6" fmla="*/ 197644 w 21600"/>
              <a:gd name="T7" fmla="*/ 197644 h 2159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592">
                <a:moveTo>
                  <a:pt x="16719" y="11484"/>
                </a:moveTo>
                <a:cubicBezTo>
                  <a:pt x="16972" y="11823"/>
                  <a:pt x="17102" y="12217"/>
                  <a:pt x="17111" y="12666"/>
                </a:cubicBezTo>
                <a:cubicBezTo>
                  <a:pt x="17118" y="13118"/>
                  <a:pt x="16986" y="13503"/>
                  <a:pt x="16719" y="13825"/>
                </a:cubicBezTo>
                <a:lnTo>
                  <a:pt x="10660" y="21039"/>
                </a:lnTo>
                <a:cubicBezTo>
                  <a:pt x="10393" y="21361"/>
                  <a:pt x="10061" y="21530"/>
                  <a:pt x="9664" y="21548"/>
                </a:cubicBezTo>
                <a:cubicBezTo>
                  <a:pt x="9270" y="21568"/>
                  <a:pt x="8950" y="21398"/>
                  <a:pt x="8704" y="21039"/>
                </a:cubicBezTo>
                <a:lnTo>
                  <a:pt x="991" y="10768"/>
                </a:lnTo>
                <a:cubicBezTo>
                  <a:pt x="721" y="10408"/>
                  <a:pt x="488" y="9960"/>
                  <a:pt x="293" y="9416"/>
                </a:cubicBezTo>
                <a:cubicBezTo>
                  <a:pt x="98" y="8878"/>
                  <a:pt x="0" y="8375"/>
                  <a:pt x="0" y="7918"/>
                </a:cubicBezTo>
                <a:lnTo>
                  <a:pt x="0" y="1668"/>
                </a:lnTo>
                <a:cubicBezTo>
                  <a:pt x="0" y="1216"/>
                  <a:pt x="134" y="825"/>
                  <a:pt x="401" y="497"/>
                </a:cubicBezTo>
                <a:cubicBezTo>
                  <a:pt x="671" y="166"/>
                  <a:pt x="1003" y="0"/>
                  <a:pt x="1392" y="0"/>
                </a:cubicBezTo>
                <a:lnTo>
                  <a:pt x="6619" y="0"/>
                </a:lnTo>
                <a:cubicBezTo>
                  <a:pt x="6811" y="0"/>
                  <a:pt x="7016" y="28"/>
                  <a:pt x="7237" y="83"/>
                </a:cubicBezTo>
                <a:cubicBezTo>
                  <a:pt x="7456" y="138"/>
                  <a:pt x="7677" y="224"/>
                  <a:pt x="7899" y="336"/>
                </a:cubicBezTo>
                <a:cubicBezTo>
                  <a:pt x="8120" y="451"/>
                  <a:pt x="8332" y="580"/>
                  <a:pt x="8524" y="724"/>
                </a:cubicBezTo>
                <a:cubicBezTo>
                  <a:pt x="8719" y="865"/>
                  <a:pt x="8880" y="1021"/>
                  <a:pt x="9005" y="1185"/>
                </a:cubicBezTo>
                <a:lnTo>
                  <a:pt x="16719" y="11484"/>
                </a:lnTo>
                <a:close/>
                <a:moveTo>
                  <a:pt x="3603" y="5922"/>
                </a:moveTo>
                <a:cubicBezTo>
                  <a:pt x="3964" y="5922"/>
                  <a:pt x="4279" y="5761"/>
                  <a:pt x="4548" y="5441"/>
                </a:cubicBezTo>
                <a:cubicBezTo>
                  <a:pt x="4815" y="5116"/>
                  <a:pt x="4952" y="4740"/>
                  <a:pt x="4952" y="4311"/>
                </a:cubicBezTo>
                <a:cubicBezTo>
                  <a:pt x="4952" y="3862"/>
                  <a:pt x="4815" y="3477"/>
                  <a:pt x="4548" y="3160"/>
                </a:cubicBezTo>
                <a:cubicBezTo>
                  <a:pt x="4281" y="2844"/>
                  <a:pt x="3966" y="2686"/>
                  <a:pt x="3603" y="2686"/>
                </a:cubicBezTo>
                <a:cubicBezTo>
                  <a:pt x="3227" y="2686"/>
                  <a:pt x="2908" y="2844"/>
                  <a:pt x="2643" y="3160"/>
                </a:cubicBezTo>
                <a:cubicBezTo>
                  <a:pt x="2378" y="3477"/>
                  <a:pt x="2246" y="3862"/>
                  <a:pt x="2246" y="4311"/>
                </a:cubicBezTo>
                <a:cubicBezTo>
                  <a:pt x="2246" y="4739"/>
                  <a:pt x="2378" y="5116"/>
                  <a:pt x="2643" y="5441"/>
                </a:cubicBezTo>
                <a:cubicBezTo>
                  <a:pt x="2905" y="5761"/>
                  <a:pt x="3225" y="5922"/>
                  <a:pt x="3603" y="5922"/>
                </a:cubicBezTo>
                <a:moveTo>
                  <a:pt x="21198" y="11510"/>
                </a:moveTo>
                <a:cubicBezTo>
                  <a:pt x="21465" y="11852"/>
                  <a:pt x="21599" y="12252"/>
                  <a:pt x="21599" y="12709"/>
                </a:cubicBezTo>
                <a:cubicBezTo>
                  <a:pt x="21599" y="13167"/>
                  <a:pt x="21465" y="13558"/>
                  <a:pt x="21198" y="13880"/>
                </a:cubicBezTo>
                <a:lnTo>
                  <a:pt x="15163" y="21093"/>
                </a:lnTo>
                <a:cubicBezTo>
                  <a:pt x="14896" y="21415"/>
                  <a:pt x="14564" y="21582"/>
                  <a:pt x="14174" y="21591"/>
                </a:cubicBezTo>
                <a:cubicBezTo>
                  <a:pt x="13782" y="21600"/>
                  <a:pt x="13450" y="21433"/>
                  <a:pt x="13183" y="21093"/>
                </a:cubicBezTo>
                <a:lnTo>
                  <a:pt x="13044" y="20903"/>
                </a:lnTo>
                <a:lnTo>
                  <a:pt x="18963" y="13825"/>
                </a:lnTo>
                <a:cubicBezTo>
                  <a:pt x="19230" y="13503"/>
                  <a:pt x="19365" y="13118"/>
                  <a:pt x="19360" y="12660"/>
                </a:cubicBezTo>
                <a:cubicBezTo>
                  <a:pt x="19355" y="12206"/>
                  <a:pt x="19223" y="11812"/>
                  <a:pt x="18963" y="11484"/>
                </a:cubicBezTo>
                <a:lnTo>
                  <a:pt x="11247" y="1185"/>
                </a:lnTo>
                <a:cubicBezTo>
                  <a:pt x="11009" y="865"/>
                  <a:pt x="10689" y="604"/>
                  <a:pt x="10282" y="408"/>
                </a:cubicBezTo>
                <a:cubicBezTo>
                  <a:pt x="9873" y="210"/>
                  <a:pt x="9484" y="83"/>
                  <a:pt x="9109" y="28"/>
                </a:cubicBezTo>
                <a:lnTo>
                  <a:pt x="11112" y="28"/>
                </a:lnTo>
                <a:cubicBezTo>
                  <a:pt x="11502" y="28"/>
                  <a:pt x="11935" y="141"/>
                  <a:pt x="12406" y="365"/>
                </a:cubicBezTo>
                <a:cubicBezTo>
                  <a:pt x="12878" y="589"/>
                  <a:pt x="13236" y="874"/>
                  <a:pt x="13481" y="1213"/>
                </a:cubicBezTo>
                <a:lnTo>
                  <a:pt x="21198" y="11510"/>
                </a:lnTo>
                <a:close/>
              </a:path>
            </a:pathLst>
          </a:custGeom>
          <a:solidFill>
            <a:srgbClr val="3298FD"/>
          </a:solidFill>
          <a:ln w="0">
            <a:noFill/>
            <a:prstDash val="solid"/>
            <a:round/>
          </a:ln>
        </p:spPr>
        <p:txBody>
          <a:bodyPr vert="horz" wrap="square" lIns="91440" tIns="45720" rIns="91440" bIns="45720" numCol="1" anchor="t" anchorCtr="0" compatLnSpc="1"/>
          <a:lstStyle/>
          <a:p>
            <a:endParaRPr lang="en-US">
              <a:solidFill>
                <a:srgbClr val="234463"/>
              </a:solidFill>
              <a:latin typeface="Arial" panose="020B0604020202020204" pitchFamily="34" charset="0"/>
              <a:ea typeface="微软雅黑" panose="020B0503020204020204" pitchFamily="34" charset="-122"/>
              <a:cs typeface="+mn-ea"/>
            </a:endParaRPr>
          </a:p>
        </p:txBody>
      </p:sp>
      <p:sp>
        <p:nvSpPr>
          <p:cNvPr id="28" name="TextBox 13"/>
          <p:cNvSpPr txBox="1"/>
          <p:nvPr>
            <p:custDataLst>
              <p:tags r:id="rId20"/>
            </p:custDataLst>
          </p:nvPr>
        </p:nvSpPr>
        <p:spPr>
          <a:xfrm>
            <a:off x="6361832" y="1652028"/>
            <a:ext cx="1548151" cy="294640"/>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效果</a:t>
            </a:r>
            <a:endPar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29" name="TextBox 13"/>
          <p:cNvSpPr txBox="1"/>
          <p:nvPr>
            <p:custDataLst>
              <p:tags r:id="rId21"/>
            </p:custDataLst>
          </p:nvPr>
        </p:nvSpPr>
        <p:spPr>
          <a:xfrm>
            <a:off x="6724015" y="2042160"/>
            <a:ext cx="1257300" cy="736600"/>
          </a:xfrm>
          <a:prstGeom prst="rect">
            <a:avLst/>
          </a:prstGeom>
          <a:noFill/>
        </p:spPr>
        <p:txBody>
          <a:bodyPr wrap="square" lIns="0" tIns="0" rIns="0" bIns="0" rtlCol="0" anchor="t" anchorCtr="0">
            <a:spAutoFit/>
          </a:bodyPr>
          <a:lstStyle/>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①超级键抠绿幕</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②网络素材</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gn="l"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③梗</a:t>
            </a: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0" name="Sev04"/>
          <p:cNvSpPr/>
          <p:nvPr>
            <p:custDataLst>
              <p:tags r:id="rId22"/>
            </p:custDataLst>
          </p:nvPr>
        </p:nvSpPr>
        <p:spPr>
          <a:xfrm rot="18900000">
            <a:off x="8597152" y="3241772"/>
            <a:ext cx="1237127" cy="1237127"/>
          </a:xfrm>
          <a:prstGeom prst="rect">
            <a:avLst/>
          </a:prstGeom>
          <a:solidFill>
            <a:srgbClr val="2344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1" name="Sev04"/>
          <p:cNvSpPr/>
          <p:nvPr>
            <p:custDataLst>
              <p:tags r:id="rId23"/>
            </p:custDataLst>
          </p:nvPr>
        </p:nvSpPr>
        <p:spPr>
          <a:xfrm rot="18900000">
            <a:off x="8597152" y="3171497"/>
            <a:ext cx="1237127" cy="1237127"/>
          </a:xfrm>
          <a:prstGeom prst="rect">
            <a:avLst/>
          </a:prstGeom>
          <a:solidFill>
            <a:schemeClr val="bg1"/>
          </a:solidFill>
          <a:ln w="28575">
            <a:solidFill>
              <a:srgbClr val="23446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00" dirty="0">
              <a:solidFill>
                <a:schemeClr val="tx1">
                  <a:lumMod val="75000"/>
                  <a:lumOff val="25000"/>
                </a:schemeClr>
              </a:solidFill>
              <a:latin typeface="Arial" panose="020B0604020202020204" pitchFamily="34" charset="0"/>
              <a:cs typeface="Arial" panose="020B0604020202020204" pitchFamily="34" charset="0"/>
            </a:endParaRPr>
          </a:p>
        </p:txBody>
      </p:sp>
      <p:grpSp>
        <p:nvGrpSpPr>
          <p:cNvPr id="32" name="组合 31"/>
          <p:cNvGrpSpPr/>
          <p:nvPr>
            <p:custDataLst>
              <p:tags r:id="rId24"/>
            </p:custDataLst>
          </p:nvPr>
        </p:nvGrpSpPr>
        <p:grpSpPr>
          <a:xfrm>
            <a:off x="9010819" y="3584165"/>
            <a:ext cx="409793" cy="409793"/>
            <a:chOff x="9601884" y="3538764"/>
            <a:chExt cx="492617" cy="492617"/>
          </a:xfrm>
          <a:solidFill>
            <a:srgbClr val="234463"/>
          </a:solidFill>
        </p:grpSpPr>
        <p:sp>
          <p:nvSpPr>
            <p:cNvPr id="33" name="AutoShape 443"/>
            <p:cNvSpPr/>
            <p:nvPr>
              <p:custDataLst>
                <p:tags r:id="rId25"/>
              </p:custDataLst>
            </p:nvPr>
          </p:nvSpPr>
          <p:spPr bwMode="auto">
            <a:xfrm>
              <a:off x="9601884" y="3792354"/>
              <a:ext cx="239027" cy="23902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w 21600"/>
                <a:gd name="T35" fmla="*/ 0 h 2160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1600" h="21600">
                  <a:moveTo>
                    <a:pt x="16948" y="3429"/>
                  </a:moveTo>
                  <a:lnTo>
                    <a:pt x="9450" y="10928"/>
                  </a:lnTo>
                  <a:lnTo>
                    <a:pt x="8117" y="9596"/>
                  </a:lnTo>
                  <a:lnTo>
                    <a:pt x="15616" y="2098"/>
                  </a:lnTo>
                  <a:lnTo>
                    <a:pt x="13520" y="0"/>
                  </a:lnTo>
                  <a:lnTo>
                    <a:pt x="3894" y="9626"/>
                  </a:lnTo>
                  <a:lnTo>
                    <a:pt x="3890" y="9626"/>
                  </a:lnTo>
                  <a:lnTo>
                    <a:pt x="3890" y="9630"/>
                  </a:lnTo>
                  <a:lnTo>
                    <a:pt x="3889" y="9630"/>
                  </a:lnTo>
                  <a:lnTo>
                    <a:pt x="3890" y="9630"/>
                  </a:lnTo>
                  <a:lnTo>
                    <a:pt x="0" y="21600"/>
                  </a:lnTo>
                  <a:lnTo>
                    <a:pt x="11971" y="17712"/>
                  </a:lnTo>
                  <a:lnTo>
                    <a:pt x="11972" y="17712"/>
                  </a:lnTo>
                  <a:lnTo>
                    <a:pt x="11975" y="17711"/>
                  </a:lnTo>
                  <a:lnTo>
                    <a:pt x="11975" y="17709"/>
                  </a:lnTo>
                  <a:lnTo>
                    <a:pt x="21600" y="8083"/>
                  </a:lnTo>
                  <a:lnTo>
                    <a:pt x="16948" y="3429"/>
                  </a:lnTo>
                  <a:close/>
                  <a:moveTo>
                    <a:pt x="16948" y="3429"/>
                  </a:moveTo>
                </a:path>
              </a:pathLst>
            </a:custGeom>
            <a:grpFill/>
            <a:ln>
              <a:noFill/>
            </a:ln>
          </p:spPr>
          <p:txBody>
            <a:bodyPr lIns="0" tIns="0" rIns="0" bIns="0"/>
            <a:lstStyle/>
            <a:p>
              <a:endParaRPr lang="en-US" sz="2400">
                <a:solidFill>
                  <a:schemeClr val="tx1">
                    <a:lumMod val="75000"/>
                    <a:lumOff val="25000"/>
                  </a:schemeClr>
                </a:solidFill>
                <a:latin typeface="Arial" panose="020B0604020202020204" pitchFamily="34" charset="0"/>
                <a:cs typeface="Arial" panose="020B0604020202020204" pitchFamily="34" charset="0"/>
              </a:endParaRPr>
            </a:p>
          </p:txBody>
        </p:sp>
        <p:sp>
          <p:nvSpPr>
            <p:cNvPr id="34" name="AutoShape 444"/>
            <p:cNvSpPr/>
            <p:nvPr>
              <p:custDataLst>
                <p:tags r:id="rId26"/>
              </p:custDataLst>
            </p:nvPr>
          </p:nvSpPr>
          <p:spPr bwMode="auto">
            <a:xfrm>
              <a:off x="9855474" y="3627864"/>
              <a:ext cx="150783" cy="15078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a:moveTo>
                    <a:pt x="3324" y="12115"/>
                  </a:moveTo>
                  <a:lnTo>
                    <a:pt x="8825" y="6614"/>
                  </a:lnTo>
                  <a:lnTo>
                    <a:pt x="10935" y="8723"/>
                  </a:lnTo>
                  <a:lnTo>
                    <a:pt x="5434" y="14225"/>
                  </a:lnTo>
                  <a:lnTo>
                    <a:pt x="12808" y="21600"/>
                  </a:lnTo>
                  <a:lnTo>
                    <a:pt x="21600" y="12807"/>
                  </a:lnTo>
                  <a:lnTo>
                    <a:pt x="8790" y="0"/>
                  </a:lnTo>
                  <a:lnTo>
                    <a:pt x="0" y="8791"/>
                  </a:lnTo>
                  <a:lnTo>
                    <a:pt x="3324" y="12115"/>
                  </a:lnTo>
                  <a:close/>
                  <a:moveTo>
                    <a:pt x="3324" y="12115"/>
                  </a:moveTo>
                </a:path>
              </a:pathLst>
            </a:custGeom>
            <a:grpFill/>
            <a:ln>
              <a:noFill/>
            </a:ln>
          </p:spPr>
          <p:txBody>
            <a:bodyPr lIns="0" tIns="0" rIns="0" bIns="0"/>
            <a:lstStyle/>
            <a:p>
              <a:endParaRPr lang="en-US" sz="2400">
                <a:solidFill>
                  <a:schemeClr val="tx1">
                    <a:lumMod val="75000"/>
                    <a:lumOff val="25000"/>
                  </a:schemeClr>
                </a:solidFill>
                <a:latin typeface="Arial" panose="020B0604020202020204" pitchFamily="34" charset="0"/>
                <a:cs typeface="Arial" panose="020B0604020202020204" pitchFamily="34" charset="0"/>
              </a:endParaRPr>
            </a:p>
          </p:txBody>
        </p:sp>
        <p:sp>
          <p:nvSpPr>
            <p:cNvPr id="35" name="AutoShape 445"/>
            <p:cNvSpPr/>
            <p:nvPr>
              <p:custDataLst>
                <p:tags r:id="rId27"/>
              </p:custDataLst>
            </p:nvPr>
          </p:nvSpPr>
          <p:spPr bwMode="auto">
            <a:xfrm>
              <a:off x="9944574" y="3538764"/>
              <a:ext cx="148214" cy="148214"/>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0" y="8576"/>
                  </a:moveTo>
                  <a:lnTo>
                    <a:pt x="8573" y="0"/>
                  </a:lnTo>
                  <a:lnTo>
                    <a:pt x="21600" y="13024"/>
                  </a:lnTo>
                  <a:lnTo>
                    <a:pt x="13027" y="21600"/>
                  </a:lnTo>
                  <a:lnTo>
                    <a:pt x="0" y="8576"/>
                  </a:lnTo>
                  <a:close/>
                  <a:moveTo>
                    <a:pt x="0" y="8576"/>
                  </a:moveTo>
                </a:path>
              </a:pathLst>
            </a:custGeom>
            <a:grpFill/>
            <a:ln>
              <a:noFill/>
            </a:ln>
          </p:spPr>
          <p:txBody>
            <a:bodyPr lIns="0" tIns="0" rIns="0" bIns="0"/>
            <a:lstStyle/>
            <a:p>
              <a:endParaRPr lang="en-US" sz="2400">
                <a:solidFill>
                  <a:schemeClr val="tx1">
                    <a:lumMod val="75000"/>
                    <a:lumOff val="25000"/>
                  </a:schemeClr>
                </a:solidFill>
                <a:latin typeface="Arial" panose="020B0604020202020204" pitchFamily="34" charset="0"/>
                <a:cs typeface="Arial" panose="020B0604020202020204" pitchFamily="34" charset="0"/>
              </a:endParaRPr>
            </a:p>
          </p:txBody>
        </p:sp>
        <p:sp>
          <p:nvSpPr>
            <p:cNvPr id="36" name="AutoShape 446"/>
            <p:cNvSpPr/>
            <p:nvPr>
              <p:custDataLst>
                <p:tags r:id="rId28"/>
              </p:custDataLst>
            </p:nvPr>
          </p:nvSpPr>
          <p:spPr bwMode="auto">
            <a:xfrm>
              <a:off x="9601884" y="3538764"/>
              <a:ext cx="492617" cy="491760"/>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w 21600"/>
                <a:gd name="T29" fmla="*/ 0 h 21600"/>
                <a:gd name="T30" fmla="*/ 0 w 21600"/>
                <a:gd name="T31" fmla="*/ 0 h 21600"/>
                <a:gd name="T32" fmla="*/ 0 w 21600"/>
                <a:gd name="T33" fmla="*/ 0 h 21600"/>
                <a:gd name="T34" fmla="*/ 0 w 21600"/>
                <a:gd name="T35" fmla="*/ 0 h 21600"/>
                <a:gd name="T36" fmla="*/ 0 w 21600"/>
                <a:gd name="T37" fmla="*/ 0 h 21600"/>
                <a:gd name="T38" fmla="*/ 0 w 21600"/>
                <a:gd name="T39" fmla="*/ 0 h 21600"/>
                <a:gd name="T40" fmla="*/ 0 w 21600"/>
                <a:gd name="T41" fmla="*/ 0 h 21600"/>
                <a:gd name="T42" fmla="*/ 0 w 21600"/>
                <a:gd name="T43" fmla="*/ 0 h 21600"/>
                <a:gd name="T44" fmla="*/ 0 w 21600"/>
                <a:gd name="T45" fmla="*/ 0 h 21600"/>
                <a:gd name="T46" fmla="*/ 0 w 21600"/>
                <a:gd name="T47" fmla="*/ 0 h 21600"/>
                <a:gd name="T48" fmla="*/ 0 w 21600"/>
                <a:gd name="T49" fmla="*/ 0 h 21600"/>
                <a:gd name="T50" fmla="*/ 0 w 21600"/>
                <a:gd name="T51" fmla="*/ 0 h 2160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21600" h="21600">
                  <a:moveTo>
                    <a:pt x="16712" y="12177"/>
                  </a:moveTo>
                  <a:cubicBezTo>
                    <a:pt x="16247" y="12177"/>
                    <a:pt x="15748" y="12329"/>
                    <a:pt x="15257" y="12582"/>
                  </a:cubicBezTo>
                  <a:lnTo>
                    <a:pt x="9013" y="6331"/>
                  </a:lnTo>
                  <a:cubicBezTo>
                    <a:pt x="9263" y="5840"/>
                    <a:pt x="9413" y="5346"/>
                    <a:pt x="9413" y="4893"/>
                  </a:cubicBezTo>
                  <a:cubicBezTo>
                    <a:pt x="9413" y="2407"/>
                    <a:pt x="7052" y="0"/>
                    <a:pt x="4571" y="0"/>
                  </a:cubicBezTo>
                  <a:cubicBezTo>
                    <a:pt x="4555" y="0"/>
                    <a:pt x="4540" y="0"/>
                    <a:pt x="4525" y="0"/>
                  </a:cubicBezTo>
                  <a:cubicBezTo>
                    <a:pt x="4515" y="0"/>
                    <a:pt x="4233" y="287"/>
                    <a:pt x="4079" y="441"/>
                  </a:cubicBezTo>
                  <a:cubicBezTo>
                    <a:pt x="6081" y="2445"/>
                    <a:pt x="5916" y="2120"/>
                    <a:pt x="5916" y="3349"/>
                  </a:cubicBezTo>
                  <a:cubicBezTo>
                    <a:pt x="5916" y="4347"/>
                    <a:pt x="4320" y="5922"/>
                    <a:pt x="3346" y="5922"/>
                  </a:cubicBezTo>
                  <a:cubicBezTo>
                    <a:pt x="3132" y="5922"/>
                    <a:pt x="2966" y="5928"/>
                    <a:pt x="2828" y="5928"/>
                  </a:cubicBezTo>
                  <a:cubicBezTo>
                    <a:pt x="2150" y="5928"/>
                    <a:pt x="2140" y="5784"/>
                    <a:pt x="441" y="4083"/>
                  </a:cubicBezTo>
                  <a:cubicBezTo>
                    <a:pt x="282" y="4242"/>
                    <a:pt x="0" y="4520"/>
                    <a:pt x="0" y="4529"/>
                  </a:cubicBezTo>
                  <a:cubicBezTo>
                    <a:pt x="31" y="7031"/>
                    <a:pt x="2390" y="9422"/>
                    <a:pt x="4888" y="9422"/>
                  </a:cubicBezTo>
                  <a:cubicBezTo>
                    <a:pt x="5341" y="9422"/>
                    <a:pt x="5824" y="9278"/>
                    <a:pt x="6302" y="9038"/>
                  </a:cubicBezTo>
                  <a:lnTo>
                    <a:pt x="12567" y="15310"/>
                  </a:lnTo>
                  <a:cubicBezTo>
                    <a:pt x="12329" y="15787"/>
                    <a:pt x="12187" y="16267"/>
                    <a:pt x="12187" y="16706"/>
                  </a:cubicBezTo>
                  <a:cubicBezTo>
                    <a:pt x="12187" y="19193"/>
                    <a:pt x="14548" y="21600"/>
                    <a:pt x="17030" y="21600"/>
                  </a:cubicBezTo>
                  <a:cubicBezTo>
                    <a:pt x="17045" y="21600"/>
                    <a:pt x="17060" y="21600"/>
                    <a:pt x="17075" y="21600"/>
                  </a:cubicBezTo>
                  <a:cubicBezTo>
                    <a:pt x="17085" y="21600"/>
                    <a:pt x="17367" y="21313"/>
                    <a:pt x="17521" y="21159"/>
                  </a:cubicBezTo>
                  <a:cubicBezTo>
                    <a:pt x="15519" y="19155"/>
                    <a:pt x="15684" y="19480"/>
                    <a:pt x="15684" y="18251"/>
                  </a:cubicBezTo>
                  <a:cubicBezTo>
                    <a:pt x="15684" y="17253"/>
                    <a:pt x="17280" y="15678"/>
                    <a:pt x="18254" y="15678"/>
                  </a:cubicBezTo>
                  <a:cubicBezTo>
                    <a:pt x="18467" y="15678"/>
                    <a:pt x="18633" y="15672"/>
                    <a:pt x="18771" y="15672"/>
                  </a:cubicBezTo>
                  <a:cubicBezTo>
                    <a:pt x="19449" y="15672"/>
                    <a:pt x="19460" y="15816"/>
                    <a:pt x="21159" y="17517"/>
                  </a:cubicBezTo>
                  <a:cubicBezTo>
                    <a:pt x="21318" y="17358"/>
                    <a:pt x="21599" y="17080"/>
                    <a:pt x="21600" y="17071"/>
                  </a:cubicBezTo>
                  <a:cubicBezTo>
                    <a:pt x="21570" y="14569"/>
                    <a:pt x="19210" y="12177"/>
                    <a:pt x="16712" y="12177"/>
                  </a:cubicBezTo>
                  <a:close/>
                  <a:moveTo>
                    <a:pt x="16712" y="12177"/>
                  </a:moveTo>
                </a:path>
              </a:pathLst>
            </a:custGeom>
            <a:grpFill/>
            <a:ln>
              <a:noFill/>
            </a:ln>
          </p:spPr>
          <p:txBody>
            <a:bodyPr lIns="0" tIns="0" rIns="0" bIns="0"/>
            <a:lstStyle/>
            <a:p>
              <a:endParaRPr lang="en-US" sz="2400">
                <a:solidFill>
                  <a:schemeClr val="tx1">
                    <a:lumMod val="75000"/>
                    <a:lumOff val="25000"/>
                  </a:schemeClr>
                </a:solidFill>
                <a:latin typeface="Arial" panose="020B0604020202020204" pitchFamily="34" charset="0"/>
                <a:cs typeface="Arial" panose="020B0604020202020204" pitchFamily="34" charset="0"/>
              </a:endParaRPr>
            </a:p>
          </p:txBody>
        </p:sp>
      </p:grpSp>
      <p:sp>
        <p:nvSpPr>
          <p:cNvPr id="37" name="TextBox 13"/>
          <p:cNvSpPr txBox="1"/>
          <p:nvPr>
            <p:custDataLst>
              <p:tags r:id="rId29"/>
            </p:custDataLst>
          </p:nvPr>
        </p:nvSpPr>
        <p:spPr>
          <a:xfrm>
            <a:off x="8441640" y="4862581"/>
            <a:ext cx="1548151" cy="294640"/>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加字幕</a:t>
            </a:r>
            <a:endParaRPr lang="en-US" sz="1600" b="1"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38" name="TextBox 13"/>
          <p:cNvSpPr txBox="1"/>
          <p:nvPr>
            <p:custDataLst>
              <p:tags r:id="rId30"/>
            </p:custDataLst>
          </p:nvPr>
        </p:nvSpPr>
        <p:spPr>
          <a:xfrm>
            <a:off x="7981407" y="5172987"/>
            <a:ext cx="2468616" cy="220980"/>
          </a:xfrm>
          <a:prstGeom prst="rect">
            <a:avLst/>
          </a:prstGeom>
          <a:noFill/>
        </p:spPr>
        <p:txBody>
          <a:bodyPr wrap="square" lIns="0" tIns="0" rIns="0" bIns="0" rtlCol="0" anchor="t" anchorCtr="0">
            <a:spAutoFit/>
          </a:bodyPr>
          <a:lstStyle/>
          <a:p>
            <a:pPr algn="ctr" defTabSz="1216660">
              <a:lnSpc>
                <a:spcPct val="120000"/>
              </a:lnSpc>
              <a:spcBef>
                <a:spcPct val="20000"/>
              </a:spcBef>
              <a:defRPr/>
            </a:pPr>
            <a:r>
              <a:rPr lang="zh-CN" altLang="en-US"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加字幕</a:t>
            </a:r>
            <a:endParaRPr lang="en-US" altLang="zh-CN" sz="12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5"/>
          <p:cNvSpPr/>
          <p:nvPr/>
        </p:nvSpPr>
        <p:spPr bwMode="auto">
          <a:xfrm rot="9300860" flipV="1">
            <a:off x="1218288" y="-1403837"/>
            <a:ext cx="9755424" cy="9665675"/>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F8FEFE">
              <a:alpha val="93000"/>
            </a:srgbClr>
          </a:solidFill>
          <a:ln>
            <a:noFill/>
          </a:ln>
          <a:effectLst>
            <a:outerShdw blurRad="825500" dist="38100" dir="13500000" algn="br" rotWithShape="0">
              <a:srgbClr val="177DE3">
                <a:alpha val="7000"/>
              </a:srgbClr>
            </a:outerShdw>
          </a:effectLst>
        </p:spPr>
        <p:txBody>
          <a:bodyPr vert="horz" wrap="square" lIns="91440" tIns="45720" rIns="91440" bIns="45720" numCol="1" anchor="t" anchorCtr="0" compatLnSpc="1"/>
          <a:lstStyle/>
          <a:p>
            <a:endParaRPr lang="zh-CN" altLang="en-US"/>
          </a:p>
        </p:txBody>
      </p:sp>
      <p:sp>
        <p:nvSpPr>
          <p:cNvPr id="4" name="Freeform 5"/>
          <p:cNvSpPr/>
          <p:nvPr/>
        </p:nvSpPr>
        <p:spPr bwMode="auto">
          <a:xfrm rot="19509204">
            <a:off x="4907341" y="1550753"/>
            <a:ext cx="1986939" cy="1968662"/>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noFill/>
          <a:ln w="17577" cap="flat">
            <a:solidFill>
              <a:srgbClr val="234463">
                <a:alpha val="18000"/>
              </a:srgbClr>
            </a:solidFill>
            <a:prstDash val="solid"/>
            <a:miter/>
          </a:ln>
        </p:spPr>
        <p:txBody>
          <a:bodyPr vert="horz" wrap="square" lIns="91440" tIns="45720" rIns="91440" bIns="45720" numCol="1" anchor="t" anchorCtr="0" compatLnSpc="1"/>
          <a:lstStyle/>
          <a:p>
            <a:endParaRPr lang="zh-CN" altLang="en-US"/>
          </a:p>
        </p:txBody>
      </p:sp>
      <p:sp>
        <p:nvSpPr>
          <p:cNvPr id="3" name="Freeform 5"/>
          <p:cNvSpPr/>
          <p:nvPr/>
        </p:nvSpPr>
        <p:spPr bwMode="auto">
          <a:xfrm rot="2010771">
            <a:off x="5058174" y="1494322"/>
            <a:ext cx="1954729" cy="1954801"/>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rgbClr val="177DE3"/>
          </a:solidFill>
          <a:ln>
            <a:noFill/>
          </a:ln>
          <a:effectLst/>
        </p:spPr>
        <p:txBody>
          <a:bodyPr vert="horz" wrap="square" lIns="91440" tIns="45720" rIns="91440" bIns="45720" numCol="1" anchor="t" anchorCtr="0" compatLnSpc="1"/>
          <a:lstStyle/>
          <a:p>
            <a:endParaRPr lang="zh-CN" altLang="en-US"/>
          </a:p>
        </p:txBody>
      </p:sp>
      <p:sp>
        <p:nvSpPr>
          <p:cNvPr id="5" name="文本框 4"/>
          <p:cNvSpPr txBox="1"/>
          <p:nvPr/>
        </p:nvSpPr>
        <p:spPr>
          <a:xfrm>
            <a:off x="5207538" y="2030133"/>
            <a:ext cx="1756230" cy="1200329"/>
          </a:xfrm>
          <a:prstGeom prst="rect">
            <a:avLst/>
          </a:prstGeom>
          <a:noFill/>
        </p:spPr>
        <p:txBody>
          <a:bodyPr wrap="square" rtlCol="0">
            <a:spAutoFit/>
          </a:bodyPr>
          <a:lstStyle/>
          <a:p>
            <a:pPr algn="ctr"/>
            <a:r>
              <a:rPr lang="en-US" altLang="zh-CN" sz="7200" b="1">
                <a:solidFill>
                  <a:schemeClr val="bg1"/>
                </a:solidFill>
                <a:latin typeface="微软雅黑" panose="020B0503020204020204" pitchFamily="34" charset="-122"/>
                <a:ea typeface="微软雅黑" panose="020B0503020204020204" pitchFamily="34" charset="-122"/>
              </a:rPr>
              <a:t>05</a:t>
            </a:r>
            <a:endParaRPr lang="zh-CN" altLang="en-US" sz="7200" b="1">
              <a:solidFill>
                <a:schemeClr val="bg1"/>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4211610" y="3834359"/>
            <a:ext cx="3768780" cy="645160"/>
          </a:xfrm>
          <a:prstGeom prst="rect">
            <a:avLst/>
          </a:prstGeom>
          <a:noFill/>
        </p:spPr>
        <p:txBody>
          <a:bodyPr wrap="square" rtlCol="0">
            <a:spAutoFit/>
          </a:bodyPr>
          <a:lstStyle/>
          <a:p>
            <a:pPr algn="ctr"/>
            <a:r>
              <a:rPr lang="zh-CN" altLang="en-US" sz="3600" b="1">
                <a:solidFill>
                  <a:srgbClr val="234463"/>
                </a:solidFill>
                <a:latin typeface="微软雅黑" panose="020B0503020204020204" pitchFamily="34" charset="-122"/>
                <a:ea typeface="微软雅黑" panose="020B0503020204020204" pitchFamily="34" charset="-122"/>
              </a:rPr>
              <a:t>导出</a:t>
            </a:r>
            <a:endParaRPr lang="zh-CN" altLang="en-US" sz="3600" b="1">
              <a:solidFill>
                <a:srgbClr val="234463"/>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2533141" y="4465254"/>
            <a:ext cx="7125719" cy="337185"/>
          </a:xfrm>
          <a:prstGeom prst="rect">
            <a:avLst/>
          </a:prstGeom>
          <a:noFill/>
        </p:spPr>
        <p:txBody>
          <a:bodyPr wrap="square" rtlCol="0">
            <a:spAutoFit/>
          </a:bodyPr>
          <a:lstStyle/>
          <a:p>
            <a:pPr algn="ctr"/>
            <a:r>
              <a:rPr lang="zh-CN" altLang="en-US" sz="16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rPr>
              <a:t>还用你教我导？</a:t>
            </a:r>
            <a:endParaRPr lang="zh-CN" altLang="en-US" sz="1600">
              <a:solidFill>
                <a:srgbClr val="234463"/>
              </a:solidFill>
              <a:latin typeface="Segoe UI Light" panose="020B0502040204020203" pitchFamily="34" charset="0"/>
              <a:ea typeface="宋体" panose="02010600030101010101" pitchFamily="2" charset="-122"/>
              <a:cs typeface="Segoe UI Light" panose="020B0502040204020203" pitchFamily="34" charset="0"/>
              <a:sym typeface="Lato Regular"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1">
                <a:effectLst>
                  <a:outerShdw blurRad="38100" dist="38100" dir="2700000" algn="tl">
                    <a:srgbClr val="000000">
                      <a:alpha val="43137"/>
                    </a:srgbClr>
                  </a:outerShdw>
                </a:effectLst>
              </a:rPr>
              <a:t>常见文件格式</a:t>
            </a:r>
            <a:r>
              <a:rPr lang="en-US" altLang="zh-CN" b="1">
                <a:effectLst>
                  <a:outerShdw blurRad="38100" dist="38100" dir="2700000" algn="tl">
                    <a:srgbClr val="000000">
                      <a:alpha val="43137"/>
                    </a:srgbClr>
                  </a:outerShdw>
                </a:effectLst>
              </a:rPr>
              <a:t>-</a:t>
            </a:r>
            <a:r>
              <a:rPr lang="zh-CN" altLang="en-US" b="1">
                <a:effectLst>
                  <a:outerShdw blurRad="38100" dist="38100" dir="2700000" algn="tl">
                    <a:srgbClr val="000000">
                      <a:alpha val="43137"/>
                    </a:srgbClr>
                  </a:outerShdw>
                </a:effectLst>
              </a:rPr>
              <a:t>视频</a:t>
            </a:r>
            <a:endParaRPr lang="zh-CN" altLang="en-US" b="1">
              <a:effectLst>
                <a:outerShdw blurRad="38100" dist="38100" dir="2700000" algn="tl">
                  <a:srgbClr val="000000">
                    <a:alpha val="43137"/>
                  </a:srgbClr>
                </a:outerShdw>
              </a:effectLst>
            </a:endParaRPr>
          </a:p>
        </p:txBody>
      </p:sp>
      <p:sp>
        <p:nvSpPr>
          <p:cNvPr id="3" name="内容占位符 2"/>
          <p:cNvSpPr>
            <a:spLocks noGrp="1"/>
          </p:cNvSpPr>
          <p:nvPr>
            <p:ph idx="1"/>
          </p:nvPr>
        </p:nvSpPr>
        <p:spPr/>
        <p:txBody>
          <a:bodyPr>
            <a:normAutofit fontScale="80000"/>
          </a:bodyPr>
          <a:p>
            <a:r>
              <a:rPr lang="en-US" altLang="zh-CN" b="1">
                <a:solidFill>
                  <a:srgbClr val="FF0000"/>
                </a:solidFill>
                <a:effectLst>
                  <a:outerShdw blurRad="38100" dist="19050" dir="2700000" algn="tl" rotWithShape="0">
                    <a:schemeClr val="dk1">
                      <a:alpha val="40000"/>
                    </a:schemeClr>
                  </a:outerShdw>
                </a:effectLst>
              </a:rPr>
              <a:t>MP4</a:t>
            </a:r>
            <a:r>
              <a:rPr lang="zh-CN" altLang="en-US"/>
              <a:t>：由国际标准化组织（</a:t>
            </a:r>
            <a:r>
              <a:rPr lang="en-US" altLang="zh-CN"/>
              <a:t>ISO</a:t>
            </a:r>
            <a:r>
              <a:rPr lang="zh-CN" altLang="en-US"/>
              <a:t>）制定，基于</a:t>
            </a:r>
            <a:r>
              <a:rPr lang="en-US" altLang="zh-CN"/>
              <a:t> MPEG-4 </a:t>
            </a:r>
            <a:r>
              <a:rPr lang="zh-CN" altLang="en-US"/>
              <a:t>编码标准，流行且兼容性强。它压缩能力高效，视频质量较高，文件体积小，在各类视频播放器、手机、数码设备上广泛应用，适用于网络播放与跨平台分享</a:t>
            </a:r>
            <a:r>
              <a:rPr lang="en-US" altLang="zh-CN"/>
              <a:t> </a:t>
            </a:r>
            <a:r>
              <a:rPr lang="zh-CN" altLang="en-US"/>
              <a:t>。</a:t>
            </a:r>
            <a:endParaRPr lang="zh-CN" altLang="en-US"/>
          </a:p>
          <a:p>
            <a:r>
              <a:rPr lang="en-US" altLang="zh-CN" b="1">
                <a:solidFill>
                  <a:srgbClr val="FF0000"/>
                </a:solidFill>
              </a:rPr>
              <a:t>AVI</a:t>
            </a:r>
            <a:r>
              <a:rPr lang="zh-CN" altLang="en-US"/>
              <a:t>：微软开发，音视频数据交叉存储，播放时可边读边放。优点是兼容性佳、调用方便、图像质量好，缺点是文件体积庞大，且压缩标准不统一</a:t>
            </a:r>
            <a:r>
              <a:rPr lang="en-US" altLang="zh-CN"/>
              <a:t> </a:t>
            </a:r>
            <a:r>
              <a:rPr lang="zh-CN" altLang="en-US"/>
              <a:t>。</a:t>
            </a:r>
            <a:endParaRPr lang="zh-CN" altLang="en-US"/>
          </a:p>
          <a:p>
            <a:r>
              <a:rPr lang="en-US" altLang="zh-CN" b="1"/>
              <a:t>FLV</a:t>
            </a:r>
            <a:r>
              <a:rPr lang="zh-CN" altLang="en-US"/>
              <a:t>：随</a:t>
            </a:r>
            <a:r>
              <a:rPr lang="en-US" altLang="zh-CN"/>
              <a:t> Flash MX </a:t>
            </a:r>
            <a:r>
              <a:rPr lang="zh-CN" altLang="en-US"/>
              <a:t>推出，文件极小、加载快，使网络观看视频便捷，在视频分享网站与在线直播平台应用广泛</a:t>
            </a:r>
            <a:r>
              <a:rPr lang="en-US" altLang="zh-CN"/>
              <a:t> </a:t>
            </a:r>
            <a:r>
              <a:rPr lang="zh-CN" altLang="en-US"/>
              <a:t>。</a:t>
            </a:r>
            <a:endParaRPr lang="zh-CN" altLang="en-US"/>
          </a:p>
          <a:p>
            <a:r>
              <a:rPr lang="en-US" altLang="zh-CN" b="1">
                <a:solidFill>
                  <a:srgbClr val="FF0000"/>
                </a:solidFill>
              </a:rPr>
              <a:t>MOV</a:t>
            </a:r>
            <a:r>
              <a:rPr lang="zh-CN" altLang="en-US"/>
              <a:t>：</a:t>
            </a:r>
            <a:r>
              <a:rPr lang="en-US" altLang="zh-CN"/>
              <a:t>Apple </a:t>
            </a:r>
            <a:r>
              <a:rPr lang="zh-CN" altLang="en-US"/>
              <a:t>公司开发，用于</a:t>
            </a:r>
            <a:r>
              <a:rPr lang="en-US" altLang="zh-CN"/>
              <a:t> QuickTime </a:t>
            </a:r>
            <a:r>
              <a:rPr lang="zh-CN" altLang="en-US"/>
              <a:t>播放器，支持多种音视频编码，跨平台性好，在不同操作系统和设备上均可播放，视频质量高、压缩损失小，适合制作高质量视频</a:t>
            </a:r>
            <a:r>
              <a:rPr lang="en-US" altLang="zh-CN"/>
              <a:t> </a:t>
            </a:r>
            <a:r>
              <a:rPr lang="zh-CN" altLang="en-US"/>
              <a:t>。</a:t>
            </a:r>
            <a:endParaRPr lang="zh-CN" altLang="en-US"/>
          </a:p>
          <a:p>
            <a:r>
              <a:rPr lang="en-US" altLang="zh-CN" b="1">
                <a:solidFill>
                  <a:srgbClr val="FF0000"/>
                </a:solidFill>
              </a:rPr>
              <a:t>MKV</a:t>
            </a:r>
            <a:r>
              <a:rPr lang="zh-CN" altLang="en-US"/>
              <a:t>：开源视频封装格式，可容纳多种视频、音频、字幕轨道，能封装几乎所有编码类型，灵活性高，支持多语言字幕、多音轨，适合制作多语言版本视频</a:t>
            </a:r>
            <a:r>
              <a:rPr lang="en-US" altLang="zh-CN"/>
              <a:t> </a:t>
            </a:r>
            <a:r>
              <a:rPr lang="zh-CN" altLang="en-US"/>
              <a:t>。</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1">
                <a:effectLst>
                  <a:outerShdw blurRad="38100" dist="38100" dir="2700000" algn="tl">
                    <a:srgbClr val="000000">
                      <a:alpha val="43137"/>
                    </a:srgbClr>
                  </a:outerShdw>
                </a:effectLst>
              </a:rPr>
              <a:t>常见文件格式</a:t>
            </a:r>
            <a:r>
              <a:rPr lang="en-US" altLang="zh-CN" b="1">
                <a:effectLst>
                  <a:outerShdw blurRad="38100" dist="38100" dir="2700000" algn="tl">
                    <a:srgbClr val="000000">
                      <a:alpha val="43137"/>
                    </a:srgbClr>
                  </a:outerShdw>
                </a:effectLst>
              </a:rPr>
              <a:t>-</a:t>
            </a:r>
            <a:r>
              <a:rPr lang="zh-CN" altLang="en-US" b="1">
                <a:effectLst>
                  <a:outerShdw blurRad="38100" dist="38100" dir="2700000" algn="tl">
                    <a:srgbClr val="000000">
                      <a:alpha val="43137"/>
                    </a:srgbClr>
                  </a:outerShdw>
                </a:effectLst>
              </a:rPr>
              <a:t>音频</a:t>
            </a:r>
            <a:endParaRPr lang="zh-CN" altLang="en-US" b="1">
              <a:effectLst>
                <a:outerShdw blurRad="38100" dist="38100" dir="2700000" algn="tl">
                  <a:srgbClr val="000000">
                    <a:alpha val="43137"/>
                  </a:srgbClr>
                </a:outerShdw>
              </a:effectLst>
            </a:endParaRPr>
          </a:p>
        </p:txBody>
      </p:sp>
      <p:sp>
        <p:nvSpPr>
          <p:cNvPr id="3" name="内容占位符 2"/>
          <p:cNvSpPr>
            <a:spLocks noGrp="1"/>
          </p:cNvSpPr>
          <p:nvPr>
            <p:ph idx="1"/>
          </p:nvPr>
        </p:nvSpPr>
        <p:spPr/>
        <p:txBody>
          <a:bodyPr>
            <a:normAutofit fontScale="60000"/>
          </a:bodyPr>
          <a:p>
            <a:r>
              <a:rPr lang="en-US" altLang="zh-CN" b="1">
                <a:solidFill>
                  <a:srgbClr val="FF0000"/>
                </a:solidFill>
              </a:rPr>
              <a:t>MP3</a:t>
            </a:r>
            <a:r>
              <a:rPr lang="zh-CN" altLang="en-US"/>
              <a:t>：最流行的音频格式之一，运用有损压缩技术，能将原始音频文件压缩至约十分之一大小，同时维持较高音质。它兼容性极佳，几乎可在所有设备与软件中播放。但因其压缩过程会损失部分音频细节，在高质量音频支持上相对薄弱</a:t>
            </a:r>
            <a:r>
              <a:rPr lang="en-US" altLang="zh-CN"/>
              <a:t> </a:t>
            </a:r>
            <a:r>
              <a:rPr lang="zh-CN" altLang="en-US"/>
              <a:t>。</a:t>
            </a:r>
            <a:endParaRPr lang="zh-CN" altLang="en-US"/>
          </a:p>
          <a:p>
            <a:r>
              <a:rPr lang="en-US" altLang="zh-CN" b="1">
                <a:solidFill>
                  <a:srgbClr val="FF0000"/>
                </a:solidFill>
              </a:rPr>
              <a:t>WAV</a:t>
            </a:r>
            <a:r>
              <a:rPr lang="zh-CN" altLang="en-US"/>
              <a:t>：是</a:t>
            </a:r>
            <a:r>
              <a:rPr lang="en-US" altLang="zh-CN"/>
              <a:t> Windows </a:t>
            </a:r>
            <a:r>
              <a:rPr lang="zh-CN" altLang="en-US"/>
              <a:t>系统常见的音频格式，属于未压缩音频格式，无需压缩处理即可保留原始音频的高音质，广泛兼容性使其能在几乎所有音频软件和设备上播放。不过，由于未压缩，文件体积较大，需要更多存储空间与处理能力</a:t>
            </a:r>
            <a:r>
              <a:rPr lang="en-US" altLang="zh-CN"/>
              <a:t> </a:t>
            </a:r>
            <a:r>
              <a:rPr lang="zh-CN" altLang="en-US"/>
              <a:t>。</a:t>
            </a:r>
            <a:endParaRPr lang="zh-CN" altLang="en-US"/>
          </a:p>
          <a:p>
            <a:r>
              <a:rPr lang="en-US" altLang="zh-CN" b="1"/>
              <a:t>AAC</a:t>
            </a:r>
            <a:r>
              <a:rPr lang="zh-CN" altLang="en-US"/>
              <a:t>：高级音频编码格式，被广泛应用于苹果产品，如</a:t>
            </a:r>
            <a:r>
              <a:rPr lang="en-US" altLang="zh-CN"/>
              <a:t> iTunes</a:t>
            </a:r>
            <a:r>
              <a:rPr lang="zh-CN" altLang="en-US"/>
              <a:t>、</a:t>
            </a:r>
            <a:r>
              <a:rPr lang="en-US" altLang="zh-CN"/>
              <a:t>iPod </a:t>
            </a:r>
            <a:r>
              <a:rPr lang="zh-CN" altLang="en-US"/>
              <a:t>等，在移动设备和网络流媒体中十分常见。它有着较高音质和出色的压缩率，相比</a:t>
            </a:r>
            <a:r>
              <a:rPr lang="en-US" altLang="zh-CN"/>
              <a:t> MP3</a:t>
            </a:r>
            <a:r>
              <a:rPr lang="zh-CN" altLang="en-US"/>
              <a:t>，在相同码率下能提供更好的音质表现。不过，其兼容性不如</a:t>
            </a:r>
            <a:r>
              <a:rPr lang="en-US" altLang="zh-CN"/>
              <a:t> MP3 </a:t>
            </a:r>
            <a:r>
              <a:rPr lang="zh-CN" altLang="en-US"/>
              <a:t>广泛，部分老旧设备或软件可能无法播放</a:t>
            </a:r>
            <a:r>
              <a:rPr lang="en-US" altLang="zh-CN"/>
              <a:t> </a:t>
            </a:r>
            <a:r>
              <a:rPr lang="zh-CN" altLang="en-US"/>
              <a:t>。</a:t>
            </a:r>
            <a:endParaRPr lang="zh-CN" altLang="en-US"/>
          </a:p>
          <a:p>
            <a:r>
              <a:rPr lang="en-US" altLang="zh-CN" b="1">
                <a:solidFill>
                  <a:srgbClr val="FF0000"/>
                </a:solidFill>
              </a:rPr>
              <a:t>FLAC</a:t>
            </a:r>
            <a:r>
              <a:rPr lang="zh-CN" altLang="en-US"/>
              <a:t>：开源的无损压缩音频格式，可在保证音频文件完整性与高质量的前提下进行压缩，解压后音质与原始音频毫无二致，适合对音质要求严苛的用户。但它的普及度相对较低，并非所有音频软件和设备都支持该格式</a:t>
            </a:r>
            <a:r>
              <a:rPr lang="en-US" altLang="zh-CN"/>
              <a:t> </a:t>
            </a:r>
            <a:r>
              <a:rPr lang="zh-CN" altLang="en-US"/>
              <a:t>。</a:t>
            </a:r>
            <a:endParaRPr lang="zh-CN" altLang="en-US"/>
          </a:p>
          <a:p>
            <a:r>
              <a:rPr lang="en-US" altLang="zh-CN" b="1">
                <a:solidFill>
                  <a:srgbClr val="FF0000"/>
                </a:solidFill>
              </a:rPr>
              <a:t>MIDI</a:t>
            </a:r>
            <a:r>
              <a:rPr lang="zh-CN" altLang="en-US"/>
              <a:t>：音乐设备数字接口格式，主要用于音乐制作与编曲。它存储的并非实际音频波形数据，而是一系列指令，指导</a:t>
            </a:r>
            <a:r>
              <a:rPr lang="en-US" altLang="zh-CN"/>
              <a:t> MIDI </a:t>
            </a:r>
            <a:r>
              <a:rPr lang="zh-CN" altLang="en-US"/>
              <a:t>设备如何演奏音乐，所以文件体积极小。但其重放效果高度依赖声卡档次，且无法提供像其他格式那样的高质量音频输出</a:t>
            </a:r>
            <a:r>
              <a:rPr lang="en-US" altLang="zh-CN"/>
              <a:t> </a:t>
            </a:r>
            <a:r>
              <a:rPr lang="zh-CN" altLang="en-US"/>
              <a:t>。</a:t>
            </a:r>
            <a:endParaRPr lang="zh-CN" altLang="en-US"/>
          </a:p>
          <a:p>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1">
                <a:effectLst>
                  <a:outerShdw blurRad="38100" dist="38100" dir="2700000" algn="tl">
                    <a:srgbClr val="000000">
                      <a:alpha val="43137"/>
                    </a:srgbClr>
                  </a:outerShdw>
                </a:effectLst>
              </a:rPr>
              <a:t>常见文件格式</a:t>
            </a:r>
            <a:r>
              <a:rPr lang="en-US" altLang="zh-CN" b="1">
                <a:effectLst>
                  <a:outerShdw blurRad="38100" dist="38100" dir="2700000" algn="tl">
                    <a:srgbClr val="000000">
                      <a:alpha val="43137"/>
                    </a:srgbClr>
                  </a:outerShdw>
                </a:effectLst>
              </a:rPr>
              <a:t>-</a:t>
            </a:r>
            <a:r>
              <a:rPr lang="zh-CN" altLang="en-US" b="1">
                <a:effectLst>
                  <a:outerShdw blurRad="38100" dist="38100" dir="2700000" algn="tl">
                    <a:srgbClr val="000000">
                      <a:alpha val="43137"/>
                    </a:srgbClr>
                  </a:outerShdw>
                </a:effectLst>
              </a:rPr>
              <a:t>图片</a:t>
            </a:r>
            <a:endParaRPr lang="zh-CN" altLang="en-US" b="1">
              <a:effectLst>
                <a:outerShdw blurRad="38100" dist="38100" dir="2700000" algn="tl">
                  <a:srgbClr val="000000">
                    <a:alpha val="43137"/>
                  </a:srgbClr>
                </a:outerShdw>
              </a:effectLst>
            </a:endParaRPr>
          </a:p>
        </p:txBody>
      </p:sp>
      <p:sp>
        <p:nvSpPr>
          <p:cNvPr id="3" name="内容占位符 2"/>
          <p:cNvSpPr>
            <a:spLocks noGrp="1"/>
          </p:cNvSpPr>
          <p:nvPr>
            <p:ph idx="1"/>
          </p:nvPr>
        </p:nvSpPr>
        <p:spPr/>
        <p:txBody>
          <a:bodyPr>
            <a:normAutofit fontScale="50000"/>
          </a:bodyPr>
          <a:p>
            <a:r>
              <a:rPr lang="en-US" altLang="zh-CN" b="1">
                <a:solidFill>
                  <a:srgbClr val="FF0000"/>
                </a:solidFill>
              </a:rPr>
              <a:t>JPEG</a:t>
            </a:r>
            <a:r>
              <a:rPr lang="zh-CN" altLang="en-US" b="1">
                <a:solidFill>
                  <a:srgbClr val="FF0000"/>
                </a:solidFill>
              </a:rPr>
              <a:t>（</a:t>
            </a:r>
            <a:r>
              <a:rPr lang="en-US" altLang="zh-CN" b="1">
                <a:solidFill>
                  <a:srgbClr val="FF0000"/>
                </a:solidFill>
              </a:rPr>
              <a:t>JPG</a:t>
            </a:r>
            <a:r>
              <a:rPr lang="zh-CN" altLang="en-US" b="1">
                <a:solidFill>
                  <a:srgbClr val="FF0000"/>
                </a:solidFill>
              </a:rPr>
              <a:t>）</a:t>
            </a:r>
            <a:r>
              <a:rPr lang="zh-CN" altLang="en-US"/>
              <a:t>：应用广泛，采用有损压缩，能将文件大幅缩小，存储和传输便利，网络加载迅速。多数社交媒体会自动将上传图片转为</a:t>
            </a:r>
            <a:r>
              <a:rPr lang="en-US" altLang="zh-CN"/>
              <a:t> JPG</a:t>
            </a:r>
            <a:r>
              <a:rPr lang="zh-CN" altLang="en-US"/>
              <a:t>，它支持</a:t>
            </a:r>
            <a:r>
              <a:rPr lang="en-US" altLang="zh-CN"/>
              <a:t> 1670 </a:t>
            </a:r>
            <a:r>
              <a:rPr lang="zh-CN" altLang="en-US"/>
              <a:t>万种颜色，适合色彩丰富的写实摄影作品。不过，压缩会致图像质量损失，多次编辑保存后画质劣化明显，且不支持透明度</a:t>
            </a:r>
            <a:r>
              <a:rPr lang="en-US" altLang="zh-CN"/>
              <a:t> </a:t>
            </a:r>
            <a:r>
              <a:rPr lang="zh-CN" altLang="en-US"/>
              <a:t>。</a:t>
            </a:r>
            <a:endParaRPr lang="zh-CN" altLang="en-US"/>
          </a:p>
          <a:p>
            <a:r>
              <a:rPr lang="en-US" altLang="zh-CN" b="1">
                <a:solidFill>
                  <a:srgbClr val="FF0000"/>
                </a:solidFill>
              </a:rPr>
              <a:t>PNG</a:t>
            </a:r>
            <a:r>
              <a:rPr lang="zh-CN" altLang="en-US"/>
              <a:t>：无损压缩格式，可完整保留图像原始质量，多次编辑保存画质无损。其支持透明背景，在网页设计中，常用于图标、标志等元素，能与页面背景自然融合。色彩范围从</a:t>
            </a:r>
            <a:r>
              <a:rPr lang="en-US" altLang="zh-CN"/>
              <a:t> 8 </a:t>
            </a:r>
            <a:r>
              <a:rPr lang="zh-CN" altLang="en-US"/>
              <a:t>位到</a:t>
            </a:r>
            <a:r>
              <a:rPr lang="en-US" altLang="zh-CN"/>
              <a:t> 32 </a:t>
            </a:r>
            <a:r>
              <a:rPr lang="zh-CN" altLang="en-US"/>
              <a:t>位，精度更高。但文件体积相对较大，对文件大小要求严苛时不太适用</a:t>
            </a:r>
            <a:r>
              <a:rPr lang="en-US" altLang="zh-CN"/>
              <a:t> </a:t>
            </a:r>
            <a:r>
              <a:rPr lang="zh-CN" altLang="en-US"/>
              <a:t>。</a:t>
            </a:r>
            <a:endParaRPr lang="zh-CN" altLang="en-US"/>
          </a:p>
          <a:p>
            <a:r>
              <a:rPr lang="en-US" altLang="zh-CN" b="1"/>
              <a:t>GIF</a:t>
            </a:r>
            <a:r>
              <a:rPr lang="zh-CN" altLang="en-US"/>
              <a:t>：可包含多帧图像形成动画效果，在表情包领域大受欢迎，增添交流趣味。它支持透明度，兼容性良好，几乎所有网页浏览器和图像查看器都能识别。不过，其颜色通常限制在</a:t>
            </a:r>
            <a:r>
              <a:rPr lang="en-US" altLang="zh-CN"/>
              <a:t> 256 </a:t>
            </a:r>
            <a:r>
              <a:rPr lang="zh-CN" altLang="en-US"/>
              <a:t>种以内，在展现复杂图像和渐变时效果欠佳，也不支持高级图像编辑功能</a:t>
            </a:r>
            <a:r>
              <a:rPr lang="en-US" altLang="zh-CN"/>
              <a:t> </a:t>
            </a:r>
            <a:r>
              <a:rPr lang="zh-CN" altLang="en-US"/>
              <a:t>。</a:t>
            </a:r>
            <a:endParaRPr lang="zh-CN" altLang="en-US"/>
          </a:p>
          <a:p>
            <a:r>
              <a:rPr lang="en-US" altLang="zh-CN" b="1"/>
              <a:t>BMP</a:t>
            </a:r>
            <a:r>
              <a:rPr lang="zh-CN" altLang="en-US"/>
              <a:t>：</a:t>
            </a:r>
            <a:r>
              <a:rPr lang="en-US" altLang="zh-CN"/>
              <a:t>Windows </a:t>
            </a:r>
            <a:r>
              <a:rPr lang="zh-CN" altLang="en-US"/>
              <a:t>系统常见的图像格式，与硬件设备无关，采用位映射存储，不进行其他压缩，能保留原始图像的高画质，广泛兼容性使其在各类音频软件和设备上都能播放。但正因为未压缩，文件体积庞大，占用大量存储空间，不太适合在存储资源有限的设备上大量存储</a:t>
            </a:r>
            <a:r>
              <a:rPr lang="en-US" altLang="zh-CN"/>
              <a:t> </a:t>
            </a:r>
            <a:r>
              <a:rPr lang="zh-CN" altLang="en-US"/>
              <a:t>。</a:t>
            </a:r>
            <a:endParaRPr lang="zh-CN" altLang="en-US"/>
          </a:p>
          <a:p>
            <a:r>
              <a:rPr lang="en-US" altLang="zh-CN" b="1">
                <a:solidFill>
                  <a:srgbClr val="FF0000"/>
                </a:solidFill>
              </a:rPr>
              <a:t>PSD</a:t>
            </a:r>
            <a:r>
              <a:rPr lang="zh-CN" altLang="en-US"/>
              <a:t>：</a:t>
            </a:r>
            <a:r>
              <a:rPr lang="en-US" altLang="zh-CN"/>
              <a:t>Adobe Photoshop </a:t>
            </a:r>
            <a:r>
              <a:rPr lang="zh-CN" altLang="en-US"/>
              <a:t>的原生文件格式，支持图层、蒙版、文本效果等所有</a:t>
            </a:r>
            <a:r>
              <a:rPr lang="en-US" altLang="zh-CN"/>
              <a:t> Photoshop </a:t>
            </a:r>
            <a:r>
              <a:rPr lang="zh-CN" altLang="en-US"/>
              <a:t>功能，便于专业设计师进行复杂图像编辑。它能无损编辑，保留原始图像数据，还可记录作者、版权等元数据。但文件因包含大量编辑信息而体积巨大，不适合直接用于网页或邮件传输，且作为专有格式，非</a:t>
            </a:r>
            <a:r>
              <a:rPr lang="en-US" altLang="zh-CN"/>
              <a:t> Photoshop </a:t>
            </a:r>
            <a:r>
              <a:rPr lang="zh-CN" altLang="en-US"/>
              <a:t>软件无法打开</a:t>
            </a:r>
            <a:r>
              <a:rPr lang="en-US" altLang="zh-CN"/>
              <a:t> </a:t>
            </a:r>
            <a:r>
              <a:rPr lang="zh-CN" altLang="en-US"/>
              <a:t>。</a:t>
            </a:r>
            <a:endParaRPr lang="zh-CN" altLang="en-US"/>
          </a:p>
          <a:p>
            <a:r>
              <a:rPr lang="en-US" altLang="zh-CN" b="1">
                <a:solidFill>
                  <a:srgbClr val="FF0000"/>
                </a:solidFill>
              </a:rPr>
              <a:t>RAW</a:t>
            </a:r>
            <a:r>
              <a:rPr lang="zh-CN" altLang="en-US"/>
              <a:t>：并非严格意义上的照片，而是记录相机拍照时传感器捕捉到的光信号转换为数字信号的原始数据文件。不同相机品牌的</a:t>
            </a:r>
            <a:r>
              <a:rPr lang="en-US" altLang="zh-CN"/>
              <a:t> RAW </a:t>
            </a:r>
            <a:r>
              <a:rPr lang="zh-CN" altLang="en-US"/>
              <a:t>文件后缀名不同，如佳能为</a:t>
            </a:r>
            <a:r>
              <a:rPr lang="en-US" altLang="zh-CN"/>
              <a:t>.CR2 </a:t>
            </a:r>
            <a:r>
              <a:rPr lang="zh-CN" altLang="en-US"/>
              <a:t>或</a:t>
            </a:r>
            <a:r>
              <a:rPr lang="en-US" altLang="zh-CN"/>
              <a:t>.CR3</a:t>
            </a:r>
            <a:r>
              <a:rPr lang="zh-CN" altLang="en-US"/>
              <a:t>，尼康是</a:t>
            </a:r>
            <a:r>
              <a:rPr lang="en-US" altLang="zh-CN"/>
              <a:t>.NEF </a:t>
            </a:r>
            <a:r>
              <a:rPr lang="zh-CN" altLang="en-US"/>
              <a:t>等。它的色彩深度通常高于常见的</a:t>
            </a:r>
            <a:r>
              <a:rPr lang="en-US" altLang="zh-CN"/>
              <a:t> JPG </a:t>
            </a:r>
            <a:r>
              <a:rPr lang="zh-CN" altLang="en-US"/>
              <a:t>照片，可达</a:t>
            </a:r>
            <a:r>
              <a:rPr lang="en-US" altLang="zh-CN"/>
              <a:t> 12bit</a:t>
            </a:r>
            <a:r>
              <a:rPr lang="zh-CN" altLang="en-US"/>
              <a:t>、</a:t>
            </a:r>
            <a:r>
              <a:rPr lang="en-US" altLang="zh-CN"/>
              <a:t>14bit</a:t>
            </a:r>
            <a:r>
              <a:rPr lang="zh-CN" altLang="en-US"/>
              <a:t>，部分顶级相机甚至能达到</a:t>
            </a:r>
            <a:r>
              <a:rPr lang="en-US" altLang="zh-CN"/>
              <a:t> 16bit</a:t>
            </a:r>
            <a:r>
              <a:rPr lang="zh-CN" altLang="en-US"/>
              <a:t>，包含更丰富的原始数据信息。在细节呈现上优势明显，由于未经相机机内过多处理，如降噪等操作不会出现涂抹现象，能保留更多真实细节。后期处理空间极大，专业摄影人员常利用它进行亮度、色彩、色温色调等全方位处理，以提升摄影作品质量。但其缺点是文件体积大，占用大量存储空间，且在电脑中无法直接打开查看照片，需借助特定软件</a:t>
            </a:r>
            <a:r>
              <a:rPr lang="en-US" altLang="zh-CN"/>
              <a:t> </a:t>
            </a:r>
            <a:r>
              <a:rPr lang="zh-CN" altLang="en-US"/>
              <a:t>。</a:t>
            </a:r>
            <a:endParaRPr lang="zh-CN" altLang="en-US"/>
          </a:p>
          <a:p>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n/>
                <a:solidFill>
                  <a:schemeClr val="tx1"/>
                </a:solidFill>
                <a:effectLst>
                  <a:outerShdw blurRad="38100" dist="19050" dir="2700000" algn="tl" rotWithShape="0">
                    <a:schemeClr val="dk1">
                      <a:alpha val="40000"/>
                    </a:schemeClr>
                  </a:outerShdw>
                </a:effectLst>
              </a:rPr>
              <a:t>特殊文字效果的制作</a:t>
            </a:r>
            <a:endParaRPr lang="zh-CN" altLang="en-US">
              <a:ln/>
              <a:solidFill>
                <a:schemeClr val="tx1"/>
              </a:solidFill>
              <a:effectLst>
                <a:outerShdw blurRad="38100" dist="19050" dir="2700000" algn="tl" rotWithShape="0">
                  <a:schemeClr val="dk1">
                    <a:alpha val="40000"/>
                  </a:schemeClr>
                </a:outerShdw>
              </a:effectLst>
            </a:endParaRPr>
          </a:p>
        </p:txBody>
      </p:sp>
      <p:sp>
        <p:nvSpPr>
          <p:cNvPr id="3" name="内容占位符 2"/>
          <p:cNvSpPr>
            <a:spLocks noGrp="1"/>
          </p:cNvSpPr>
          <p:nvPr>
            <p:ph idx="1"/>
          </p:nvPr>
        </p:nvSpPr>
        <p:spPr/>
        <p:txBody>
          <a:bodyPr/>
          <a:p>
            <a:r>
              <a:rPr lang="en-US" altLang="zh-CN" sz="3600"/>
              <a:t>1.</a:t>
            </a:r>
            <a:r>
              <a:rPr lang="zh-CN" altLang="en-US" sz="3600"/>
              <a:t>文字自身特性</a:t>
            </a:r>
            <a:endParaRPr lang="en-US" altLang="zh-CN" sz="3600"/>
          </a:p>
          <a:p>
            <a:r>
              <a:rPr lang="en-US" altLang="zh-CN" sz="3600"/>
              <a:t>2.</a:t>
            </a:r>
            <a:r>
              <a:rPr lang="zh-CN" altLang="en-US" sz="3600"/>
              <a:t>关键帧动画</a:t>
            </a:r>
            <a:endParaRPr lang="zh-CN" altLang="en-US" sz="3600"/>
          </a:p>
          <a:p>
            <a:r>
              <a:rPr lang="en-US" altLang="zh-CN" sz="3600"/>
              <a:t>3.</a:t>
            </a:r>
            <a:r>
              <a:rPr lang="zh-CN" altLang="en-US" sz="3600"/>
              <a:t>官方自带的效果</a:t>
            </a:r>
            <a:endParaRPr lang="zh-CN" altLang="en-US" sz="3600"/>
          </a:p>
          <a:p>
            <a:r>
              <a:rPr lang="en-US" altLang="zh-CN" sz="3600"/>
              <a:t>4.</a:t>
            </a:r>
            <a:r>
              <a:rPr lang="zh-CN" altLang="en-US" sz="3600"/>
              <a:t>额外加一些元素</a:t>
            </a:r>
            <a:endParaRPr lang="zh-CN" altLang="en-US" sz="3600"/>
          </a:p>
          <a:p>
            <a:r>
              <a:rPr lang="en-US" altLang="zh-CN" sz="3600"/>
              <a:t>5.</a:t>
            </a:r>
            <a:r>
              <a:rPr lang="zh-CN" altLang="en-US" sz="3600"/>
              <a:t>在</a:t>
            </a:r>
            <a:r>
              <a:rPr lang="en-US" altLang="zh-CN" sz="3600"/>
              <a:t>b</a:t>
            </a:r>
            <a:r>
              <a:rPr lang="zh-CN" altLang="en-US" sz="3600"/>
              <a:t>站找一些教程或模版</a:t>
            </a:r>
            <a:endParaRPr lang="zh-CN" altLang="en-US" sz="3600"/>
          </a:p>
          <a:p>
            <a:endParaRPr lang="zh-CN" altLang="en-US" sz="36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eeform 5"/>
          <p:cNvSpPr/>
          <p:nvPr/>
        </p:nvSpPr>
        <p:spPr bwMode="auto">
          <a:xfrm>
            <a:off x="7831703" y="-868585"/>
            <a:ext cx="7234958" cy="7168396"/>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gradFill flip="none" rotWithShape="1">
            <a:gsLst>
              <a:gs pos="55000">
                <a:srgbClr val="F8FEFE"/>
              </a:gs>
              <a:gs pos="0">
                <a:schemeClr val="bg1">
                  <a:alpha val="0"/>
                </a:schemeClr>
              </a:gs>
            </a:gsLst>
            <a:lin ang="13500000" scaled="1"/>
            <a:tileRect/>
          </a:gradFill>
          <a:ln>
            <a:noFill/>
          </a:ln>
          <a:effectLst/>
        </p:spPr>
        <p:txBody>
          <a:bodyPr vert="horz" wrap="square" lIns="91440" tIns="45720" rIns="91440" bIns="45720" numCol="1" anchor="t" anchorCtr="0" compatLnSpc="1"/>
          <a:lstStyle/>
          <a:p>
            <a:endParaRPr lang="zh-CN" altLang="en-US"/>
          </a:p>
        </p:txBody>
      </p:sp>
      <p:sp>
        <p:nvSpPr>
          <p:cNvPr id="13" name="Freeform 5"/>
          <p:cNvSpPr/>
          <p:nvPr/>
        </p:nvSpPr>
        <p:spPr bwMode="auto">
          <a:xfrm>
            <a:off x="8343238" y="1912868"/>
            <a:ext cx="6211888" cy="6154738"/>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solidFill>
            <a:schemeClr val="bg1"/>
          </a:solidFill>
          <a:ln>
            <a:noFill/>
          </a:ln>
          <a:effectLst>
            <a:outerShdw blurRad="965200" dist="203200" dir="13500000" algn="br" rotWithShape="0">
              <a:srgbClr val="177DE3">
                <a:alpha val="20000"/>
              </a:srgbClr>
            </a:outerShdw>
          </a:effectLst>
        </p:spPr>
        <p:txBody>
          <a:bodyPr vert="horz" wrap="square" lIns="91440" tIns="45720" rIns="91440" bIns="45720" numCol="1" anchor="t" anchorCtr="0" compatLnSpc="1"/>
          <a:lstStyle/>
          <a:p>
            <a:endParaRPr lang="zh-CN" altLang="en-US"/>
          </a:p>
        </p:txBody>
      </p:sp>
      <p:pic>
        <p:nvPicPr>
          <p:cNvPr id="7" name="图形 6"/>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rot="835433">
            <a:off x="8261957" y="3796381"/>
            <a:ext cx="2602338" cy="2387712"/>
          </a:xfrm>
          <a:prstGeom prst="rect">
            <a:avLst/>
          </a:prstGeom>
        </p:spPr>
      </p:pic>
      <p:sp>
        <p:nvSpPr>
          <p:cNvPr id="27" name="Freeform 5"/>
          <p:cNvSpPr/>
          <p:nvPr/>
        </p:nvSpPr>
        <p:spPr bwMode="auto">
          <a:xfrm rot="3740233">
            <a:off x="-1411278" y="3552368"/>
            <a:ext cx="7234958" cy="7168396"/>
          </a:xfrm>
          <a:custGeom>
            <a:avLst/>
            <a:gdLst>
              <a:gd name="T0" fmla="*/ 1459 w 1883"/>
              <a:gd name="T1" fmla="*/ 198 h 1868"/>
              <a:gd name="T2" fmla="*/ 1841 w 1883"/>
              <a:gd name="T3" fmla="*/ 1579 h 1868"/>
              <a:gd name="T4" fmla="*/ 1595 w 1883"/>
              <a:gd name="T5" fmla="*/ 1828 h 1868"/>
              <a:gd name="T6" fmla="*/ 202 w 1883"/>
              <a:gd name="T7" fmla="*/ 1462 h 1868"/>
              <a:gd name="T8" fmla="*/ 110 w 1883"/>
              <a:gd name="T9" fmla="*/ 1124 h 1868"/>
              <a:gd name="T10" fmla="*/ 1121 w 1883"/>
              <a:gd name="T11" fmla="*/ 109 h 1868"/>
              <a:gd name="T12" fmla="*/ 1459 w 1883"/>
              <a:gd name="T13" fmla="*/ 198 h 1868"/>
            </a:gdLst>
            <a:ahLst/>
            <a:cxnLst>
              <a:cxn ang="0">
                <a:pos x="T0" y="T1"/>
              </a:cxn>
              <a:cxn ang="0">
                <a:pos x="T2" y="T3"/>
              </a:cxn>
              <a:cxn ang="0">
                <a:pos x="T4" y="T5"/>
              </a:cxn>
              <a:cxn ang="0">
                <a:pos x="T6" y="T7"/>
              </a:cxn>
              <a:cxn ang="0">
                <a:pos x="T8" y="T9"/>
              </a:cxn>
              <a:cxn ang="0">
                <a:pos x="T10" y="T11"/>
              </a:cxn>
              <a:cxn ang="0">
                <a:pos x="T12" y="T13"/>
              </a:cxn>
            </a:cxnLst>
            <a:rect l="0" t="0" r="r" b="b"/>
            <a:pathLst>
              <a:path w="1883" h="1868">
                <a:moveTo>
                  <a:pt x="1459" y="198"/>
                </a:moveTo>
                <a:cubicBezTo>
                  <a:pt x="1841" y="1579"/>
                  <a:pt x="1841" y="1579"/>
                  <a:pt x="1841" y="1579"/>
                </a:cubicBezTo>
                <a:cubicBezTo>
                  <a:pt x="1883" y="1729"/>
                  <a:pt x="1746" y="1868"/>
                  <a:pt x="1595" y="1828"/>
                </a:cubicBezTo>
                <a:cubicBezTo>
                  <a:pt x="202" y="1462"/>
                  <a:pt x="202" y="1462"/>
                  <a:pt x="202" y="1462"/>
                </a:cubicBezTo>
                <a:cubicBezTo>
                  <a:pt x="51" y="1423"/>
                  <a:pt x="0" y="1235"/>
                  <a:pt x="110" y="1124"/>
                </a:cubicBezTo>
                <a:cubicBezTo>
                  <a:pt x="1121" y="109"/>
                  <a:pt x="1121" y="109"/>
                  <a:pt x="1121" y="109"/>
                </a:cubicBezTo>
                <a:cubicBezTo>
                  <a:pt x="1231" y="0"/>
                  <a:pt x="1418" y="49"/>
                  <a:pt x="1459" y="198"/>
                </a:cubicBezTo>
                <a:close/>
              </a:path>
            </a:pathLst>
          </a:custGeom>
          <a:gradFill flip="none" rotWithShape="1">
            <a:gsLst>
              <a:gs pos="55000">
                <a:srgbClr val="F8FEFE"/>
              </a:gs>
              <a:gs pos="0">
                <a:schemeClr val="bg1">
                  <a:alpha val="0"/>
                </a:schemeClr>
              </a:gs>
            </a:gsLst>
            <a:lin ang="13500000" scaled="1"/>
            <a:tileRect/>
          </a:gradFill>
          <a:ln>
            <a:noFill/>
          </a:ln>
          <a:effectLst/>
        </p:spPr>
        <p:txBody>
          <a:bodyPr vert="horz" wrap="square" lIns="91440" tIns="45720" rIns="91440" bIns="45720" numCol="1" anchor="t" anchorCtr="0" compatLnSpc="1"/>
          <a:lstStyle/>
          <a:p>
            <a:endParaRPr lang="zh-CN" altLang="en-US"/>
          </a:p>
        </p:txBody>
      </p:sp>
      <p:pic>
        <p:nvPicPr>
          <p:cNvPr id="16" name="图形 15"/>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9242372">
            <a:off x="6281704" y="-2333273"/>
            <a:ext cx="3416841" cy="3135040"/>
          </a:xfrm>
          <a:prstGeom prst="rect">
            <a:avLst/>
          </a:prstGeom>
        </p:spPr>
      </p:pic>
      <p:sp>
        <p:nvSpPr>
          <p:cNvPr id="21" name="文本框 20"/>
          <p:cNvSpPr txBox="1"/>
          <p:nvPr/>
        </p:nvSpPr>
        <p:spPr>
          <a:xfrm>
            <a:off x="1549520" y="2728873"/>
            <a:ext cx="6731000" cy="1107996"/>
          </a:xfrm>
          <a:prstGeom prst="rect">
            <a:avLst/>
          </a:prstGeom>
          <a:noFill/>
        </p:spPr>
        <p:txBody>
          <a:bodyPr wrap="square" rtlCol="0">
            <a:spAutoFit/>
          </a:bodyPr>
          <a:lstStyle/>
          <a:p>
            <a:r>
              <a:rPr lang="en-US" altLang="zh-CN" sz="6600">
                <a:solidFill>
                  <a:srgbClr val="234463"/>
                </a:solidFill>
                <a:latin typeface="方正兰亭超细黑简体" panose="02000000000000000000" pitchFamily="2" charset="-122"/>
                <a:ea typeface="方正兰亭超细黑简体" panose="02000000000000000000" pitchFamily="2" charset="-122"/>
              </a:rPr>
              <a:t>Thank You</a:t>
            </a:r>
            <a:endParaRPr lang="zh-CN" altLang="en-US" sz="6600">
              <a:solidFill>
                <a:srgbClr val="234463"/>
              </a:solidFill>
              <a:latin typeface="方正兰亭超细黑简体" panose="02000000000000000000" pitchFamily="2" charset="-122"/>
              <a:ea typeface="方正兰亭超细黑简体" panose="02000000000000000000" pitchFamily="2" charset="-122"/>
            </a:endParaRPr>
          </a:p>
        </p:txBody>
      </p:sp>
      <p:sp>
        <p:nvSpPr>
          <p:cNvPr id="22" name="文本框 21"/>
          <p:cNvSpPr txBox="1"/>
          <p:nvPr/>
        </p:nvSpPr>
        <p:spPr>
          <a:xfrm>
            <a:off x="1659058" y="3606037"/>
            <a:ext cx="5638798" cy="461665"/>
          </a:xfrm>
          <a:prstGeom prst="rect">
            <a:avLst/>
          </a:prstGeom>
          <a:noFill/>
        </p:spPr>
        <p:txBody>
          <a:bodyPr wrap="square" rtlCol="0">
            <a:spAutoFit/>
          </a:bodyPr>
          <a:lstStyle/>
          <a:p>
            <a:r>
              <a:rPr lang="en-US" altLang="zh-CN" sz="1200">
                <a:solidFill>
                  <a:srgbClr val="234463"/>
                </a:solidFill>
                <a:latin typeface="Segoe UI Light" panose="020B0502040204020203" pitchFamily="34" charset="0"/>
                <a:ea typeface="MS PGothic" panose="020B0600070205080204" charset="-128"/>
                <a:cs typeface="Segoe UI Light" panose="020B0502040204020203" pitchFamily="34" charset="0"/>
                <a:sym typeface="Lato Regular" charset="0"/>
              </a:rPr>
              <a:t>Lorem ipsum dolor sit amet, consectetur adipiscing elit. Integer mollis vehicula ligula ut faucibus ger mor, Cura bitur vestib ulum consequat urna et vehicula. </a:t>
            </a:r>
            <a:endParaRPr lang="en-US" altLang="zh-CN" sz="1200">
              <a:solidFill>
                <a:srgbClr val="234463"/>
              </a:solidFill>
              <a:latin typeface="Segoe UI Light" panose="020B0502040204020203" pitchFamily="34" charset="0"/>
              <a:ea typeface="MS PGothic" panose="020B0600070205080204" charset="-128"/>
              <a:cs typeface="Segoe UI Light" panose="020B0502040204020203" pitchFamily="34" charset="0"/>
              <a:sym typeface="Lato Regular" charset="0"/>
            </a:endParaRPr>
          </a:p>
        </p:txBody>
      </p:sp>
      <p:pic>
        <p:nvPicPr>
          <p:cNvPr id="14" name="图形 1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rot="17627950">
            <a:off x="-2265381" y="1177517"/>
            <a:ext cx="3146863" cy="2887328"/>
          </a:xfrm>
          <a:prstGeom prst="rect">
            <a:avLst/>
          </a:prstGeom>
        </p:spPr>
      </p:pic>
      <p:pic>
        <p:nvPicPr>
          <p:cNvPr id="15" name="图形 14"/>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rot="17627950">
            <a:off x="242904" y="2865945"/>
            <a:ext cx="556650" cy="510741"/>
          </a:xfrm>
          <a:prstGeom prst="rect">
            <a:avLst/>
          </a:prstGeom>
        </p:spPr>
      </p:pic>
      <p:pic>
        <p:nvPicPr>
          <p:cNvPr id="24" name="图形 23"/>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rot="17627950">
            <a:off x="-2062625" y="2035361"/>
            <a:ext cx="3146863" cy="2887328"/>
          </a:xfrm>
          <a:prstGeom prst="rect">
            <a:avLst/>
          </a:prstGeom>
        </p:spPr>
      </p:pic>
      <p:cxnSp>
        <p:nvCxnSpPr>
          <p:cNvPr id="33" name="直接连接符 32"/>
          <p:cNvCxnSpPr/>
          <p:nvPr/>
        </p:nvCxnSpPr>
        <p:spPr>
          <a:xfrm>
            <a:off x="3390703" y="4369098"/>
            <a:ext cx="144000" cy="0"/>
          </a:xfrm>
          <a:prstGeom prst="line">
            <a:avLst/>
          </a:prstGeom>
          <a:ln>
            <a:solidFill>
              <a:schemeClr val="bg1"/>
            </a:solidFill>
            <a:headEnd type="arrow" w="sm" len="sm"/>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ags/tag1.xml><?xml version="1.0" encoding="utf-8"?>
<p:tagLst xmlns:p="http://schemas.openxmlformats.org/presentationml/2006/main">
  <p:tag name="KSO_WM_DIAGRAM_VIRTUALLY_FRAME" val="{&quot;height&quot;:407.8833858267717,&quot;left&quot;:350.39535433070864,&quot;top&quot;:72.05834645669292,&quot;width&quot;:376.4773228346457}"/>
</p:tagLst>
</file>

<file path=ppt/tags/tag2.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3.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4.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5.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6.xml><?xml version="1.0" encoding="utf-8"?>
<p:tagLst xmlns:p="http://schemas.openxmlformats.org/presentationml/2006/main">
  <p:tag name="KSO_WM_DIAGRAM_VIRTUALLY_FRAME" val="{&quot;height&quot;:407.8833858267717,&quot;left&quot;:350.39535433070864,&quot;top&quot;:72.05834645669292,&quot;width&quot;:376.4773228346457}"/>
</p:tagLst>
</file>

<file path=ppt/tags/tag7.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8.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9.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10.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11.xml><?xml version="1.0" encoding="utf-8"?>
<p:tagLst xmlns:p="http://schemas.openxmlformats.org/presentationml/2006/main">
  <p:tag name="KSO_WM_DIAGRAM_VIRTUALLY_FRAME" val="{&quot;height&quot;:407.8833858267717,&quot;left&quot;:350.39535433070864,&quot;top&quot;:72.05834645669292,&quot;width&quot;:376.4773228346457}"/>
</p:tagLst>
</file>

<file path=ppt/tags/tag12.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13.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14.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15.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16.xml><?xml version="1.0" encoding="utf-8"?>
<p:tagLst xmlns:p="http://schemas.openxmlformats.org/presentationml/2006/main">
  <p:tag name="KSO_WM_DIAGRAM_VIRTUALLY_FRAME" val="{&quot;height&quot;:407.8833858267717,&quot;left&quot;:350.39535433070864,&quot;top&quot;:72.05834645669292,&quot;width&quot;:376.4773228346457}"/>
</p:tagLst>
</file>

<file path=ppt/tags/tag17.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18.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19.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20.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21.xml><?xml version="1.0" encoding="utf-8"?>
<p:tagLst xmlns:p="http://schemas.openxmlformats.org/presentationml/2006/main">
  <p:tag name="KSO_WM_DIAGRAM_VIRTUALLY_FRAME" val="{&quot;height&quot;:407.8833858267717,&quot;left&quot;:350.39535433070864,&quot;top&quot;:72.05834645669292,&quot;width&quot;:376.4773228346457}"/>
</p:tagLst>
</file>

<file path=ppt/tags/tag22.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23.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24.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25.xml><?xml version="1.0" encoding="utf-8"?>
<p:tagLst xmlns:p="http://schemas.openxmlformats.org/presentationml/2006/main">
  <p:tag name="KSO_WM_DIAGRAM_VIRTUALLY_FRAME" val="{&quot;height&quot;:407.8833858267717,&quot;left&quot;:350.39535433070864,&quot;top&quot;:72.05834645669292,&quot;width&quot;:382.2773228346457}"/>
</p:tagLst>
</file>

<file path=ppt/tags/tag26.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27.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28.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29.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30.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31.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32.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33.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34.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35.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36.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37.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38.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39.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40.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41.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42.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43.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44.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45.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46.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47.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48.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49.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50.xml><?xml version="1.0" encoding="utf-8"?>
<p:tagLst xmlns:p="http://schemas.openxmlformats.org/presentationml/2006/main">
  <p:tag name="KSO_WM_DIAGRAM_VIRTUALLY_FRAME" val="{&quot;height&quot;:407.8833858267717,&quot;left&quot;:350.39535433070864,&quot;top&quot;:72.05834645669292,&quot;width&quot;:377.0773228346457}"/>
</p:tagLst>
</file>

<file path=ppt/tags/tag51.xml><?xml version="1.0" encoding="utf-8"?>
<p:tagLst xmlns:p="http://schemas.openxmlformats.org/presentationml/2006/main">
  <p:tag name="KSO_WM_DIAGRAM_VIRTUALLY_FRAME" val="{&quot;height&quot;:121.2227559055118,&quot;left&quot;:74.47133858267715,&quot;top&quot;:190.1328346456693,&quot;width&quot;:810.6862204724409}"/>
</p:tagLst>
</file>

<file path=ppt/tags/tag52.xml><?xml version="1.0" encoding="utf-8"?>
<p:tagLst xmlns:p="http://schemas.openxmlformats.org/presentationml/2006/main">
  <p:tag name="KSO_WM_DIAGRAM_VIRTUALLY_FRAME" val="{&quot;height&quot;:121.2227559055118,&quot;left&quot;:74.47133858267715,&quot;top&quot;:190.1328346456693,&quot;width&quot;:810.6862204724409}"/>
</p:tagLst>
</file>

<file path=ppt/tags/tag53.xml><?xml version="1.0" encoding="utf-8"?>
<p:tagLst xmlns:p="http://schemas.openxmlformats.org/presentationml/2006/main">
  <p:tag name="KSO_WM_DIAGRAM_VIRTUALLY_FRAME" val="{&quot;height&quot;:121.2227559055118,&quot;left&quot;:74.47133858267715,&quot;top&quot;:190.1328346456693,&quot;width&quot;:810.6862204724409}"/>
</p:tagLst>
</file>

<file path=ppt/tags/tag54.xml><?xml version="1.0" encoding="utf-8"?>
<p:tagLst xmlns:p="http://schemas.openxmlformats.org/presentationml/2006/main">
  <p:tag name="KSO_WM_DIAGRAM_VIRTUALLY_FRAME" val="{&quot;height&quot;:121.2227559055118,&quot;left&quot;:74.47133858267715,&quot;top&quot;:190.1328346456693,&quot;width&quot;:810.6862204724409}"/>
</p:tagLst>
</file>

<file path=ppt/tags/tag55.xml><?xml version="1.0" encoding="utf-8"?>
<p:tagLst xmlns:p="http://schemas.openxmlformats.org/presentationml/2006/main">
  <p:tag name="KSO_WM_DIAGRAM_VIRTUALLY_FRAME" val="{&quot;height&quot;:121.2227559055118,&quot;left&quot;:74.47133858267715,&quot;top&quot;:190.1328346456693,&quot;width&quot;:810.6862204724409}"/>
</p:tagLst>
</file>

<file path=ppt/tags/tag56.xml><?xml version="1.0" encoding="utf-8"?>
<p:tagLst xmlns:p="http://schemas.openxmlformats.org/presentationml/2006/main">
  <p:tag name="KSO_WM_DIAGRAM_VIRTUALLY_FRAME" val="{&quot;height&quot;:121.2227559055118,&quot;left&quot;:74.47133858267715,&quot;top&quot;:190.1328346456693,&quot;width&quot;:810.6862204724409}"/>
</p:tagLst>
</file>

<file path=ppt/tags/tag57.xml><?xml version="1.0" encoding="utf-8"?>
<p:tagLst xmlns:p="http://schemas.openxmlformats.org/presentationml/2006/main">
  <p:tag name="KSO_WM_DIAGRAM_VIRTUALLY_FRAME" val="{&quot;height&quot;:121.2227559055118,&quot;left&quot;:74.47133858267715,&quot;top&quot;:190.1328346456693,&quot;width&quot;:810.6862204724409}"/>
</p:tagLst>
</file>

<file path=ppt/tags/tag58.xml><?xml version="1.0" encoding="utf-8"?>
<p:tagLst xmlns:p="http://schemas.openxmlformats.org/presentationml/2006/main">
  <p:tag name="KSO_WM_DIAGRAM_VIRTUALLY_FRAME" val="{&quot;height&quot;:121.2227559055118,&quot;left&quot;:74.47133858267715,&quot;top&quot;:190.1328346456693,&quot;width&quot;:810.6862204724409}"/>
</p:tagLst>
</file>

<file path=ppt/tags/tag59.xml><?xml version="1.0" encoding="utf-8"?>
<p:tagLst xmlns:p="http://schemas.openxmlformats.org/presentationml/2006/main">
  <p:tag name="KSO_WM_DIAGRAM_VIRTUALLY_FRAME" val="{&quot;height&quot;:121.2227559055118,&quot;left&quot;:74.47133858267715,&quot;top&quot;:190.1328346456693,&quot;width&quot;:810.6862204724409}"/>
</p:tagLst>
</file>

<file path=ppt/tags/tag60.xml><?xml version="1.0" encoding="utf-8"?>
<p:tagLst xmlns:p="http://schemas.openxmlformats.org/presentationml/2006/main">
  <p:tag name="KSO_WM_DIAGRAM_VIRTUALLY_FRAME" val="{&quot;height&quot;:121.2227559055118,&quot;left&quot;:74.47133858267715,&quot;top&quot;:190.1328346456693,&quot;width&quot;:810.6862204724409}"/>
</p:tagLst>
</file>

<file path=ppt/tags/tag61.xml><?xml version="1.0" encoding="utf-8"?>
<p:tagLst xmlns:p="http://schemas.openxmlformats.org/presentationml/2006/main">
  <p:tag name="KSO_WM_DIAGRAM_VIRTUALLY_FRAME" val="{&quot;height&quot;:121.2227559055118,&quot;left&quot;:74.47133858267715,&quot;top&quot;:190.1328346456693,&quot;width&quot;:810.6862204724409}"/>
</p:tagLst>
</file>

<file path=ppt/tags/tag62.xml><?xml version="1.0" encoding="utf-8"?>
<p:tagLst xmlns:p="http://schemas.openxmlformats.org/presentationml/2006/main">
  <p:tag name="KSO_WM_DIAGRAM_VIRTUALLY_FRAME" val="{&quot;height&quot;:121.2227559055118,&quot;left&quot;:74.47133858267715,&quot;top&quot;:190.1328346456693,&quot;width&quot;:810.6862204724409}"/>
</p:tagLst>
</file>

<file path=ppt/tags/tag63.xml><?xml version="1.0" encoding="utf-8"?>
<p:tagLst xmlns:p="http://schemas.openxmlformats.org/presentationml/2006/main">
  <p:tag name="KSO_WM_DIAGRAM_VIRTUALLY_FRAME" val="{&quot;height&quot;:121.2227559055118,&quot;left&quot;:74.47133858267715,&quot;top&quot;:190.1328346456693,&quot;width&quot;:810.6862204724409}"/>
</p:tagLst>
</file>

<file path=ppt/tags/tag64.xml><?xml version="1.0" encoding="utf-8"?>
<p:tagLst xmlns:p="http://schemas.openxmlformats.org/presentationml/2006/main">
  <p:tag name="KSO_WM_DIAGRAM_VIRTUALLY_FRAME" val="{&quot;height&quot;:121.2227559055118,&quot;left&quot;:74.47133858267715,&quot;top&quot;:190.1328346456693,&quot;width&quot;:810.6862204724409}"/>
</p:tagLst>
</file>

<file path=ppt/tags/tag65.xml><?xml version="1.0" encoding="utf-8"?>
<p:tagLst xmlns:p="http://schemas.openxmlformats.org/presentationml/2006/main">
  <p:tag name="KSO_WM_DIAGRAM_VIRTUALLY_FRAME" val="{&quot;height&quot;:121.2227559055118,&quot;left&quot;:74.47133858267715,&quot;top&quot;:190.1328346456693,&quot;width&quot;:810.6862204724409}"/>
</p:tagLst>
</file>

<file path=ppt/tags/tag66.xml><?xml version="1.0" encoding="utf-8"?>
<p:tagLst xmlns:p="http://schemas.openxmlformats.org/presentationml/2006/main">
  <p:tag name="KSO_WM_DIAGRAM_VIRTUALLY_FRAME" val="{&quot;height&quot;:246.77275590551181,&quot;left&quot;:42.05,&quot;top&quot;:190.1328346456693,&quot;width&quot;:843.1075590551181}"/>
</p:tagLst>
</file>

<file path=ppt/tags/tag67.xml><?xml version="1.0" encoding="utf-8"?>
<p:tagLst xmlns:p="http://schemas.openxmlformats.org/presentationml/2006/main">
  <p:tag name="KSO_WM_DIAGRAM_VIRTUALLY_FRAME" val="{&quot;height&quot;:246.77275590551181,&quot;left&quot;:42.05,&quot;top&quot;:190.1328346456693,&quot;width&quot;:843.1075590551181}"/>
</p:tagLst>
</file>

<file path=ppt/tags/tag68.xml><?xml version="1.0" encoding="utf-8"?>
<p:tagLst xmlns:p="http://schemas.openxmlformats.org/presentationml/2006/main">
  <p:tag name="KSO_WM_DIAGRAM_VIRTUALLY_FRAME" val="{&quot;height&quot;:246.77275590551181,&quot;left&quot;:42.05,&quot;top&quot;:190.1328346456693,&quot;width&quot;:843.1075590551181}"/>
</p:tagLst>
</file>

<file path=ppt/tags/tag69.xml><?xml version="1.0" encoding="utf-8"?>
<p:tagLst xmlns:p="http://schemas.openxmlformats.org/presentationml/2006/main">
  <p:tag name="KSO_WM_DIAGRAM_VIRTUALLY_FRAME" val="{&quot;height&quot;:246.77275590551181,&quot;left&quot;:42.05,&quot;top&quot;:190.1328346456693,&quot;width&quot;:843.1075590551181}"/>
</p:tagLst>
</file>

<file path=ppt/tags/tag70.xml><?xml version="1.0" encoding="utf-8"?>
<p:tagLst xmlns:p="http://schemas.openxmlformats.org/presentationml/2006/main">
  <p:tag name="KSO_WM_DIAGRAM_VIRTUALLY_FRAME" val="{&quot;height&quot;:246.77275590551181,&quot;left&quot;:42.05,&quot;top&quot;:190.1328346456693,&quot;width&quot;:843.1075590551181}"/>
</p:tagLst>
</file>

<file path=ppt/tags/tag71.xml><?xml version="1.0" encoding="utf-8"?>
<p:tagLst xmlns:p="http://schemas.openxmlformats.org/presentationml/2006/main">
  <p:tag name="KSO_WM_DIAGRAM_VIRTUALLY_FRAME" val="{&quot;height&quot;:246.77275590551181,&quot;left&quot;:42.05,&quot;top&quot;:190.1328346456693,&quot;width&quot;:843.1075590551181}"/>
</p:tagLst>
</file>

<file path=ppt/tags/tag72.xml><?xml version="1.0" encoding="utf-8"?>
<p:tagLst xmlns:p="http://schemas.openxmlformats.org/presentationml/2006/main">
  <p:tag name="KSO_WM_DIAGRAM_VIRTUALLY_FRAME" val="{&quot;height&quot;:246.77275590551181,&quot;left&quot;:42.05,&quot;top&quot;:190.1328346456693,&quot;width&quot;:843.1075590551181}"/>
</p:tagLst>
</file>

<file path=ppt/tags/tag73.xml><?xml version="1.0" encoding="utf-8"?>
<p:tagLst xmlns:p="http://schemas.openxmlformats.org/presentationml/2006/main">
  <p:tag name="KSO_WM_DIAGRAM_VIRTUALLY_FRAME" val="{&quot;height&quot;:246.77275590551181,&quot;left&quot;:42.05,&quot;top&quot;:190.1328346456693,&quot;width&quot;:843.1075590551181}"/>
</p:tagLst>
</file>

<file path=ppt/tags/tag74.xml><?xml version="1.0" encoding="utf-8"?>
<p:tagLst xmlns:p="http://schemas.openxmlformats.org/presentationml/2006/main">
  <p:tag name="KSO_WM_DIAGRAM_VIRTUALLY_FRAME" val="{&quot;height&quot;:246.77275590551181,&quot;left&quot;:42.05,&quot;top&quot;:190.1328346456693,&quot;width&quot;:843.1075590551181}"/>
</p:tagLst>
</file>

<file path=ppt/tags/tag75.xml><?xml version="1.0" encoding="utf-8"?>
<p:tagLst xmlns:p="http://schemas.openxmlformats.org/presentationml/2006/main">
  <p:tag name="KSO_WM_DIAGRAM_VIRTUALLY_FRAME" val="{&quot;height&quot;:246.77275590551181,&quot;left&quot;:42.05,&quot;top&quot;:190.1328346456693,&quot;width&quot;:843.1075590551181}"/>
</p:tagLst>
</file>

<file path=ppt/tags/tag76.xml><?xml version="1.0" encoding="utf-8"?>
<p:tagLst xmlns:p="http://schemas.openxmlformats.org/presentationml/2006/main">
  <p:tag name="KSO_WM_DIAGRAM_VIRTUALLY_FRAME" val="{&quot;height&quot;:246.77275590551181,&quot;left&quot;:42.05,&quot;top&quot;:190.1328346456693,&quot;width&quot;:843.1075590551181}"/>
</p:tagLst>
</file>

<file path=ppt/tags/tag77.xml><?xml version="1.0" encoding="utf-8"?>
<p:tagLst xmlns:p="http://schemas.openxmlformats.org/presentationml/2006/main">
  <p:tag name="KSO_WM_DIAGRAM_VIRTUALLY_FRAME" val="{&quot;height&quot;:246.77275590551181,&quot;left&quot;:42.05,&quot;top&quot;:190.1328346456693,&quot;width&quot;:843.1075590551181}"/>
</p:tagLst>
</file>

<file path=ppt/tags/tag78.xml><?xml version="1.0" encoding="utf-8"?>
<p:tagLst xmlns:p="http://schemas.openxmlformats.org/presentationml/2006/main">
  <p:tag name="KSO_WM_DIAGRAM_VIRTUALLY_FRAME" val="{&quot;height&quot;:246.77275590551181,&quot;left&quot;:42.05,&quot;top&quot;:190.1328346456693,&quot;width&quot;:843.1075590551181}"/>
</p:tagLst>
</file>

<file path=ppt/tags/tag79.xml><?xml version="1.0" encoding="utf-8"?>
<p:tagLst xmlns:p="http://schemas.openxmlformats.org/presentationml/2006/main">
  <p:tag name="KSO_WM_DIAGRAM_VIRTUALLY_FRAME" val="{&quot;height&quot;:246.77275590551181,&quot;left&quot;:42.05,&quot;top&quot;:190.1328346456693,&quot;width&quot;:843.1075590551181}"/>
</p:tagLst>
</file>

<file path=ppt/tags/tag80.xml><?xml version="1.0" encoding="utf-8"?>
<p:tagLst xmlns:p="http://schemas.openxmlformats.org/presentationml/2006/main">
  <p:tag name="KSO_WM_DIAGRAM_VIRTUALLY_FRAME" val="{&quot;height&quot;:246.77275590551181,&quot;left&quot;:42.05,&quot;top&quot;:190.1328346456693,&quot;width&quot;:843.1075590551181}"/>
</p:tagLst>
</file>

<file path=ppt/tags/tag81.xml><?xml version="1.0" encoding="utf-8"?>
<p:tagLst xmlns:p="http://schemas.openxmlformats.org/presentationml/2006/main">
  <p:tag name="KSO_WM_DIAGRAM_VIRTUALLY_FRAME" val="{&quot;height&quot;:239.10622047244095,&quot;left&quot;:138.9,&quot;top&quot;:185.23220472440943,&quot;width&quot;:668.5022047244095}"/>
</p:tagLst>
</file>

<file path=ppt/tags/tag82.xml><?xml version="1.0" encoding="utf-8"?>
<p:tagLst xmlns:p="http://schemas.openxmlformats.org/presentationml/2006/main">
  <p:tag name="KSO_WM_DIAGRAM_VIRTUALLY_FRAME" val="{&quot;height&quot;:239.10622047244095,&quot;left&quot;:138.9,&quot;top&quot;:185.23220472440943,&quot;width&quot;:668.5022047244095}"/>
</p:tagLst>
</file>

<file path=ppt/tags/tag83.xml><?xml version="1.0" encoding="utf-8"?>
<p:tagLst xmlns:p="http://schemas.openxmlformats.org/presentationml/2006/main">
  <p:tag name="KSO_WM_DIAGRAM_VIRTUALLY_FRAME" val="{&quot;height&quot;:239.10622047244095,&quot;left&quot;:138.9,&quot;top&quot;:185.23220472440943,&quot;width&quot;:668.5022047244095}"/>
</p:tagLst>
</file>

<file path=ppt/tags/tag84.xml><?xml version="1.0" encoding="utf-8"?>
<p:tagLst xmlns:p="http://schemas.openxmlformats.org/presentationml/2006/main">
  <p:tag name="KSO_WM_DIAGRAM_VIRTUALLY_FRAME" val="{&quot;height&quot;:239.10622047244095,&quot;left&quot;:138.9,&quot;top&quot;:185.23220472440943,&quot;width&quot;:668.5022047244095}"/>
</p:tagLst>
</file>

<file path=ppt/tags/tag85.xml><?xml version="1.0" encoding="utf-8"?>
<p:tagLst xmlns:p="http://schemas.openxmlformats.org/presentationml/2006/main">
  <p:tag name="KSO_WM_DIAGRAM_VIRTUALLY_FRAME" val="{&quot;height&quot;:239.10622047244095,&quot;left&quot;:138.9,&quot;top&quot;:185.23220472440943,&quot;width&quot;:668.5022047244095}"/>
</p:tagLst>
</file>

<file path=ppt/tags/tag86.xml><?xml version="1.0" encoding="utf-8"?>
<p:tagLst xmlns:p="http://schemas.openxmlformats.org/presentationml/2006/main">
  <p:tag name="KSO_WM_DIAGRAM_VIRTUALLY_FRAME" val="{&quot;height&quot;:239.10622047244095,&quot;left&quot;:138.9,&quot;top&quot;:185.23220472440943,&quot;width&quot;:668.5022047244095}"/>
</p:tagLst>
</file>

<file path=ppt/tags/tag87.xml><?xml version="1.0" encoding="utf-8"?>
<p:tagLst xmlns:p="http://schemas.openxmlformats.org/presentationml/2006/main">
  <p:tag name="KSO_WM_DIAGRAM_VIRTUALLY_FRAME" val="{&quot;height&quot;:239.10622047244095,&quot;left&quot;:138.9,&quot;top&quot;:185.23220472440943,&quot;width&quot;:668.5022047244095}"/>
</p:tagLst>
</file>

<file path=ppt/tags/tag88.xml><?xml version="1.0" encoding="utf-8"?>
<p:tagLst xmlns:p="http://schemas.openxmlformats.org/presentationml/2006/main">
  <p:tag name="KSO_WM_DIAGRAM_VIRTUALLY_FRAME" val="{&quot;height&quot;:239.10622047244095,&quot;left&quot;:138.9,&quot;top&quot;:185.23220472440943,&quot;width&quot;:668.5022047244095}"/>
</p:tagLst>
</file>

<file path=ppt/tags/tag89.xml><?xml version="1.0" encoding="utf-8"?>
<p:tagLst xmlns:p="http://schemas.openxmlformats.org/presentationml/2006/main">
  <p:tag name="KSO_WM_DIAGRAM_VIRTUALLY_FRAME" val="{&quot;height&quot;:239.10622047244095,&quot;left&quot;:138.9,&quot;top&quot;:185.23220472440943,&quot;width&quot;:668.5022047244095}"/>
</p:tagLst>
</file>

<file path=ppt/tags/tag90.xml><?xml version="1.0" encoding="utf-8"?>
<p:tagLst xmlns:p="http://schemas.openxmlformats.org/presentationml/2006/main">
  <p:tag name="KSO_WM_DIAGRAM_VIRTUALLY_FRAME" val="{&quot;height&quot;:239.10622047244095,&quot;left&quot;:138.9,&quot;top&quot;:185.23220472440943,&quot;width&quot;:668.5022047244095}"/>
</p:tagLst>
</file>

<file path=ppt/tags/tag91.xml><?xml version="1.0" encoding="utf-8"?>
<p:tagLst xmlns:p="http://schemas.openxmlformats.org/presentationml/2006/main">
  <p:tag name="KSO_WM_DIAGRAM_VIRTUALLY_FRAME" val="{&quot;height&quot;:239.10622047244095,&quot;left&quot;:138.9,&quot;top&quot;:185.23220472440943,&quot;width&quot;:668.5022047244095}"/>
</p:tagLst>
</file>

<file path=ppt/tags/tag92.xml><?xml version="1.0" encoding="utf-8"?>
<p:tagLst xmlns:p="http://schemas.openxmlformats.org/presentationml/2006/main">
  <p:tag name="KSO_WM_DIAGRAM_VIRTUALLY_FRAME" val="{&quot;height&quot;:239.10622047244095,&quot;left&quot;:138.9,&quot;top&quot;:185.23220472440943,&quot;width&quot;:668.5022047244095}"/>
</p:tagLst>
</file>

<file path=ppt/tags/tag93.xml><?xml version="1.0" encoding="utf-8"?>
<p:tagLst xmlns:p="http://schemas.openxmlformats.org/presentationml/2006/main">
  <p:tag name="KSO_WM_DIAGRAM_VIRTUALLY_FRAME" val="{&quot;height&quot;:239.10622047244095,&quot;left&quot;:138.9,&quot;top&quot;:185.23220472440943,&quot;width&quot;:668.5022047244095}"/>
</p:tagLst>
</file>

<file path=ppt/tags/tag94.xml><?xml version="1.0" encoding="utf-8"?>
<p:tagLst xmlns:p="http://schemas.openxmlformats.org/presentationml/2006/main">
  <p:tag name="KSO_WM_DIAGRAM_VIRTUALLY_FRAME" val="{&quot;height&quot;:239.10622047244095,&quot;left&quot;:138.9,&quot;top&quot;:185.23220472440943,&quot;width&quot;:668.5022047244095}"/>
</p:tagLst>
</file>

<file path=ppt/tags/tag95.xml><?xml version="1.0" encoding="utf-8"?>
<p:tagLst xmlns:p="http://schemas.openxmlformats.org/presentationml/2006/main">
  <p:tag name="KSO_WM_DIAGRAM_VIRTUALLY_FRAME" val="{&quot;height&quot;:239.10622047244095,&quot;left&quot;:138.9,&quot;top&quot;:185.23220472440943,&quot;width&quot;:668.5022047244095}"/>
</p:tagLst>
</file>

<file path=ppt/tags/tag96.xml><?xml version="1.0" encoding="utf-8"?>
<p:tagLst xmlns:p="http://schemas.openxmlformats.org/presentationml/2006/main">
  <p:tag name="KSO_WM_DIAGRAM_VIRTUALLY_FRAME" val="{&quot;height&quot;:239.10622047244095,&quot;left&quot;:138.9,&quot;top&quot;:185.23220472440943,&quot;width&quot;:668.5022047244095}"/>
</p:tagLst>
</file>

<file path=ppt/tags/tag97.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98.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99.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00.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01.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02.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03.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04.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05.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06.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07.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08.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09.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10.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11.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12.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13.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14.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15.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16.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17.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18.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19.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20.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21.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22.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23.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24.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25.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26.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27.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28.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29.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30.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31.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32.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33.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34.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35.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36.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37.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38.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39.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40.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41.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42.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43.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44.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45.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46.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47.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48.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49.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50.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51.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52.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53.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54.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55.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56.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57.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58.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59.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60.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61.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62.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63.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64.xml><?xml version="1.0" encoding="utf-8"?>
<p:tagLst xmlns:p="http://schemas.openxmlformats.org/presentationml/2006/main">
  <p:tag name="KSO_WM_DIAGRAM_VIRTUALLY_FRAME" val="{&quot;height&quot;:367.7646456692913,&quot;left&quot;:-1.6724409448818847,&quot;top&quot;:172.23535433070865,&quot;width&quot;:953.3461417322835}"/>
</p:tagLst>
</file>

<file path=ppt/tags/tag165.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66.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67.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68.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69.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70.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71.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72.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73.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74.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75.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76.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77.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78.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79.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80.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81.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82.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83.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84.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85.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86.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87.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88.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89.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90.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91.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92.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93.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ags/tag194.xml><?xml version="1.0" encoding="utf-8"?>
<p:tagLst xmlns:p="http://schemas.openxmlformats.org/presentationml/2006/main">
  <p:tag name="KSO_WM_DIAGRAM_VIRTUALLY_FRAME" val="{&quot;height&quot;:279.93377952755907,&quot;left&quot;:137.16377952755906,&quot;top&quot;:160.78094488188975,&quot;width&quot;:685.672677165354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3615</Words>
  <Application>WPS 演示</Application>
  <PresentationFormat>宽屏</PresentationFormat>
  <Paragraphs>349</Paragraphs>
  <Slides>20</Slides>
  <Notes>1</Notes>
  <HiddenSlides>0</HiddenSlides>
  <MMClips>0</MMClips>
  <ScaleCrop>false</ScaleCrop>
  <HeadingPairs>
    <vt:vector size="6" baseType="variant">
      <vt:variant>
        <vt:lpstr>已用的字体</vt:lpstr>
      </vt:variant>
      <vt:variant>
        <vt:i4>17</vt:i4>
      </vt:variant>
      <vt:variant>
        <vt:lpstr>主题</vt:lpstr>
      </vt:variant>
      <vt:variant>
        <vt:i4>2</vt:i4>
      </vt:variant>
      <vt:variant>
        <vt:lpstr>幻灯片标题</vt:lpstr>
      </vt:variant>
      <vt:variant>
        <vt:i4>20</vt:i4>
      </vt:variant>
    </vt:vector>
  </HeadingPairs>
  <TitlesOfParts>
    <vt:vector size="39" baseType="lpstr">
      <vt:lpstr>Arial</vt:lpstr>
      <vt:lpstr>宋体</vt:lpstr>
      <vt:lpstr>Wingdings</vt:lpstr>
      <vt:lpstr>方正兰亭超细黑简体</vt:lpstr>
      <vt:lpstr>黑体</vt:lpstr>
      <vt:lpstr>Segoe UI Light</vt:lpstr>
      <vt:lpstr>MS PGothic</vt:lpstr>
      <vt:lpstr>Lato Regular</vt:lpstr>
      <vt:lpstr>微软雅黑 Light</vt:lpstr>
      <vt:lpstr>微软雅黑</vt:lpstr>
      <vt:lpstr>AMGDT</vt:lpstr>
      <vt:lpstr>Gill Sans</vt:lpstr>
      <vt:lpstr>等线</vt:lpstr>
      <vt:lpstr>Arial Unicode MS</vt:lpstr>
      <vt:lpstr>等线 Light</vt:lpstr>
      <vt:lpstr>Calibri</vt:lpstr>
      <vt:lpstr>Gill Sans MT</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通用快捷键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常见文件格式-视频</vt:lpstr>
      <vt:lpstr>常见文件格式-音频</vt:lpstr>
      <vt:lpstr>常见文件格式-图片</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ChenYu</dc:creator>
  <cp:lastModifiedBy>Kakine Teitoku[Dark Matter]</cp:lastModifiedBy>
  <cp:revision>63</cp:revision>
  <dcterms:created xsi:type="dcterms:W3CDTF">2017-12-10T03:16:00Z</dcterms:created>
  <dcterms:modified xsi:type="dcterms:W3CDTF">2025-04-11T14:29:15Z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2681A0B96E64459FBD5637C78ECCB314_12</vt:lpwstr>
  </property>
  <property fmtid="{D5CDD505-2E9C-101B-9397-08002B2CF9AE}" pid="3" name="KSOProductBuildVer">
    <vt:lpwstr>2052-12.1.0.20784</vt:lpwstr>
  </property>
</Properties>
</file>