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2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3"/>
    <p:sldId id="258" r:id="rId4"/>
    <p:sldId id="260" r:id="rId5"/>
    <p:sldId id="264" r:id="rId6"/>
    <p:sldId id="278" r:id="rId7"/>
    <p:sldId id="280" r:id="rId8"/>
    <p:sldId id="281" r:id="rId9"/>
    <p:sldId id="261" r:id="rId10"/>
    <p:sldId id="284" r:id="rId11"/>
    <p:sldId id="267" r:id="rId12"/>
    <p:sldId id="268" r:id="rId13"/>
    <p:sldId id="262" r:id="rId14"/>
    <p:sldId id="285" r:id="rId15"/>
    <p:sldId id="271" r:id="rId16"/>
    <p:sldId id="282" r:id="rId17"/>
    <p:sldId id="263" r:id="rId18"/>
    <p:sldId id="283" r:id="rId19"/>
    <p:sldId id="272" r:id="rId20"/>
    <p:sldId id="273" r:id="rId21"/>
    <p:sldId id="286" r:id="rId22"/>
    <p:sldId id="259" r:id="rId23"/>
    <p:sldId id="287" r:id="rId24"/>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5501" autoAdjust="0"/>
  </p:normalViewPr>
  <p:slideViewPr>
    <p:cSldViewPr snapToGrid="0">
      <p:cViewPr varScale="1">
        <p:scale>
          <a:sx n="92" d="100"/>
          <a:sy n="92" d="100"/>
        </p:scale>
        <p:origin x="348" y="90"/>
      </p:cViewPr>
      <p:guideLst/>
    </p:cSldViewPr>
  </p:slideViewPr>
  <p:notesTextViewPr>
    <p:cViewPr>
      <p:scale>
        <a:sx n="20" d="100"/>
        <a:sy n="2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gs" Target="tags/tag25.xml"/><Relationship Id="rId30" Type="http://schemas.openxmlformats.org/officeDocument/2006/relationships/customXml" Target="../customXml/item1.xml"/><Relationship Id="rId3" Type="http://schemas.openxmlformats.org/officeDocument/2006/relationships/slide" Target="slides/slide1.xml"/><Relationship Id="rId29" Type="http://schemas.openxmlformats.org/officeDocument/2006/relationships/customXmlProps" Target="../customXml/itemProps24.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notesMaster" Target="notesMasters/notesMaster1.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BBA452-CE0D-45D1-B780-F77C9E3BBE8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49EFBA-00BA-4FEA-BEC0-D70D36A955D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1PPT模板网   www.51pptmoban.com">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F797746-5315-42E5-8715-B385B7B51A43}"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稿定设计</a:t>
            </a:r>
            <a:r>
              <a:rPr lang="en-US" altLang="zh-CN"/>
              <a:t>——</a:t>
            </a:r>
            <a:r>
              <a:rPr lang="zh-CN" altLang="en-US"/>
              <a:t>让设计更简单！</a:t>
            </a:r>
            <a:endParaRPr lang="zh-CN" altLang="en-US"/>
          </a:p>
        </p:txBody>
      </p:sp>
      <p:sp>
        <p:nvSpPr>
          <p:cNvPr id="5" name="灯片编号占位符 4"/>
          <p:cNvSpPr>
            <a:spLocks noGrp="1"/>
          </p:cNvSpPr>
          <p:nvPr>
            <p:ph type="sldNum" sz="quarter" idx="12"/>
          </p:nvPr>
        </p:nvSpPr>
        <p:spPr/>
        <p:txBody>
          <a:bodyPr/>
          <a:lstStyle/>
          <a:p>
            <a:fld id="{4A2702D6-7180-491C-910B-B9B8CEB6939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1"/>
            <a:ext cx="10858500" cy="1028700"/>
          </a:xfrm>
          <a:prstGeom prst="rect">
            <a:avLst/>
          </a:prstGeom>
        </p:spPr>
        <p:txBody>
          <a:bodyPr vert="horz"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0" tIns="0" rIns="0" bIns="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660400" y="6235700"/>
            <a:ext cx="2832652" cy="365125"/>
          </a:xfrm>
          <a:prstGeom prst="rect">
            <a:avLst/>
          </a:prstGeom>
        </p:spPr>
        <p:txBody>
          <a:bodyPr vert="horz" lIns="0" tIns="0" rIns="0" bIns="0" rtlCol="0" anchor="t"/>
          <a:lstStyle>
            <a:lvl1pPr algn="l">
              <a:defRPr sz="1200">
                <a:solidFill>
                  <a:schemeClr val="tx1">
                    <a:tint val="75000"/>
                  </a:schemeClr>
                </a:solidFill>
              </a:defRPr>
            </a:lvl1pPr>
          </a:lstStyle>
          <a:p>
            <a:fld id="{3F797746-5315-42E5-8715-B385B7B51A43}" type="datetime1">
              <a:rPr lang="zh-CN" altLang="en-US" smtClean="0"/>
            </a:fld>
            <a:endParaRPr lang="zh-CN" altLang="en-US"/>
          </a:p>
        </p:txBody>
      </p:sp>
      <p:sp>
        <p:nvSpPr>
          <p:cNvPr id="5" name="页脚占位符 4"/>
          <p:cNvSpPr>
            <a:spLocks noGrp="1"/>
          </p:cNvSpPr>
          <p:nvPr>
            <p:ph type="ftr" sz="quarter" idx="3"/>
          </p:nvPr>
        </p:nvSpPr>
        <p:spPr>
          <a:xfrm>
            <a:off x="3965161" y="6235700"/>
            <a:ext cx="4248978" cy="365125"/>
          </a:xfrm>
          <a:prstGeom prst="rect">
            <a:avLst/>
          </a:prstGeom>
        </p:spPr>
        <p:txBody>
          <a:bodyPr vert="horz" lIns="0" tIns="0" rIns="0" bIns="0" rtlCol="0" anchor="t"/>
          <a:lstStyle>
            <a:lvl1pPr algn="ctr">
              <a:defRPr sz="1200">
                <a:solidFill>
                  <a:schemeClr val="tx1">
                    <a:tint val="75000"/>
                  </a:schemeClr>
                </a:solidFill>
              </a:defRPr>
            </a:lvl1pPr>
          </a:lstStyle>
          <a:p>
            <a:r>
              <a:rPr lang="zh-CN" altLang="en-US"/>
              <a:t>稿定设计</a:t>
            </a:r>
            <a:r>
              <a:rPr lang="en-US" altLang="zh-CN"/>
              <a:t>——</a:t>
            </a:r>
            <a:r>
              <a:rPr lang="zh-CN" altLang="en-US"/>
              <a:t>让设计更简单！</a:t>
            </a:r>
            <a:endParaRPr lang="zh-CN" altLang="en-US"/>
          </a:p>
        </p:txBody>
      </p:sp>
      <p:sp>
        <p:nvSpPr>
          <p:cNvPr id="6" name="灯片编号占位符 5"/>
          <p:cNvSpPr>
            <a:spLocks noGrp="1"/>
          </p:cNvSpPr>
          <p:nvPr>
            <p:ph type="sldNum" sz="quarter" idx="4"/>
          </p:nvPr>
        </p:nvSpPr>
        <p:spPr>
          <a:xfrm>
            <a:off x="8686248" y="6235700"/>
            <a:ext cx="2832652" cy="365125"/>
          </a:xfrm>
          <a:prstGeom prst="rect">
            <a:avLst/>
          </a:prstGeom>
        </p:spPr>
        <p:txBody>
          <a:bodyPr vert="horz" lIns="0" tIns="0" rIns="0" bIns="0" rtlCol="0" anchor="t"/>
          <a:lstStyle>
            <a:lvl1pPr algn="r">
              <a:defRPr sz="1200">
                <a:solidFill>
                  <a:schemeClr val="tx1">
                    <a:tint val="75000"/>
                  </a:schemeClr>
                </a:solidFill>
              </a:defRPr>
            </a:lvl1pPr>
          </a:lstStyle>
          <a:p>
            <a:fld id="{4A2702D6-7180-491C-910B-B9B8CEB6939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3" Type="http://schemas.openxmlformats.org/officeDocument/2006/relationships/slideLayout" Target="../slideLayouts/slideLayout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image" Target="../media/image3.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jpe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5.pn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4" Type="http://schemas.openxmlformats.org/officeDocument/2006/relationships/slideLayout" Target="../slideLayouts/slideLayout1.xml"/><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9" Type="http://schemas.openxmlformats.org/officeDocument/2006/relationships/image" Target="../media/image27.jpeg"/><Relationship Id="rId8" Type="http://schemas.openxmlformats.org/officeDocument/2006/relationships/image" Target="../media/image26.jpeg"/><Relationship Id="rId7" Type="http://schemas.openxmlformats.org/officeDocument/2006/relationships/image" Target="../media/image25.jpeg"/><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4" Type="http://schemas.openxmlformats.org/officeDocument/2006/relationships/slideLayout" Target="../slideLayouts/slideLayout1.xml"/><Relationship Id="rId13" Type="http://schemas.openxmlformats.org/officeDocument/2006/relationships/tags" Target="../tags/tag23.xml"/><Relationship Id="rId12" Type="http://schemas.openxmlformats.org/officeDocument/2006/relationships/image" Target="../media/image30.png"/><Relationship Id="rId11" Type="http://schemas.openxmlformats.org/officeDocument/2006/relationships/image" Target="../media/image29.jpeg"/><Relationship Id="rId10" Type="http://schemas.openxmlformats.org/officeDocument/2006/relationships/image" Target="../media/image28.jpe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61543" y="0"/>
            <a:ext cx="10284944" cy="6858000"/>
          </a:xfrm>
          <a:prstGeom prst="rect">
            <a:avLst/>
          </a:prstGeom>
        </p:spPr>
      </p:pic>
      <p:sp>
        <p:nvSpPr>
          <p:cNvPr id="10" name="矩形 9"/>
          <p:cNvSpPr/>
          <p:nvPr/>
        </p:nvSpPr>
        <p:spPr>
          <a:xfrm>
            <a:off x="0" y="0"/>
            <a:ext cx="8724900" cy="6858000"/>
          </a:xfrm>
          <a:prstGeom prst="rect">
            <a:avLst/>
          </a:prstGeom>
          <a:gradFill>
            <a:gsLst>
              <a:gs pos="0">
                <a:schemeClr val="accent1"/>
              </a:gs>
              <a:gs pos="100000">
                <a:schemeClr val="accent1">
                  <a:alpha val="0"/>
                </a:schemeClr>
              </a:gs>
            </a:gsLst>
            <a:lin ang="0" scaled="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R" panose="00020600040101010101" pitchFamily="18" charset="-122"/>
              <a:ea typeface="OPPOSans R" panose="00020600040101010101" pitchFamily="18" charset="-122"/>
            </a:endParaRPr>
          </a:p>
        </p:txBody>
      </p:sp>
      <p:sp>
        <p:nvSpPr>
          <p:cNvPr id="11" name="矩形 10"/>
          <p:cNvSpPr/>
          <p:nvPr/>
        </p:nvSpPr>
        <p:spPr>
          <a:xfrm>
            <a:off x="0" y="0"/>
            <a:ext cx="8724900" cy="6858000"/>
          </a:xfrm>
          <a:prstGeom prst="rect">
            <a:avLst/>
          </a:prstGeom>
          <a:gradFill>
            <a:gsLst>
              <a:gs pos="0">
                <a:schemeClr val="accent1"/>
              </a:gs>
              <a:gs pos="100000">
                <a:schemeClr val="accent1">
                  <a:alpha val="0"/>
                </a:schemeClr>
              </a:gs>
            </a:gsLst>
            <a:lin ang="0" scaled="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R" panose="00020600040101010101" pitchFamily="18" charset="-122"/>
              <a:ea typeface="OPPOSans R" panose="00020600040101010101" pitchFamily="18" charset="-122"/>
            </a:endParaRPr>
          </a:p>
        </p:txBody>
      </p:sp>
      <p:sp>
        <p:nvSpPr>
          <p:cNvPr id="12" name="矩形 11"/>
          <p:cNvSpPr/>
          <p:nvPr/>
        </p:nvSpPr>
        <p:spPr>
          <a:xfrm>
            <a:off x="-123825" y="0"/>
            <a:ext cx="8724900" cy="6858000"/>
          </a:xfrm>
          <a:prstGeom prst="rect">
            <a:avLst/>
          </a:prstGeom>
          <a:gradFill>
            <a:gsLst>
              <a:gs pos="0">
                <a:schemeClr val="accent1"/>
              </a:gs>
              <a:gs pos="100000">
                <a:schemeClr val="accent1">
                  <a:alpha val="0"/>
                </a:schemeClr>
              </a:gs>
            </a:gsLst>
            <a:lin ang="0" scaled="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R" panose="00020600040101010101" pitchFamily="18" charset="-122"/>
              <a:ea typeface="OPPOSans R" panose="00020600040101010101" pitchFamily="18" charset="-122"/>
            </a:endParaRPr>
          </a:p>
        </p:txBody>
      </p:sp>
      <p:sp>
        <p:nvSpPr>
          <p:cNvPr id="2" name="矩形 1"/>
          <p:cNvSpPr/>
          <p:nvPr/>
        </p:nvSpPr>
        <p:spPr>
          <a:xfrm>
            <a:off x="-228600" y="-64135"/>
            <a:ext cx="12515215" cy="6995160"/>
          </a:xfrm>
          <a:prstGeom prst="rect">
            <a:avLst/>
          </a:prstGeom>
          <a:solidFill>
            <a:schemeClr val="tx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gaoding-14"/>
          <p:cNvSpPr txBox="1"/>
          <p:nvPr/>
        </p:nvSpPr>
        <p:spPr>
          <a:xfrm>
            <a:off x="591185" y="2534920"/>
            <a:ext cx="9189720" cy="110744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7200" i="0" u="none" strike="noStrike" kern="1200" cap="none" spc="0" normalizeH="0" baseline="0" noProof="0" dirty="0">
                <a:ln>
                  <a:noFill/>
                </a:ln>
                <a:solidFill>
                  <a:schemeClr val="bg1"/>
                </a:solidFill>
                <a:effectLst/>
                <a:uLnTx/>
                <a:uFillTx/>
                <a:latin typeface="方正粗黑宋简体" panose="02000000000000000000" charset="-122"/>
                <a:ea typeface="方正粗黑宋简体" panose="02000000000000000000" charset="-122"/>
                <a:cs typeface="阿里巴巴普惠体 2.0 115 Black" panose="00020600040101010101" pitchFamily="18" charset="-122"/>
              </a:rPr>
              <a:t>发展方向与变现</a:t>
            </a:r>
            <a:r>
              <a:rPr kumimoji="0" lang="zh-CN" altLang="en-US" sz="7200" i="0" u="none" strike="noStrike" kern="1200" cap="none" spc="0" normalizeH="0" baseline="0" noProof="0" dirty="0">
                <a:ln>
                  <a:noFill/>
                </a:ln>
                <a:solidFill>
                  <a:schemeClr val="bg1"/>
                </a:solidFill>
                <a:effectLst/>
                <a:uLnTx/>
                <a:uFillTx/>
                <a:latin typeface="方正粗黑宋简体" panose="02000000000000000000" charset="-122"/>
                <a:ea typeface="方正粗黑宋简体" panose="02000000000000000000" charset="-122"/>
                <a:cs typeface="阿里巴巴普惠体 2.0 115 Black" panose="00020600040101010101" pitchFamily="18" charset="-122"/>
              </a:rPr>
              <a:t>能力</a:t>
            </a:r>
            <a:endParaRPr kumimoji="0" lang="zh-CN" altLang="en-US" sz="7200" i="0" u="none" strike="noStrike" kern="1200" cap="none" spc="0" normalizeH="0" baseline="0" noProof="0" dirty="0">
              <a:ln>
                <a:noFill/>
              </a:ln>
              <a:solidFill>
                <a:schemeClr val="bg1"/>
              </a:solidFill>
              <a:effectLst/>
              <a:uLnTx/>
              <a:uFillTx/>
              <a:latin typeface="方正粗黑宋简体" panose="02000000000000000000" charset="-122"/>
              <a:ea typeface="方正粗黑宋简体" panose="02000000000000000000" charset="-122"/>
              <a:cs typeface="阿里巴巴普惠体 2.0 115 Black" panose="00020600040101010101" pitchFamily="18" charset="-122"/>
            </a:endParaRPr>
          </a:p>
        </p:txBody>
      </p:sp>
      <p:sp>
        <p:nvSpPr>
          <p:cNvPr id="14" name="gaoding-14"/>
          <p:cNvSpPr txBox="1"/>
          <p:nvPr/>
        </p:nvSpPr>
        <p:spPr>
          <a:xfrm>
            <a:off x="728345" y="1836420"/>
            <a:ext cx="7691755" cy="615315"/>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ln>
                  <a:noFill/>
                </a:ln>
                <a:solidFill>
                  <a:schemeClr val="bg1"/>
                </a:solidFill>
                <a:effectLst/>
                <a:uLnTx/>
                <a:uFillTx/>
                <a:latin typeface="方正粗黑宋简体" panose="02000000000000000000" charset="-122"/>
                <a:ea typeface="方正粗黑宋简体" panose="02000000000000000000" charset="-122"/>
                <a:cs typeface="阿里巴巴普惠体 2.0 65 Medium" panose="00020600040101010101" pitchFamily="18" charset="-122"/>
              </a:rPr>
              <a:t>电院新媒体中心第一次培训</a:t>
            </a:r>
            <a:endParaRPr kumimoji="0" lang="zh-CN" altLang="en-US" sz="4000" b="1" i="0" u="none" strike="noStrike" kern="1200" cap="none" spc="0" normalizeH="0" baseline="0" noProof="0" dirty="0">
              <a:ln>
                <a:noFill/>
              </a:ln>
              <a:solidFill>
                <a:schemeClr val="bg1"/>
              </a:solidFill>
              <a:effectLst/>
              <a:uLnTx/>
              <a:uFillTx/>
              <a:latin typeface="方正粗黑宋简体" panose="02000000000000000000" charset="-122"/>
              <a:ea typeface="方正粗黑宋简体" panose="02000000000000000000" charset="-122"/>
              <a:cs typeface="阿里巴巴普惠体 2.0 65 Medium" panose="00020600040101010101" pitchFamily="18" charset="-122"/>
            </a:endParaRPr>
          </a:p>
        </p:txBody>
      </p:sp>
      <p:sp>
        <p:nvSpPr>
          <p:cNvPr id="15" name="gaoding-14"/>
          <p:cNvSpPr txBox="1"/>
          <p:nvPr/>
        </p:nvSpPr>
        <p:spPr>
          <a:xfrm>
            <a:off x="708660" y="3593465"/>
            <a:ext cx="5462905" cy="30734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000" i="0" u="none" strike="noStrike" kern="1200" cap="none" spc="0" normalizeH="0" baseline="0" noProof="0" dirty="0">
                <a:ln>
                  <a:noFill/>
                </a:ln>
                <a:solidFill>
                  <a:schemeClr val="bg1"/>
                </a:solidFill>
                <a:effectLst/>
                <a:uLnTx/>
                <a:uFillTx/>
                <a:latin typeface="黑体" panose="02010609060101010101" charset="-122"/>
                <a:ea typeface="黑体" panose="02010609060101010101" charset="-122"/>
                <a:cs typeface="阿里巴巴普惠体 2.0 35 Thin" panose="00020600040101010101" pitchFamily="18" charset="-122"/>
              </a:rPr>
              <a:t>developing direction and how to earn money</a:t>
            </a:r>
            <a:endParaRPr kumimoji="0" lang="en-US" altLang="zh-CN" sz="2000" i="0" u="none" strike="noStrike" kern="1200" cap="none" spc="0" normalizeH="0" baseline="0" noProof="0" dirty="0">
              <a:ln>
                <a:noFill/>
              </a:ln>
              <a:solidFill>
                <a:schemeClr val="bg1"/>
              </a:solidFill>
              <a:effectLst/>
              <a:uLnTx/>
              <a:uFillTx/>
              <a:latin typeface="黑体" panose="02010609060101010101" charset="-122"/>
              <a:ea typeface="黑体" panose="02010609060101010101" charset="-122"/>
              <a:cs typeface="阿里巴巴普惠体 2.0 35 Thin" panose="00020600040101010101" pitchFamily="18" charset="-122"/>
            </a:endParaRPr>
          </a:p>
        </p:txBody>
      </p:sp>
      <p:grpSp>
        <p:nvGrpSpPr>
          <p:cNvPr id="28" name="组合 27"/>
          <p:cNvGrpSpPr/>
          <p:nvPr/>
        </p:nvGrpSpPr>
        <p:grpSpPr>
          <a:xfrm>
            <a:off x="605367" y="4947408"/>
            <a:ext cx="1829309" cy="546195"/>
            <a:chOff x="5646110" y="-1364078"/>
            <a:chExt cx="5853176" cy="1591879"/>
          </a:xfrm>
        </p:grpSpPr>
        <p:sp>
          <p:nvSpPr>
            <p:cNvPr id="23" name="矩形 22"/>
            <p:cNvSpPr/>
            <p:nvPr/>
          </p:nvSpPr>
          <p:spPr>
            <a:xfrm>
              <a:off x="5646110" y="-1364078"/>
              <a:ext cx="5853176" cy="1591879"/>
            </a:xfrm>
            <a:prstGeom prst="rect">
              <a:avLst/>
            </a:prstGeom>
            <a:solidFill>
              <a:schemeClr val="bg1"/>
            </a:solidFill>
            <a:ln>
              <a:noFill/>
            </a:ln>
            <a:effectLst>
              <a:outerShdw blurRad="152400" dist="139700" dir="5400000" sx="97000" sy="97000" algn="t"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23"/>
            <p:cNvSpPr/>
            <p:nvPr/>
          </p:nvSpPr>
          <p:spPr>
            <a:xfrm>
              <a:off x="5646110" y="-1364069"/>
              <a:ext cx="5853176" cy="300833"/>
            </a:xfrm>
            <a:prstGeom prst="rect">
              <a:avLst/>
            </a:prstGeom>
            <a:solidFill>
              <a:schemeClr val="accent2"/>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gaoding-14"/>
          <p:cNvSpPr txBox="1"/>
          <p:nvPr/>
        </p:nvSpPr>
        <p:spPr>
          <a:xfrm>
            <a:off x="728535" y="5125790"/>
            <a:ext cx="1425236" cy="245745"/>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1200" cap="none" spc="0" normalizeH="0" baseline="0" noProof="0" dirty="0">
                <a:ln>
                  <a:noFill/>
                </a:ln>
                <a:solidFill>
                  <a:schemeClr val="tx1">
                    <a:lumMod val="75000"/>
                    <a:lumOff val="25000"/>
                  </a:schemeClr>
                </a:solidFill>
                <a:effectLst/>
                <a:uLnTx/>
                <a:uFillTx/>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rPr>
              <a:t>主讲</a:t>
            </a:r>
            <a:r>
              <a:rPr kumimoji="0" lang="zh-CN" altLang="en-US" sz="1600" i="0" u="none" strike="noStrike" kern="1200" cap="none" spc="0" normalizeH="0" baseline="0" noProof="0" dirty="0">
                <a:ln>
                  <a:noFill/>
                </a:ln>
                <a:solidFill>
                  <a:schemeClr val="tx1">
                    <a:lumMod val="75000"/>
                    <a:lumOff val="25000"/>
                  </a:schemeClr>
                </a:solidFill>
                <a:effectLst/>
                <a:uLnTx/>
                <a:uFillTx/>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rPr>
              <a:t>人：</a:t>
            </a:r>
            <a:r>
              <a:rPr kumimoji="0" lang="zh-CN" altLang="en-US" sz="1600" i="0" u="none" strike="noStrike" kern="1200" cap="none" spc="0" normalizeH="0" baseline="0" noProof="0" dirty="0">
                <a:ln>
                  <a:noFill/>
                </a:ln>
                <a:solidFill>
                  <a:schemeClr val="tx1">
                    <a:lumMod val="75000"/>
                    <a:lumOff val="25000"/>
                  </a:schemeClr>
                </a:solidFill>
                <a:effectLst/>
                <a:uLnTx/>
                <a:uFillTx/>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rPr>
              <a:t>刘昊辰</a:t>
            </a:r>
            <a:endParaRPr kumimoji="0" lang="zh-CN" altLang="en-US" sz="1600" i="0" u="none" strike="noStrike" kern="1200" cap="none" spc="0" normalizeH="0" baseline="0" noProof="0" dirty="0">
              <a:ln>
                <a:noFill/>
              </a:ln>
              <a:solidFill>
                <a:schemeClr val="tx1">
                  <a:lumMod val="75000"/>
                  <a:lumOff val="25000"/>
                </a:schemeClr>
              </a:solidFill>
              <a:effectLst/>
              <a:uLnTx/>
              <a:uFillTx/>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endParaRPr>
          </a:p>
        </p:txBody>
      </p:sp>
      <p:grpSp>
        <p:nvGrpSpPr>
          <p:cNvPr id="29" name="组合 28"/>
          <p:cNvGrpSpPr/>
          <p:nvPr/>
        </p:nvGrpSpPr>
        <p:grpSpPr>
          <a:xfrm>
            <a:off x="2767965" y="4947285"/>
            <a:ext cx="1231265" cy="546100"/>
            <a:chOff x="5646110" y="-1364078"/>
            <a:chExt cx="5853176" cy="1591879"/>
          </a:xfrm>
        </p:grpSpPr>
        <p:sp>
          <p:nvSpPr>
            <p:cNvPr id="30" name="矩形 29"/>
            <p:cNvSpPr/>
            <p:nvPr/>
          </p:nvSpPr>
          <p:spPr>
            <a:xfrm>
              <a:off x="5646110" y="-1364078"/>
              <a:ext cx="5853176" cy="1591879"/>
            </a:xfrm>
            <a:prstGeom prst="rect">
              <a:avLst/>
            </a:prstGeom>
            <a:solidFill>
              <a:schemeClr val="bg1"/>
            </a:solidFill>
            <a:ln>
              <a:noFill/>
            </a:ln>
            <a:effectLst>
              <a:outerShdw blurRad="152400" dist="139700" dir="5400000" sx="97000" sy="97000" algn="t"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矩形 30"/>
            <p:cNvSpPr/>
            <p:nvPr/>
          </p:nvSpPr>
          <p:spPr>
            <a:xfrm>
              <a:off x="5646110" y="-1364072"/>
              <a:ext cx="5853176" cy="300831"/>
            </a:xfrm>
            <a:prstGeom prst="rect">
              <a:avLst/>
            </a:prstGeom>
            <a:solidFill>
              <a:schemeClr val="accent2"/>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gaoding-14"/>
          <p:cNvSpPr txBox="1"/>
          <p:nvPr/>
        </p:nvSpPr>
        <p:spPr>
          <a:xfrm>
            <a:off x="2890950" y="5125790"/>
            <a:ext cx="1425236" cy="245745"/>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600" i="0" u="none" strike="noStrike" kern="1200" cap="none" spc="0" normalizeH="0" baseline="0" noProof="0" dirty="0">
                <a:ln>
                  <a:noFill/>
                </a:ln>
                <a:solidFill>
                  <a:schemeClr val="tx1">
                    <a:lumMod val="75000"/>
                    <a:lumOff val="25000"/>
                  </a:schemeClr>
                </a:solidFill>
                <a:effectLst/>
                <a:uLnTx/>
                <a:uFillTx/>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rPr>
              <a:t>2025.10.9</a:t>
            </a:r>
            <a:endParaRPr kumimoji="0" lang="en-US" altLang="zh-CN" sz="1600" i="0" u="none" strike="noStrike" kern="1200" cap="none" spc="0" normalizeH="0" baseline="0" noProof="0" dirty="0">
              <a:ln>
                <a:noFill/>
              </a:ln>
              <a:solidFill>
                <a:schemeClr val="tx1">
                  <a:lumMod val="75000"/>
                  <a:lumOff val="25000"/>
                </a:schemeClr>
              </a:solidFill>
              <a:effectLst/>
              <a:uLnTx/>
              <a:uFillTx/>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13" name="矩形 12"/>
          <p:cNvSpPr/>
          <p:nvPr>
            <p:custDataLst>
              <p:tags r:id="rId2"/>
            </p:custDataLst>
          </p:nvPr>
        </p:nvSpPr>
        <p:spPr>
          <a:xfrm>
            <a:off x="3770194" y="3551842"/>
            <a:ext cx="382699" cy="4305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en-US" altLang="zh-CN" sz="2800" dirty="0">
                <a:solidFill>
                  <a:schemeClr val="accent2"/>
                </a:solidFill>
                <a:latin typeface="方正粗黑宋简体" panose="02000000000000000000" charset="-122"/>
                <a:ea typeface="方正粗黑宋简体" panose="02000000000000000000" charset="-122"/>
                <a:cs typeface="阿里巴巴普惠体 2.0 95 ExtraBold" panose="00020600040101010101" pitchFamily="18" charset="-122"/>
              </a:rPr>
              <a:t>1.</a:t>
            </a:r>
            <a:endParaRPr lang="en-US" altLang="zh-CN" sz="2800" dirty="0">
              <a:solidFill>
                <a:schemeClr val="accent2"/>
              </a:solidFill>
              <a:latin typeface="方正粗黑宋简体" panose="02000000000000000000" charset="-122"/>
              <a:ea typeface="方正粗黑宋简体" panose="02000000000000000000" charset="-122"/>
              <a:cs typeface="阿里巴巴普惠体 2.0 95 ExtraBold" panose="00020600040101010101" pitchFamily="18" charset="-122"/>
            </a:endParaRPr>
          </a:p>
        </p:txBody>
      </p:sp>
      <p:sp>
        <p:nvSpPr>
          <p:cNvPr id="14" name="gaoding-14"/>
          <p:cNvSpPr txBox="1"/>
          <p:nvPr>
            <p:custDataLst>
              <p:tags r:id="rId3"/>
            </p:custDataLst>
          </p:nvPr>
        </p:nvSpPr>
        <p:spPr>
          <a:xfrm>
            <a:off x="4152900" y="3613150"/>
            <a:ext cx="2957830" cy="30734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tx1"/>
                </a:solidFill>
                <a:effectLst/>
                <a:uLnTx/>
                <a:uFillTx/>
                <a:latin typeface="方正粗黑宋简体" panose="02000000000000000000" charset="-122"/>
                <a:ea typeface="方正粗黑宋简体" panose="02000000000000000000" charset="-122"/>
                <a:cs typeface="阿里巴巴普惠体 2.0 75 SemiBold" panose="00020600040101010101" pitchFamily="18" charset="-122"/>
              </a:rPr>
              <a:t>在新媒体能学到</a:t>
            </a:r>
            <a:r>
              <a:rPr kumimoji="0" lang="zh-CN" altLang="en-US" sz="2000" i="0" u="none" strike="noStrike" kern="1200" cap="none" spc="0" normalizeH="0" baseline="0" noProof="0" dirty="0">
                <a:ln>
                  <a:noFill/>
                </a:ln>
                <a:solidFill>
                  <a:schemeClr val="tx1"/>
                </a:solidFill>
                <a:effectLst/>
                <a:uLnTx/>
                <a:uFillTx/>
                <a:latin typeface="方正粗黑宋简体" panose="02000000000000000000" charset="-122"/>
                <a:ea typeface="方正粗黑宋简体" panose="02000000000000000000" charset="-122"/>
                <a:cs typeface="阿里巴巴普惠体 2.0 75 SemiBold" panose="00020600040101010101" pitchFamily="18" charset="-122"/>
              </a:rPr>
              <a:t>啥技能？</a:t>
            </a:r>
            <a:endParaRPr kumimoji="0" lang="zh-CN" altLang="en-US" sz="2000" i="0" u="none" strike="noStrike" kern="1200" cap="none" spc="0" normalizeH="0" baseline="0" noProof="0" dirty="0">
              <a:ln>
                <a:noFill/>
              </a:ln>
              <a:solidFill>
                <a:schemeClr val="tx1"/>
              </a:solidFill>
              <a:effectLst/>
              <a:uLnTx/>
              <a:uFillTx/>
              <a:latin typeface="方正粗黑宋简体" panose="02000000000000000000" charset="-122"/>
              <a:ea typeface="方正粗黑宋简体" panose="02000000000000000000" charset="-122"/>
              <a:cs typeface="阿里巴巴普惠体 2.0 75 SemiBold" panose="00020600040101010101" pitchFamily="18" charset="-122"/>
            </a:endParaRPr>
          </a:p>
        </p:txBody>
      </p:sp>
      <p:sp>
        <p:nvSpPr>
          <p:cNvPr id="16" name="gaoding-14"/>
          <p:cNvSpPr txBox="1"/>
          <p:nvPr>
            <p:custDataLst>
              <p:tags r:id="rId4"/>
            </p:custDataLst>
          </p:nvPr>
        </p:nvSpPr>
        <p:spPr>
          <a:xfrm>
            <a:off x="8039108" y="3652269"/>
            <a:ext cx="3034155" cy="30734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tx1"/>
                </a:solidFill>
                <a:effectLst/>
                <a:uLnTx/>
                <a:uFillTx/>
                <a:latin typeface="方正粗黑宋简体" panose="02000000000000000000" charset="-122"/>
                <a:ea typeface="方正粗黑宋简体" panose="02000000000000000000" charset="-122"/>
                <a:cs typeface="阿里巴巴普惠体 2.0 75 SemiBold" panose="00020600040101010101" pitchFamily="18" charset="-122"/>
              </a:rPr>
              <a:t>新闻部</a:t>
            </a:r>
            <a:r>
              <a:rPr kumimoji="0" lang="zh-CN" altLang="en-US" sz="2000" i="0" u="none" strike="noStrike" kern="1200" cap="none" spc="0" normalizeH="0" baseline="0" noProof="0" dirty="0">
                <a:ln>
                  <a:noFill/>
                </a:ln>
                <a:solidFill>
                  <a:schemeClr val="tx1"/>
                </a:solidFill>
                <a:effectLst/>
                <a:uLnTx/>
                <a:uFillTx/>
                <a:latin typeface="方正粗黑宋简体" panose="02000000000000000000" charset="-122"/>
                <a:ea typeface="方正粗黑宋简体" panose="02000000000000000000" charset="-122"/>
                <a:cs typeface="阿里巴巴普惠体 2.0 75 SemiBold" panose="00020600040101010101" pitchFamily="18" charset="-122"/>
              </a:rPr>
              <a:t>技能的</a:t>
            </a:r>
            <a:r>
              <a:rPr kumimoji="0" lang="zh-CN" altLang="en-US" sz="2000" i="0" u="none" strike="noStrike" kern="1200" cap="none" spc="0" normalizeH="0" baseline="0" noProof="0" dirty="0">
                <a:ln>
                  <a:noFill/>
                </a:ln>
                <a:solidFill>
                  <a:schemeClr val="tx1"/>
                </a:solidFill>
                <a:effectLst/>
                <a:uLnTx/>
                <a:uFillTx/>
                <a:latin typeface="方正粗黑宋简体" panose="02000000000000000000" charset="-122"/>
                <a:ea typeface="方正粗黑宋简体" panose="02000000000000000000" charset="-122"/>
                <a:cs typeface="阿里巴巴普惠体 2.0 75 SemiBold" panose="00020600040101010101" pitchFamily="18" charset="-122"/>
              </a:rPr>
              <a:t>发展方向</a:t>
            </a:r>
            <a:endParaRPr kumimoji="0" lang="zh-CN" altLang="en-US" sz="2000" i="0" u="none" strike="noStrike" kern="1200" cap="none" spc="0" normalizeH="0" baseline="0" noProof="0" dirty="0">
              <a:ln>
                <a:noFill/>
              </a:ln>
              <a:solidFill>
                <a:schemeClr val="tx1"/>
              </a:solidFill>
              <a:effectLst/>
              <a:uLnTx/>
              <a:uFillTx/>
              <a:latin typeface="方正粗黑宋简体" panose="02000000000000000000" charset="-122"/>
              <a:ea typeface="方正粗黑宋简体" panose="02000000000000000000" charset="-122"/>
              <a:cs typeface="阿里巴巴普惠体 2.0 75 SemiBold" panose="00020600040101010101" pitchFamily="18" charset="-122"/>
            </a:endParaRPr>
          </a:p>
        </p:txBody>
      </p:sp>
      <p:sp>
        <p:nvSpPr>
          <p:cNvPr id="18" name="gaoding-14"/>
          <p:cNvSpPr txBox="1"/>
          <p:nvPr>
            <p:custDataLst>
              <p:tags r:id="rId5"/>
            </p:custDataLst>
          </p:nvPr>
        </p:nvSpPr>
        <p:spPr>
          <a:xfrm>
            <a:off x="4099514" y="4796034"/>
            <a:ext cx="2668424" cy="30734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tx1"/>
                </a:solidFill>
                <a:effectLst/>
                <a:uLnTx/>
                <a:uFillTx/>
                <a:latin typeface="方正粗黑宋简体" panose="02000000000000000000" charset="-122"/>
                <a:ea typeface="方正粗黑宋简体" panose="02000000000000000000" charset="-122"/>
                <a:cs typeface="阿里巴巴普惠体 2.0 75 SemiBold" panose="00020600040101010101" pitchFamily="18" charset="-122"/>
              </a:rPr>
              <a:t>设计部</a:t>
            </a:r>
            <a:r>
              <a:rPr kumimoji="0" lang="zh-CN" altLang="en-US" sz="2000" i="0" u="none" strike="noStrike" kern="1200" cap="none" spc="0" normalizeH="0" baseline="0" noProof="0" dirty="0">
                <a:ln>
                  <a:noFill/>
                </a:ln>
                <a:solidFill>
                  <a:schemeClr val="tx1"/>
                </a:solidFill>
                <a:effectLst/>
                <a:uLnTx/>
                <a:uFillTx/>
                <a:latin typeface="方正粗黑宋简体" panose="02000000000000000000" charset="-122"/>
                <a:ea typeface="方正粗黑宋简体" panose="02000000000000000000" charset="-122"/>
                <a:cs typeface="阿里巴巴普惠体 2.0 75 SemiBold" panose="00020600040101010101" pitchFamily="18" charset="-122"/>
              </a:rPr>
              <a:t>技能的</a:t>
            </a:r>
            <a:r>
              <a:rPr kumimoji="0" lang="zh-CN" altLang="en-US" sz="2000" i="0" u="none" strike="noStrike" kern="1200" cap="none" spc="0" normalizeH="0" baseline="0" noProof="0" dirty="0">
                <a:ln>
                  <a:noFill/>
                </a:ln>
                <a:solidFill>
                  <a:schemeClr val="tx1"/>
                </a:solidFill>
                <a:effectLst/>
                <a:uLnTx/>
                <a:uFillTx/>
                <a:latin typeface="方正粗黑宋简体" panose="02000000000000000000" charset="-122"/>
                <a:ea typeface="方正粗黑宋简体" panose="02000000000000000000" charset="-122"/>
                <a:cs typeface="阿里巴巴普惠体 2.0 75 SemiBold" panose="00020600040101010101" pitchFamily="18" charset="-122"/>
              </a:rPr>
              <a:t>发展方向</a:t>
            </a:r>
            <a:endParaRPr kumimoji="0" lang="zh-CN" altLang="en-US" sz="2000" i="0" u="none" strike="noStrike" kern="1200" cap="none" spc="0" normalizeH="0" baseline="0" noProof="0" dirty="0">
              <a:ln>
                <a:noFill/>
              </a:ln>
              <a:solidFill>
                <a:schemeClr val="tx1"/>
              </a:solidFill>
              <a:effectLst/>
              <a:uLnTx/>
              <a:uFillTx/>
              <a:latin typeface="方正粗黑宋简体" panose="02000000000000000000" charset="-122"/>
              <a:ea typeface="方正粗黑宋简体" panose="02000000000000000000" charset="-122"/>
              <a:cs typeface="阿里巴巴普惠体 2.0 75 SemiBold" panose="00020600040101010101" pitchFamily="18" charset="-122"/>
            </a:endParaRPr>
          </a:p>
        </p:txBody>
      </p:sp>
      <p:sp>
        <p:nvSpPr>
          <p:cNvPr id="20" name="gaoding-14"/>
          <p:cNvSpPr txBox="1"/>
          <p:nvPr>
            <p:custDataLst>
              <p:tags r:id="rId6"/>
            </p:custDataLst>
          </p:nvPr>
        </p:nvSpPr>
        <p:spPr>
          <a:xfrm>
            <a:off x="8039109" y="4837309"/>
            <a:ext cx="2727926" cy="30734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tx1"/>
                </a:solidFill>
                <a:effectLst/>
                <a:uLnTx/>
                <a:uFillTx/>
                <a:latin typeface="方正粗黑宋简体" panose="02000000000000000000" charset="-122"/>
                <a:ea typeface="方正粗黑宋简体" panose="02000000000000000000" charset="-122"/>
                <a:cs typeface="阿里巴巴普惠体 2.0 75 SemiBold" panose="00020600040101010101" pitchFamily="18" charset="-122"/>
              </a:rPr>
              <a:t>运营部技能的</a:t>
            </a:r>
            <a:r>
              <a:rPr kumimoji="0" lang="zh-CN" altLang="en-US" sz="2000" i="0" u="none" strike="noStrike" kern="1200" cap="none" spc="0" normalizeH="0" baseline="0" noProof="0" dirty="0">
                <a:ln>
                  <a:noFill/>
                </a:ln>
                <a:solidFill>
                  <a:schemeClr val="tx1"/>
                </a:solidFill>
                <a:effectLst/>
                <a:uLnTx/>
                <a:uFillTx/>
                <a:latin typeface="方正粗黑宋简体" panose="02000000000000000000" charset="-122"/>
                <a:ea typeface="方正粗黑宋简体" panose="02000000000000000000" charset="-122"/>
                <a:cs typeface="阿里巴巴普惠体 2.0 75 SemiBold" panose="00020600040101010101" pitchFamily="18" charset="-122"/>
              </a:rPr>
              <a:t>发展方向</a:t>
            </a:r>
            <a:endParaRPr kumimoji="0" lang="zh-CN" altLang="en-US" sz="2000" i="0" u="none" strike="noStrike" kern="1200" cap="none" spc="0" normalizeH="0" baseline="0" noProof="0" dirty="0">
              <a:ln>
                <a:noFill/>
              </a:ln>
              <a:solidFill>
                <a:schemeClr val="tx1"/>
              </a:solidFill>
              <a:effectLst/>
              <a:uLnTx/>
              <a:uFillTx/>
              <a:latin typeface="方正粗黑宋简体" panose="02000000000000000000" charset="-122"/>
              <a:ea typeface="方正粗黑宋简体" panose="02000000000000000000" charset="-122"/>
              <a:cs typeface="阿里巴巴普惠体 2.0 75 SemiBold" panose="00020600040101010101" pitchFamily="18" charset="-122"/>
            </a:endParaRPr>
          </a:p>
        </p:txBody>
      </p:sp>
      <p:sp>
        <p:nvSpPr>
          <p:cNvPr id="22" name="矩形 21"/>
          <p:cNvSpPr/>
          <p:nvPr>
            <p:custDataLst>
              <p:tags r:id="rId7"/>
            </p:custDataLst>
          </p:nvPr>
        </p:nvSpPr>
        <p:spPr>
          <a:xfrm>
            <a:off x="7666768" y="3551663"/>
            <a:ext cx="382699"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en-US" altLang="zh-CN" sz="2800" dirty="0">
                <a:solidFill>
                  <a:schemeClr val="accent2"/>
                </a:solidFill>
                <a:latin typeface="方正粗黑宋简体" panose="02000000000000000000" charset="-122"/>
                <a:ea typeface="方正粗黑宋简体" panose="02000000000000000000" charset="-122"/>
                <a:cs typeface="阿里巴巴普惠体 2.0 95 ExtraBold" panose="00020600040101010101" pitchFamily="18" charset="-122"/>
              </a:rPr>
              <a:t>2.</a:t>
            </a:r>
            <a:endParaRPr lang="en-US" altLang="zh-CN" sz="2800" dirty="0">
              <a:solidFill>
                <a:schemeClr val="accent2"/>
              </a:solidFill>
              <a:latin typeface="方正粗黑宋简体" panose="02000000000000000000" charset="-122"/>
              <a:ea typeface="方正粗黑宋简体" panose="02000000000000000000" charset="-122"/>
              <a:cs typeface="阿里巴巴普惠体 2.0 95 ExtraBold" panose="00020600040101010101" pitchFamily="18" charset="-122"/>
            </a:endParaRPr>
          </a:p>
        </p:txBody>
      </p:sp>
      <p:sp>
        <p:nvSpPr>
          <p:cNvPr id="23" name="矩形 22"/>
          <p:cNvSpPr/>
          <p:nvPr>
            <p:custDataLst>
              <p:tags r:id="rId8"/>
            </p:custDataLst>
          </p:nvPr>
        </p:nvSpPr>
        <p:spPr>
          <a:xfrm>
            <a:off x="3716798" y="4723354"/>
            <a:ext cx="382699"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en-US" altLang="zh-CN" sz="2800" dirty="0">
                <a:solidFill>
                  <a:schemeClr val="accent2"/>
                </a:solidFill>
                <a:latin typeface="方正粗黑宋简体" panose="02000000000000000000" charset="-122"/>
                <a:ea typeface="方正粗黑宋简体" panose="02000000000000000000" charset="-122"/>
                <a:cs typeface="阿里巴巴普惠体 2.0 95 ExtraBold" panose="00020600040101010101" pitchFamily="18" charset="-122"/>
              </a:rPr>
              <a:t>3.</a:t>
            </a:r>
            <a:endParaRPr lang="en-US" altLang="zh-CN" sz="2800" dirty="0">
              <a:solidFill>
                <a:schemeClr val="accent2"/>
              </a:solidFill>
              <a:latin typeface="方正粗黑宋简体" panose="02000000000000000000" charset="-122"/>
              <a:ea typeface="方正粗黑宋简体" panose="02000000000000000000" charset="-122"/>
              <a:cs typeface="阿里巴巴普惠体 2.0 95 ExtraBold" panose="00020600040101010101" pitchFamily="18" charset="-122"/>
            </a:endParaRPr>
          </a:p>
        </p:txBody>
      </p:sp>
      <p:sp>
        <p:nvSpPr>
          <p:cNvPr id="24" name="矩形 23"/>
          <p:cNvSpPr/>
          <p:nvPr>
            <p:custDataLst>
              <p:tags r:id="rId9"/>
            </p:custDataLst>
          </p:nvPr>
        </p:nvSpPr>
        <p:spPr>
          <a:xfrm>
            <a:off x="7666768" y="4723354"/>
            <a:ext cx="382699"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en-US" altLang="zh-CN" sz="2800" dirty="0">
                <a:solidFill>
                  <a:schemeClr val="accent2"/>
                </a:solidFill>
                <a:latin typeface="方正粗黑宋简体" panose="02000000000000000000" charset="-122"/>
                <a:ea typeface="方正粗黑宋简体" panose="02000000000000000000" charset="-122"/>
                <a:cs typeface="阿里巴巴普惠体 2.0 95 ExtraBold" panose="00020600040101010101" pitchFamily="18" charset="-122"/>
              </a:rPr>
              <a:t>4.</a:t>
            </a:r>
            <a:endParaRPr lang="en-US" altLang="zh-CN" sz="2800" dirty="0">
              <a:solidFill>
                <a:schemeClr val="accent2"/>
              </a:solidFill>
              <a:latin typeface="方正粗黑宋简体" panose="02000000000000000000" charset="-122"/>
              <a:ea typeface="方正粗黑宋简体" panose="02000000000000000000" charset="-122"/>
              <a:cs typeface="阿里巴巴普惠体 2.0 95 ExtraBold" panose="00020600040101010101" pitchFamily="18" charset="-122"/>
            </a:endParaRPr>
          </a:p>
        </p:txBody>
      </p:sp>
      <p:sp>
        <p:nvSpPr>
          <p:cNvPr id="26" name="矩形 25"/>
          <p:cNvSpPr/>
          <p:nvPr/>
        </p:nvSpPr>
        <p:spPr>
          <a:xfrm>
            <a:off x="0" y="0"/>
            <a:ext cx="2544040" cy="6858000"/>
          </a:xfrm>
          <a:prstGeom prst="rect">
            <a:avLst/>
          </a:prstGeom>
          <a:blipFill dpi="0" rotWithShape="1">
            <a:blip r:embed="rId10"/>
            <a:srcRect/>
            <a:tile tx="0" ty="0" sx="100000" sy="100000" flip="none" algn="b"/>
          </a:bli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704975" y="939263"/>
            <a:ext cx="6451036" cy="2022941"/>
          </a:xfrm>
          <a:prstGeom prst="rect">
            <a:avLst/>
          </a:prstGeom>
          <a:solidFill>
            <a:schemeClr val="bg1"/>
          </a:solidFill>
          <a:ln>
            <a:noFill/>
          </a:ln>
          <a:effectLst>
            <a:outerShdw blurRad="152400" dist="139700" dir="5400000" sx="97000" sy="97000" algn="t"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矩形 33"/>
          <p:cNvSpPr/>
          <p:nvPr/>
        </p:nvSpPr>
        <p:spPr>
          <a:xfrm>
            <a:off x="1704975" y="758654"/>
            <a:ext cx="6451036" cy="180609"/>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flipH="1">
            <a:off x="3108117" y="2374975"/>
            <a:ext cx="4558651"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4884068" y="1578295"/>
            <a:ext cx="1401805" cy="7385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zh-CN" altLang="en-US" sz="4800" dirty="0">
                <a:solidFill>
                  <a:schemeClr val="accent2"/>
                </a:solidFill>
                <a:latin typeface="方正小标宋简体" panose="03000509000000000000" charset="-122"/>
                <a:ea typeface="方正小标宋简体" panose="03000509000000000000" charset="-122"/>
                <a:cs typeface="阿里巴巴普惠体 2.0 95 ExtraBold" panose="00020600040101010101" pitchFamily="18" charset="-122"/>
              </a:rPr>
              <a:t>目录</a:t>
            </a:r>
            <a:endParaRPr lang="zh-CN" altLang="en-US" sz="4800" dirty="0">
              <a:solidFill>
                <a:schemeClr val="accent2"/>
              </a:solidFill>
              <a:latin typeface="方正小标宋简体" panose="03000509000000000000" charset="-122"/>
              <a:ea typeface="方正小标宋简体" panose="03000509000000000000" charset="-122"/>
              <a:cs typeface="阿里巴巴普惠体 2.0 95 ExtraBold" panose="00020600040101010101" pitchFamily="18" charset="-122"/>
            </a:endParaRPr>
          </a:p>
        </p:txBody>
      </p:sp>
      <p:sp>
        <p:nvSpPr>
          <p:cNvPr id="2" name="gaoding-14"/>
          <p:cNvSpPr txBox="1"/>
          <p:nvPr>
            <p:custDataLst>
              <p:tags r:id="rId11"/>
            </p:custDataLst>
          </p:nvPr>
        </p:nvSpPr>
        <p:spPr>
          <a:xfrm>
            <a:off x="4099569" y="5866644"/>
            <a:ext cx="2727926" cy="30734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tx1"/>
                </a:solidFill>
                <a:effectLst/>
                <a:uLnTx/>
                <a:uFillTx/>
                <a:latin typeface="方正粗黑宋简体" panose="02000000000000000000" charset="-122"/>
                <a:ea typeface="方正粗黑宋简体" panose="02000000000000000000" charset="-122"/>
                <a:cs typeface="阿里巴巴普惠体 2.0 75 SemiBold" panose="00020600040101010101" pitchFamily="18" charset="-122"/>
              </a:rPr>
              <a:t>结语</a:t>
            </a:r>
            <a:endParaRPr kumimoji="0" lang="zh-CN" altLang="en-US" sz="2000" i="0" u="none" strike="noStrike" kern="1200" cap="none" spc="0" normalizeH="0" baseline="0" noProof="0" dirty="0">
              <a:ln>
                <a:noFill/>
              </a:ln>
              <a:solidFill>
                <a:schemeClr val="tx1"/>
              </a:solidFill>
              <a:effectLst/>
              <a:uLnTx/>
              <a:uFillTx/>
              <a:latin typeface="方正粗黑宋简体" panose="02000000000000000000" charset="-122"/>
              <a:ea typeface="方正粗黑宋简体" panose="02000000000000000000" charset="-122"/>
              <a:cs typeface="阿里巴巴普惠体 2.0 75 SemiBold" panose="00020600040101010101" pitchFamily="18" charset="-122"/>
            </a:endParaRPr>
          </a:p>
        </p:txBody>
      </p:sp>
      <p:sp>
        <p:nvSpPr>
          <p:cNvPr id="3" name="矩形 2"/>
          <p:cNvSpPr/>
          <p:nvPr>
            <p:custDataLst>
              <p:tags r:id="rId12"/>
            </p:custDataLst>
          </p:nvPr>
        </p:nvSpPr>
        <p:spPr>
          <a:xfrm>
            <a:off x="3716433" y="5804303"/>
            <a:ext cx="382699" cy="4305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en-US" altLang="zh-CN" sz="2800" dirty="0">
                <a:solidFill>
                  <a:schemeClr val="accent2"/>
                </a:solidFill>
                <a:latin typeface="方正粗黑宋简体" panose="02000000000000000000" charset="-122"/>
                <a:ea typeface="方正粗黑宋简体" panose="02000000000000000000" charset="-122"/>
                <a:cs typeface="阿里巴巴普惠体 2.0 95 ExtraBold" panose="00020600040101010101" pitchFamily="18" charset="-122"/>
              </a:rPr>
              <a:t>5.</a:t>
            </a:r>
            <a:endParaRPr lang="en-US" altLang="zh-CN" sz="2800" dirty="0">
              <a:solidFill>
                <a:schemeClr val="accent2"/>
              </a:solidFill>
              <a:latin typeface="方正粗黑宋简体" panose="02000000000000000000" charset="-122"/>
              <a:ea typeface="方正粗黑宋简体" panose="02000000000000000000" charset="-122"/>
              <a:cs typeface="阿里巴巴普惠体 2.0 95 ExtraBold" panose="00020600040101010101" pitchFamily="18"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0" y="0"/>
            <a:ext cx="12192000" cy="2724150"/>
          </a:xfrm>
          <a:prstGeom prst="rect">
            <a:avLst/>
          </a:prstGeom>
          <a:blipFill dpi="0" rotWithShape="1">
            <a:blip r:embed="rId2"/>
            <a:srcRect/>
            <a:tile tx="0" ty="0" sx="100000" sy="100000" flip="none" algn="b"/>
          </a:bli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0" y="0"/>
            <a:ext cx="12192000" cy="2724150"/>
          </a:xfrm>
          <a:prstGeom prst="rect">
            <a:avLst/>
          </a:prstGeom>
          <a:solidFill>
            <a:schemeClr val="accent1">
              <a:alpha val="60000"/>
            </a:schemeClr>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55135" y="1913688"/>
            <a:ext cx="3412165" cy="3725111"/>
          </a:xfrm>
          <a:prstGeom prst="rect">
            <a:avLst/>
          </a:prstGeom>
          <a:solidFill>
            <a:schemeClr val="bg1"/>
          </a:solidFill>
          <a:ln>
            <a:noFill/>
          </a:ln>
          <a:effectLst>
            <a:outerShdw blurRad="152400" dist="139700" dir="5400000" sx="97000" sy="97000" algn="t"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1655135" y="1913703"/>
            <a:ext cx="3412165" cy="229422"/>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988886" y="2577259"/>
            <a:ext cx="2744661" cy="2137617"/>
          </a:xfrm>
          <a:prstGeom prst="rect">
            <a:avLst/>
          </a:prstGeom>
          <a:noFill/>
        </p:spPr>
        <p:txBody>
          <a:bodyPr wrap="none" rtlCol="0" anchor="ctr">
            <a:noAutofit/>
          </a:bodyPr>
          <a:lstStyle/>
          <a:p>
            <a:pPr algn="ctr"/>
            <a:r>
              <a:rPr lang="en-US" altLang="zh-CN" sz="16600" dirty="0">
                <a:solidFill>
                  <a:schemeClr val="tx1">
                    <a:lumMod val="75000"/>
                    <a:lumOff val="25000"/>
                  </a:schemeClr>
                </a:solidFill>
                <a:latin typeface="阿里巴巴普惠体 2.0 115 Black" panose="00020600040101010101" pitchFamily="18" charset="-122"/>
                <a:ea typeface="阿里巴巴普惠体 2.0 115 Black" panose="00020600040101010101" pitchFamily="18" charset="-122"/>
                <a:cs typeface="阿里巴巴普惠体 2.0 115 Black" panose="00020600040101010101" pitchFamily="18" charset="-122"/>
              </a:rPr>
              <a:t>01</a:t>
            </a:r>
            <a:endParaRPr lang="zh-CN" altLang="en-US" sz="16600" dirty="0">
              <a:solidFill>
                <a:schemeClr val="tx1">
                  <a:lumMod val="75000"/>
                  <a:lumOff val="25000"/>
                </a:schemeClr>
              </a:solidFill>
              <a:latin typeface="阿里巴巴普惠体 2.0 115 Black" panose="00020600040101010101" pitchFamily="18" charset="-122"/>
              <a:ea typeface="阿里巴巴普惠体 2.0 115 Black" panose="00020600040101010101" pitchFamily="18" charset="-122"/>
              <a:cs typeface="阿里巴巴普惠体 2.0 115 Black" panose="00020600040101010101" pitchFamily="18" charset="-122"/>
            </a:endParaRPr>
          </a:p>
        </p:txBody>
      </p:sp>
      <p:sp>
        <p:nvSpPr>
          <p:cNvPr id="27" name="gaoding-14"/>
          <p:cNvSpPr txBox="1"/>
          <p:nvPr/>
        </p:nvSpPr>
        <p:spPr>
          <a:xfrm>
            <a:off x="5589270" y="3870325"/>
            <a:ext cx="5019040" cy="110744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3600" spc="0" noProof="0" dirty="0">
                <a:ln>
                  <a:noFill/>
                </a:ln>
                <a:solidFill>
                  <a:schemeClr val="tx1"/>
                </a:solidFill>
                <a:effectLst/>
                <a:uLnTx/>
                <a:uFillTx/>
                <a:latin typeface="方正粗黑宋简体" panose="02000000000000000000" charset="-122"/>
                <a:ea typeface="方正粗黑宋简体" panose="02000000000000000000" charset="-122"/>
                <a:cs typeface="阿里巴巴普惠体 2.0 75 SemiBold" panose="00020600040101010101" pitchFamily="18" charset="-122"/>
                <a:sym typeface="+mn-ea"/>
              </a:rPr>
              <a:t>在新媒体能学到啥技能</a:t>
            </a:r>
            <a:endParaRPr kumimoji="0" lang="zh-CN" altLang="en-US" sz="3600" i="0" u="none" strike="noStrike" kern="1200" cap="none" spc="0" normalizeH="0" baseline="0" noProof="0" dirty="0">
              <a:ln>
                <a:noFill/>
              </a:ln>
              <a:solidFill>
                <a:schemeClr val="tx1"/>
              </a:solidFill>
              <a:effectLst/>
              <a:uLnTx/>
              <a:uFillTx/>
              <a:latin typeface="方正粗黑宋简体" panose="02000000000000000000" charset="-122"/>
              <a:ea typeface="方正粗黑宋简体" panose="02000000000000000000" charset="-122"/>
              <a:cs typeface="阿里巴巴普惠体 2.0 75 SemiBold" panose="00020600040101010101" pitchFamily="18" charset="-122"/>
            </a:endParaRPr>
          </a:p>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3600" i="0" u="none" strike="noStrike" kern="1200" cap="none" spc="0" normalizeH="0" baseline="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cxnSp>
        <p:nvCxnSpPr>
          <p:cNvPr id="30" name="直接连接符 29"/>
          <p:cNvCxnSpPr/>
          <p:nvPr/>
        </p:nvCxnSpPr>
        <p:spPr>
          <a:xfrm flipH="1">
            <a:off x="5588961" y="4883775"/>
            <a:ext cx="4558651"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8" name="iSHEJI-2"/>
          <p:cNvSpPr txBox="1"/>
          <p:nvPr/>
        </p:nvSpPr>
        <p:spPr>
          <a:xfrm>
            <a:off x="590550" y="385445"/>
            <a:ext cx="9087485" cy="1292225"/>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2800" b="1" spc="0" dirty="0">
                <a:solidFill>
                  <a:schemeClr val="tx1">
                    <a:lumMod val="85000"/>
                    <a:lumOff val="15000"/>
                  </a:schemeClr>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rPr>
              <a:t>·</a:t>
            </a:r>
            <a:r>
              <a:rPr lang="zh-CN" altLang="en-US" sz="2800" b="1" spc="0" dirty="0">
                <a:solidFill>
                  <a:schemeClr val="tx1">
                    <a:lumMod val="85000"/>
                    <a:lumOff val="15000"/>
                  </a:schemeClr>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rPr>
              <a:t>动漫行业</a:t>
            </a:r>
            <a:endParaRPr lang="zh-CN" altLang="en-US" sz="2800" b="1" spc="0" dirty="0">
              <a:solidFill>
                <a:schemeClr val="tx1">
                  <a:lumMod val="85000"/>
                  <a:lumOff val="15000"/>
                </a:schemeClr>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endParaRPr>
          </a:p>
          <a:p>
            <a:pPr marL="0" marR="0" lvl="0" indent="0" defTabSz="914400" rtl="0" eaLnBrk="1" fontAlgn="auto" latinLnBrk="0" hangingPunct="1">
              <a:lnSpc>
                <a:spcPct val="100000"/>
              </a:lnSpc>
              <a:spcBef>
                <a:spcPts val="0"/>
              </a:spcBef>
              <a:spcAft>
                <a:spcPts val="0"/>
              </a:spcAft>
              <a:buClrTx/>
              <a:buSzTx/>
              <a:buFontTx/>
              <a:buNone/>
              <a:defRPr/>
            </a:pPr>
            <a:r>
              <a:rPr lang="en-US" altLang="zh-CN" sz="2800" b="1" spc="0" dirty="0">
                <a:solidFill>
                  <a:schemeClr val="tx1">
                    <a:lumMod val="85000"/>
                    <a:lumOff val="15000"/>
                  </a:schemeClr>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rPr>
              <a:t>·</a:t>
            </a:r>
            <a:r>
              <a:rPr lang="zh-CN" altLang="en-US" sz="2800" b="1" spc="0" dirty="0">
                <a:solidFill>
                  <a:schemeClr val="tx1">
                    <a:lumMod val="85000"/>
                    <a:lumOff val="15000"/>
                  </a:schemeClr>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rPr>
              <a:t>个人</a:t>
            </a:r>
            <a:r>
              <a:rPr lang="en-US" altLang="zh-CN" sz="2800" b="1" spc="0" dirty="0">
                <a:solidFill>
                  <a:schemeClr val="tx1">
                    <a:lumMod val="85000"/>
                    <a:lumOff val="15000"/>
                  </a:schemeClr>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rPr>
              <a:t>/</a:t>
            </a:r>
            <a:r>
              <a:rPr lang="zh-CN" altLang="en-US" sz="2800" b="1" spc="0" dirty="0">
                <a:solidFill>
                  <a:schemeClr val="tx1">
                    <a:lumMod val="85000"/>
                    <a:lumOff val="15000"/>
                  </a:schemeClr>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rPr>
              <a:t>中、小团队自媒体</a:t>
            </a:r>
            <a:endParaRPr lang="zh-CN" altLang="en-US" sz="2800" b="1" spc="0" dirty="0">
              <a:solidFill>
                <a:schemeClr val="tx1">
                  <a:lumMod val="85000"/>
                  <a:lumOff val="15000"/>
                </a:schemeClr>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endParaRPr>
          </a:p>
          <a:p>
            <a:pPr marL="0" marR="0" lvl="0" indent="0" defTabSz="914400" rtl="0" eaLnBrk="1" fontAlgn="auto" latinLnBrk="0" hangingPunct="1">
              <a:lnSpc>
                <a:spcPct val="100000"/>
              </a:lnSpc>
              <a:spcBef>
                <a:spcPts val="0"/>
              </a:spcBef>
              <a:spcAft>
                <a:spcPts val="0"/>
              </a:spcAft>
              <a:buClrTx/>
              <a:buSzTx/>
              <a:buFontTx/>
              <a:buNone/>
              <a:defRPr/>
            </a:pPr>
            <a:r>
              <a:rPr lang="en-US" altLang="zh-CN" sz="2800" b="1" spc="0" dirty="0">
                <a:solidFill>
                  <a:schemeClr val="tx1">
                    <a:lumMod val="85000"/>
                    <a:lumOff val="15000"/>
                  </a:schemeClr>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rPr>
              <a:t>·</a:t>
            </a:r>
            <a:r>
              <a:rPr lang="zh-CN" altLang="en-US" sz="2800" b="1" spc="0" dirty="0">
                <a:solidFill>
                  <a:schemeClr val="tx1">
                    <a:lumMod val="85000"/>
                    <a:lumOff val="15000"/>
                  </a:schemeClr>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rPr>
              <a:t>传统影视新闻媒体</a:t>
            </a:r>
            <a:endParaRPr lang="zh-CN" altLang="en-US" sz="2800" b="1" spc="0" dirty="0">
              <a:solidFill>
                <a:schemeClr val="tx1">
                  <a:lumMod val="85000"/>
                  <a:lumOff val="15000"/>
                </a:schemeClr>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endParaRPr>
          </a:p>
        </p:txBody>
      </p:sp>
      <p:pic>
        <p:nvPicPr>
          <p:cNvPr id="2" name="图片 1" descr="aee8e5f571af961555b21b4c03640130"/>
          <p:cNvPicPr>
            <a:picLocks noChangeAspect="1"/>
          </p:cNvPicPr>
          <p:nvPr/>
        </p:nvPicPr>
        <p:blipFill>
          <a:blip r:embed="rId2"/>
          <a:stretch>
            <a:fillRect/>
          </a:stretch>
        </p:blipFill>
        <p:spPr>
          <a:xfrm>
            <a:off x="767080" y="1852295"/>
            <a:ext cx="2602230" cy="4582795"/>
          </a:xfrm>
          <a:prstGeom prst="rect">
            <a:avLst/>
          </a:prstGeom>
        </p:spPr>
      </p:pic>
      <p:pic>
        <p:nvPicPr>
          <p:cNvPr id="3" name="图片 2" descr="2685ec600ca3dfef76dc12d204b62050"/>
          <p:cNvPicPr>
            <a:picLocks noChangeAspect="1"/>
          </p:cNvPicPr>
          <p:nvPr/>
        </p:nvPicPr>
        <p:blipFill>
          <a:blip r:embed="rId3"/>
          <a:stretch>
            <a:fillRect/>
          </a:stretch>
        </p:blipFill>
        <p:spPr>
          <a:xfrm>
            <a:off x="5946140" y="128270"/>
            <a:ext cx="5072380" cy="2710180"/>
          </a:xfrm>
          <a:prstGeom prst="rect">
            <a:avLst/>
          </a:prstGeom>
        </p:spPr>
      </p:pic>
      <p:pic>
        <p:nvPicPr>
          <p:cNvPr id="4" name="图片 3" descr="12a4603ce5f3c15e0490291b1813c29b"/>
          <p:cNvPicPr>
            <a:picLocks noChangeAspect="1"/>
          </p:cNvPicPr>
          <p:nvPr/>
        </p:nvPicPr>
        <p:blipFill>
          <a:blip r:embed="rId4"/>
          <a:stretch>
            <a:fillRect/>
          </a:stretch>
        </p:blipFill>
        <p:spPr>
          <a:xfrm>
            <a:off x="3606165" y="6286500"/>
            <a:ext cx="8453755" cy="485140"/>
          </a:xfrm>
          <a:prstGeom prst="rect">
            <a:avLst/>
          </a:prstGeom>
        </p:spPr>
      </p:pic>
      <p:pic>
        <p:nvPicPr>
          <p:cNvPr id="5" name="ECB019B1-382A-4266-B25C-5B523AA43C14-1"/>
          <p:cNvPicPr>
            <a:picLocks noChangeAspect="1"/>
          </p:cNvPicPr>
          <p:nvPr/>
        </p:nvPicPr>
        <p:blipFill>
          <a:blip r:embed="rId5"/>
          <a:stretch>
            <a:fillRect/>
          </a:stretch>
        </p:blipFill>
        <p:spPr>
          <a:xfrm>
            <a:off x="6225540" y="3343910"/>
            <a:ext cx="4251325" cy="26898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8" name="iSHEJI-2"/>
          <p:cNvSpPr txBox="1"/>
          <p:nvPr/>
        </p:nvSpPr>
        <p:spPr>
          <a:xfrm>
            <a:off x="590550" y="385445"/>
            <a:ext cx="4910455" cy="43053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rPr>
              <a:t>在新媒体中心你要做</a:t>
            </a:r>
            <a:r>
              <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rPr>
              <a:t>哪些事情？</a:t>
            </a:r>
            <a:endPar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endParaRPr>
          </a:p>
        </p:txBody>
      </p:sp>
      <p:sp>
        <p:nvSpPr>
          <p:cNvPr id="3" name="矩形 2"/>
          <p:cNvSpPr/>
          <p:nvPr/>
        </p:nvSpPr>
        <p:spPr>
          <a:xfrm>
            <a:off x="1622425" y="1658620"/>
            <a:ext cx="2369820" cy="4346575"/>
          </a:xfrm>
          <a:prstGeom prst="rect">
            <a:avLst/>
          </a:prstGeom>
          <a:solidFill>
            <a:srgbClr val="FFFF00"/>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tx1"/>
                </a:solidFill>
              </a:rPr>
              <a:t>前期：摄影以前的活都叫前期工作（从创意到剧本文案再到</a:t>
            </a:r>
            <a:r>
              <a:rPr lang="zh-CN" altLang="en-US" b="1">
                <a:solidFill>
                  <a:schemeClr val="tx1"/>
                </a:solidFill>
              </a:rPr>
              <a:t>分镜设计）</a:t>
            </a:r>
            <a:endParaRPr lang="zh-CN" altLang="en-US" b="1">
              <a:solidFill>
                <a:schemeClr val="tx1"/>
              </a:solidFill>
            </a:endParaRPr>
          </a:p>
        </p:txBody>
      </p:sp>
      <p:sp>
        <p:nvSpPr>
          <p:cNvPr id="4" name="矩形 3"/>
          <p:cNvSpPr/>
          <p:nvPr/>
        </p:nvSpPr>
        <p:spPr>
          <a:xfrm>
            <a:off x="4218305" y="1658620"/>
            <a:ext cx="2411730" cy="4346575"/>
          </a:xfrm>
          <a:prstGeom prst="rect">
            <a:avLst/>
          </a:prstGeom>
          <a:solidFill>
            <a:srgbClr val="0070C0"/>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tx1"/>
                </a:solidFill>
              </a:rPr>
              <a:t>中期：摄影摄像就是中期工作</a:t>
            </a:r>
            <a:endParaRPr lang="zh-CN" altLang="en-US" b="1">
              <a:solidFill>
                <a:schemeClr val="tx1"/>
              </a:solidFill>
            </a:endParaRPr>
          </a:p>
        </p:txBody>
      </p:sp>
      <p:sp>
        <p:nvSpPr>
          <p:cNvPr id="5" name="矩形 4"/>
          <p:cNvSpPr/>
          <p:nvPr/>
        </p:nvSpPr>
        <p:spPr>
          <a:xfrm>
            <a:off x="6906260" y="1658620"/>
            <a:ext cx="3581400" cy="4346575"/>
          </a:xfrm>
          <a:prstGeom prst="rect">
            <a:avLst/>
          </a:prstGeom>
          <a:solidFill>
            <a:srgbClr val="00B050"/>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tx1"/>
                </a:solidFill>
              </a:rPr>
              <a:t>后期：处理摄影师拍到的素材以及其它来源的素材直到渲染完成再到宣传发送都是后期的事情</a:t>
            </a:r>
            <a:endParaRPr lang="zh-CN" altLang="en-US" b="1">
              <a:solidFill>
                <a:schemeClr val="tx1"/>
              </a:solidFill>
            </a:endParaRPr>
          </a:p>
        </p:txBody>
      </p:sp>
      <p:sp>
        <p:nvSpPr>
          <p:cNvPr id="7" name="矩形 6"/>
          <p:cNvSpPr/>
          <p:nvPr/>
        </p:nvSpPr>
        <p:spPr>
          <a:xfrm>
            <a:off x="3227070" y="1207770"/>
            <a:ext cx="7543800" cy="5280660"/>
          </a:xfrm>
          <a:prstGeom prst="rect">
            <a:avLst/>
          </a:prstGeom>
          <a:noFill/>
          <a:ln w="8255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nvSpPr>
        <p:spPr>
          <a:xfrm>
            <a:off x="8323580" y="816610"/>
            <a:ext cx="1918970" cy="368300"/>
          </a:xfrm>
          <a:prstGeom prst="rect">
            <a:avLst/>
          </a:prstGeom>
          <a:noFill/>
        </p:spPr>
        <p:txBody>
          <a:bodyPr wrap="square" rtlCol="0">
            <a:spAutoFit/>
          </a:bodyPr>
          <a:p>
            <a:r>
              <a:rPr lang="zh-CN" altLang="en-US">
                <a:highlight>
                  <a:srgbClr val="FF0000"/>
                </a:highlight>
              </a:rPr>
              <a:t>我们的工作范围</a:t>
            </a:r>
            <a:endParaRPr lang="zh-CN" altLang="en-US">
              <a:highlight>
                <a:srgbClr val="FF0000"/>
              </a:highlight>
            </a:endParaRPr>
          </a:p>
        </p:txBody>
      </p:sp>
      <p:sp>
        <p:nvSpPr>
          <p:cNvPr id="11" name="矩形 10"/>
          <p:cNvSpPr/>
          <p:nvPr/>
        </p:nvSpPr>
        <p:spPr>
          <a:xfrm>
            <a:off x="1330325" y="1208405"/>
            <a:ext cx="1289685" cy="5280660"/>
          </a:xfrm>
          <a:prstGeom prst="rect">
            <a:avLst/>
          </a:prstGeom>
          <a:noFill/>
          <a:ln w="8255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文本框 11"/>
          <p:cNvSpPr txBox="1"/>
          <p:nvPr/>
        </p:nvSpPr>
        <p:spPr>
          <a:xfrm>
            <a:off x="1400175" y="1208405"/>
            <a:ext cx="1407160" cy="645160"/>
          </a:xfrm>
          <a:prstGeom prst="rect">
            <a:avLst/>
          </a:prstGeom>
          <a:noFill/>
        </p:spPr>
        <p:txBody>
          <a:bodyPr wrap="square" rtlCol="0">
            <a:spAutoFit/>
          </a:bodyPr>
          <a:p>
            <a:r>
              <a:rPr lang="zh-CN" altLang="en-US">
                <a:highlight>
                  <a:srgbClr val="FF0000"/>
                </a:highlight>
              </a:rPr>
              <a:t>学院领导和老师</a:t>
            </a:r>
            <a:r>
              <a:rPr lang="zh-CN" altLang="en-US">
                <a:highlight>
                  <a:srgbClr val="FF0000"/>
                </a:highlight>
              </a:rPr>
              <a:t>完成</a:t>
            </a:r>
            <a:endParaRPr lang="zh-CN" altLang="en-US">
              <a:highlight>
                <a:srgbClr val="FF0000"/>
              </a:highlight>
            </a:endParaRPr>
          </a:p>
        </p:txBody>
      </p:sp>
      <p:sp>
        <p:nvSpPr>
          <p:cNvPr id="13" name="矩形 12"/>
          <p:cNvSpPr/>
          <p:nvPr/>
        </p:nvSpPr>
        <p:spPr>
          <a:xfrm>
            <a:off x="2620010" y="1208405"/>
            <a:ext cx="607695" cy="5280660"/>
          </a:xfrm>
          <a:prstGeom prst="rect">
            <a:avLst/>
          </a:prstGeom>
          <a:no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文本框 13"/>
          <p:cNvSpPr txBox="1"/>
          <p:nvPr/>
        </p:nvSpPr>
        <p:spPr>
          <a:xfrm>
            <a:off x="2331085" y="828040"/>
            <a:ext cx="2252345" cy="368300"/>
          </a:xfrm>
          <a:prstGeom prst="rect">
            <a:avLst/>
          </a:prstGeom>
          <a:noFill/>
        </p:spPr>
        <p:txBody>
          <a:bodyPr wrap="square" rtlCol="0">
            <a:spAutoFit/>
          </a:bodyPr>
          <a:p>
            <a:r>
              <a:rPr lang="zh-CN" altLang="en-US">
                <a:highlight>
                  <a:srgbClr val="FF0000"/>
                </a:highlight>
              </a:rPr>
              <a:t>工作与艺术的</a:t>
            </a:r>
            <a:r>
              <a:rPr lang="zh-CN" altLang="en-US">
                <a:highlight>
                  <a:srgbClr val="FF0000"/>
                </a:highlight>
              </a:rPr>
              <a:t>分水岭</a:t>
            </a:r>
            <a:endParaRPr lang="zh-CN" altLang="en-US">
              <a:highlight>
                <a:srgbClr val="FF0000"/>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8" name="iSHEJI-2"/>
          <p:cNvSpPr txBox="1"/>
          <p:nvPr/>
        </p:nvSpPr>
        <p:spPr>
          <a:xfrm>
            <a:off x="590550" y="385445"/>
            <a:ext cx="4910455" cy="43053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rPr>
              <a:t>在新媒体中心你要做</a:t>
            </a:r>
            <a:r>
              <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rPr>
              <a:t>哪些事情？</a:t>
            </a:r>
            <a:endPar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endParaRPr>
          </a:p>
        </p:txBody>
      </p:sp>
      <p:sp>
        <p:nvSpPr>
          <p:cNvPr id="3" name="矩形 2"/>
          <p:cNvSpPr/>
          <p:nvPr/>
        </p:nvSpPr>
        <p:spPr>
          <a:xfrm>
            <a:off x="1622425" y="1658620"/>
            <a:ext cx="2369820" cy="4346575"/>
          </a:xfrm>
          <a:prstGeom prst="rect">
            <a:avLst/>
          </a:prstGeom>
          <a:solidFill>
            <a:srgbClr val="FFFF00"/>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solidFill>
                <a:schemeClr val="tx1"/>
              </a:solidFill>
            </a:endParaRPr>
          </a:p>
        </p:txBody>
      </p:sp>
      <p:sp>
        <p:nvSpPr>
          <p:cNvPr id="4" name="矩形 3"/>
          <p:cNvSpPr/>
          <p:nvPr/>
        </p:nvSpPr>
        <p:spPr>
          <a:xfrm>
            <a:off x="4218305" y="1658620"/>
            <a:ext cx="2411730" cy="4346575"/>
          </a:xfrm>
          <a:prstGeom prst="rect">
            <a:avLst/>
          </a:prstGeom>
          <a:solidFill>
            <a:srgbClr val="0070C0"/>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solidFill>
                <a:schemeClr val="tx1"/>
              </a:solidFill>
            </a:endParaRPr>
          </a:p>
        </p:txBody>
      </p:sp>
      <p:sp>
        <p:nvSpPr>
          <p:cNvPr id="5" name="矩形 4"/>
          <p:cNvSpPr/>
          <p:nvPr/>
        </p:nvSpPr>
        <p:spPr>
          <a:xfrm>
            <a:off x="6906260" y="1658620"/>
            <a:ext cx="3581400" cy="4346575"/>
          </a:xfrm>
          <a:prstGeom prst="rect">
            <a:avLst/>
          </a:prstGeom>
          <a:solidFill>
            <a:srgbClr val="00B050"/>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solidFill>
                <a:schemeClr val="tx1"/>
              </a:solidFill>
            </a:endParaRPr>
          </a:p>
        </p:txBody>
      </p:sp>
      <p:sp>
        <p:nvSpPr>
          <p:cNvPr id="7" name="矩形 6"/>
          <p:cNvSpPr/>
          <p:nvPr/>
        </p:nvSpPr>
        <p:spPr>
          <a:xfrm>
            <a:off x="6748145" y="4593590"/>
            <a:ext cx="4022725" cy="1537335"/>
          </a:xfrm>
          <a:prstGeom prst="rect">
            <a:avLst/>
          </a:prstGeom>
          <a:noFill/>
          <a:ln w="8255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nvSpPr>
        <p:spPr>
          <a:xfrm>
            <a:off x="9511665" y="5525135"/>
            <a:ext cx="886460" cy="368300"/>
          </a:xfrm>
          <a:prstGeom prst="rect">
            <a:avLst/>
          </a:prstGeom>
          <a:noFill/>
        </p:spPr>
        <p:txBody>
          <a:bodyPr wrap="square" rtlCol="0">
            <a:spAutoFit/>
          </a:bodyPr>
          <a:p>
            <a:r>
              <a:rPr lang="zh-CN" altLang="en-US">
                <a:highlight>
                  <a:srgbClr val="FF0000"/>
                </a:highlight>
              </a:rPr>
              <a:t>运营部</a:t>
            </a:r>
            <a:endParaRPr lang="zh-CN" altLang="en-US">
              <a:highlight>
                <a:srgbClr val="FF0000"/>
              </a:highlight>
            </a:endParaRPr>
          </a:p>
        </p:txBody>
      </p:sp>
      <p:sp>
        <p:nvSpPr>
          <p:cNvPr id="2" name="矩形 1"/>
          <p:cNvSpPr/>
          <p:nvPr/>
        </p:nvSpPr>
        <p:spPr>
          <a:xfrm>
            <a:off x="3395980" y="4026535"/>
            <a:ext cx="704215" cy="2229485"/>
          </a:xfrm>
          <a:prstGeom prst="rect">
            <a:avLst/>
          </a:prstGeom>
          <a:noFill/>
          <a:ln w="8255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矩形 5"/>
          <p:cNvSpPr/>
          <p:nvPr/>
        </p:nvSpPr>
        <p:spPr>
          <a:xfrm>
            <a:off x="2604135" y="1494790"/>
            <a:ext cx="706755" cy="4761230"/>
          </a:xfrm>
          <a:prstGeom prst="rect">
            <a:avLst/>
          </a:prstGeom>
          <a:no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矩形 9"/>
          <p:cNvSpPr/>
          <p:nvPr/>
        </p:nvSpPr>
        <p:spPr>
          <a:xfrm>
            <a:off x="6748145" y="1494790"/>
            <a:ext cx="4022725" cy="3021330"/>
          </a:xfrm>
          <a:prstGeom prst="rect">
            <a:avLst/>
          </a:prstGeom>
          <a:noFill/>
          <a:ln w="60325" cmpd="sng">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文本框 14"/>
          <p:cNvSpPr txBox="1"/>
          <p:nvPr/>
        </p:nvSpPr>
        <p:spPr>
          <a:xfrm>
            <a:off x="9511665" y="1658620"/>
            <a:ext cx="886460" cy="368300"/>
          </a:xfrm>
          <a:prstGeom prst="rect">
            <a:avLst/>
          </a:prstGeom>
          <a:noFill/>
        </p:spPr>
        <p:txBody>
          <a:bodyPr wrap="square" rtlCol="0">
            <a:spAutoFit/>
          </a:bodyPr>
          <a:p>
            <a:r>
              <a:rPr lang="zh-CN" altLang="en-US">
                <a:highlight>
                  <a:srgbClr val="FF0000"/>
                </a:highlight>
              </a:rPr>
              <a:t>设计部</a:t>
            </a:r>
            <a:endParaRPr lang="zh-CN" altLang="en-US">
              <a:highlight>
                <a:srgbClr val="FF0000"/>
              </a:highlight>
            </a:endParaRPr>
          </a:p>
        </p:txBody>
      </p:sp>
      <p:sp>
        <p:nvSpPr>
          <p:cNvPr id="17" name="矩形 16"/>
          <p:cNvSpPr/>
          <p:nvPr/>
        </p:nvSpPr>
        <p:spPr>
          <a:xfrm>
            <a:off x="4100195" y="1500505"/>
            <a:ext cx="2628265" cy="4629785"/>
          </a:xfrm>
          <a:prstGeom prst="rect">
            <a:avLst/>
          </a:prstGeom>
          <a:noFill/>
          <a:ln w="114300" cmpd="dbl">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矩形 17"/>
          <p:cNvSpPr/>
          <p:nvPr/>
        </p:nvSpPr>
        <p:spPr>
          <a:xfrm>
            <a:off x="3363595" y="1501140"/>
            <a:ext cx="799465" cy="2526030"/>
          </a:xfrm>
          <a:prstGeom prst="rect">
            <a:avLst/>
          </a:prstGeom>
          <a:noFill/>
          <a:ln w="114300" cmpd="dbl">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文本框 15"/>
          <p:cNvSpPr txBox="1"/>
          <p:nvPr/>
        </p:nvSpPr>
        <p:spPr>
          <a:xfrm>
            <a:off x="3729355" y="1449705"/>
            <a:ext cx="886460" cy="368300"/>
          </a:xfrm>
          <a:prstGeom prst="rect">
            <a:avLst/>
          </a:prstGeom>
          <a:noFill/>
        </p:spPr>
        <p:txBody>
          <a:bodyPr wrap="square" rtlCol="0">
            <a:spAutoFit/>
          </a:bodyPr>
          <a:p>
            <a:r>
              <a:rPr lang="zh-CN" altLang="en-US">
                <a:highlight>
                  <a:srgbClr val="FF0000"/>
                </a:highlight>
              </a:rPr>
              <a:t>新闻部</a:t>
            </a:r>
            <a:endParaRPr lang="zh-CN" altLang="en-US">
              <a:highlight>
                <a:srgbClr val="FF0000"/>
              </a:highlight>
            </a:endParaRPr>
          </a:p>
        </p:txBody>
      </p:sp>
      <p:sp>
        <p:nvSpPr>
          <p:cNvPr id="19" name="文本框 18"/>
          <p:cNvSpPr txBox="1"/>
          <p:nvPr/>
        </p:nvSpPr>
        <p:spPr>
          <a:xfrm>
            <a:off x="3321050" y="5636895"/>
            <a:ext cx="886460" cy="368300"/>
          </a:xfrm>
          <a:prstGeom prst="rect">
            <a:avLst/>
          </a:prstGeom>
          <a:noFill/>
        </p:spPr>
        <p:txBody>
          <a:bodyPr wrap="square" rtlCol="0">
            <a:spAutoFit/>
          </a:bodyPr>
          <a:p>
            <a:r>
              <a:rPr lang="zh-CN" altLang="en-US">
                <a:highlight>
                  <a:srgbClr val="FF0000"/>
                </a:highlight>
              </a:rPr>
              <a:t>运营部</a:t>
            </a:r>
            <a:endParaRPr lang="zh-CN" altLang="en-US">
              <a:highlight>
                <a:srgbClr val="FF0000"/>
              </a:highlight>
            </a:endParaRPr>
          </a:p>
        </p:txBody>
      </p:sp>
      <p:sp>
        <p:nvSpPr>
          <p:cNvPr id="20" name="文本框 19"/>
          <p:cNvSpPr txBox="1"/>
          <p:nvPr/>
        </p:nvSpPr>
        <p:spPr>
          <a:xfrm>
            <a:off x="2569845" y="1658620"/>
            <a:ext cx="784860" cy="4584700"/>
          </a:xfrm>
          <a:prstGeom prst="rect">
            <a:avLst/>
          </a:prstGeom>
          <a:noFill/>
        </p:spPr>
        <p:txBody>
          <a:bodyPr wrap="square" rtlCol="0">
            <a:noAutofit/>
          </a:bodyPr>
          <a:p>
            <a:r>
              <a:rPr lang="zh-CN" altLang="en-US" sz="3200"/>
              <a:t>创意构思</a:t>
            </a:r>
            <a:endParaRPr lang="zh-CN" altLang="en-US" sz="3200"/>
          </a:p>
          <a:p>
            <a:r>
              <a:rPr lang="zh-CN" altLang="en-US" sz="3200"/>
              <a:t>和分镜设计</a:t>
            </a:r>
            <a:endParaRPr lang="zh-CN" altLang="en-US" sz="3200"/>
          </a:p>
        </p:txBody>
      </p:sp>
      <p:sp>
        <p:nvSpPr>
          <p:cNvPr id="21" name="文本框 20"/>
          <p:cNvSpPr txBox="1"/>
          <p:nvPr/>
        </p:nvSpPr>
        <p:spPr>
          <a:xfrm>
            <a:off x="3478530" y="1818005"/>
            <a:ext cx="497205" cy="3969385"/>
          </a:xfrm>
          <a:prstGeom prst="rect">
            <a:avLst/>
          </a:prstGeom>
          <a:noFill/>
        </p:spPr>
        <p:txBody>
          <a:bodyPr wrap="square" rtlCol="0">
            <a:spAutoFit/>
          </a:bodyPr>
          <a:p>
            <a:r>
              <a:rPr lang="zh-CN" altLang="en-US" b="1"/>
              <a:t>新闻稿文案及相关文字处理工作</a:t>
            </a:r>
            <a:endParaRPr lang="zh-CN" altLang="en-US" b="1"/>
          </a:p>
        </p:txBody>
      </p:sp>
      <p:sp>
        <p:nvSpPr>
          <p:cNvPr id="22" name="文本框 21"/>
          <p:cNvSpPr txBox="1"/>
          <p:nvPr/>
        </p:nvSpPr>
        <p:spPr>
          <a:xfrm>
            <a:off x="5158740" y="2371725"/>
            <a:ext cx="497205" cy="2861310"/>
          </a:xfrm>
          <a:prstGeom prst="rect">
            <a:avLst/>
          </a:prstGeom>
          <a:noFill/>
        </p:spPr>
        <p:txBody>
          <a:bodyPr wrap="square" rtlCol="0">
            <a:spAutoFit/>
          </a:bodyPr>
          <a:p>
            <a:r>
              <a:rPr lang="zh-CN" altLang="en-US" sz="3600" b="1"/>
              <a:t>摄影与摄像</a:t>
            </a:r>
            <a:endParaRPr lang="zh-CN" altLang="en-US" sz="3600" b="1"/>
          </a:p>
        </p:txBody>
      </p:sp>
      <p:sp>
        <p:nvSpPr>
          <p:cNvPr id="23" name="文本框 22"/>
          <p:cNvSpPr txBox="1"/>
          <p:nvPr/>
        </p:nvSpPr>
        <p:spPr>
          <a:xfrm>
            <a:off x="7657465" y="2524125"/>
            <a:ext cx="2664460" cy="1198880"/>
          </a:xfrm>
          <a:prstGeom prst="rect">
            <a:avLst/>
          </a:prstGeom>
          <a:noFill/>
        </p:spPr>
        <p:txBody>
          <a:bodyPr wrap="square" rtlCol="0">
            <a:spAutoFit/>
          </a:bodyPr>
          <a:p>
            <a:r>
              <a:rPr lang="zh-CN" altLang="en-US" sz="3600" b="1"/>
              <a:t>海报制作</a:t>
            </a:r>
            <a:endParaRPr lang="zh-CN" altLang="en-US" sz="3600" b="1"/>
          </a:p>
          <a:p>
            <a:r>
              <a:rPr lang="zh-CN" altLang="en-US" sz="3600" b="1"/>
              <a:t>视频制作</a:t>
            </a:r>
            <a:endParaRPr lang="zh-CN" altLang="en-US" sz="3600" b="1"/>
          </a:p>
        </p:txBody>
      </p:sp>
      <p:sp>
        <p:nvSpPr>
          <p:cNvPr id="24" name="文本框 23"/>
          <p:cNvSpPr txBox="1"/>
          <p:nvPr/>
        </p:nvSpPr>
        <p:spPr>
          <a:xfrm>
            <a:off x="6852920" y="4879975"/>
            <a:ext cx="3753485" cy="645160"/>
          </a:xfrm>
          <a:prstGeom prst="rect">
            <a:avLst/>
          </a:prstGeom>
          <a:noFill/>
        </p:spPr>
        <p:txBody>
          <a:bodyPr wrap="square" rtlCol="0">
            <a:spAutoFit/>
          </a:bodyPr>
          <a:p>
            <a:r>
              <a:rPr lang="zh-CN" altLang="en-US" sz="3600" b="1"/>
              <a:t>公众号与小</a:t>
            </a:r>
            <a:r>
              <a:rPr lang="en-US" altLang="zh-CN" sz="3600" b="1">
                <a:latin typeface="黑体" panose="02010609060101010101" charset="-122"/>
                <a:ea typeface="黑体" panose="02010609060101010101" charset="-122"/>
              </a:rPr>
              <a:t>E</a:t>
            </a:r>
            <a:r>
              <a:rPr lang="zh-CN" altLang="en-US" sz="3600" b="1">
                <a:latin typeface="黑体" panose="02010609060101010101" charset="-122"/>
                <a:ea typeface="黑体" panose="02010609060101010101" charset="-122"/>
              </a:rPr>
              <a:t>运营</a:t>
            </a:r>
            <a:endParaRPr lang="zh-CN" altLang="en-US" sz="3600" b="1">
              <a:latin typeface="黑体" panose="02010609060101010101" charset="-122"/>
              <a:ea typeface="黑体" panose="02010609060101010101" charset="-122"/>
            </a:endParaRPr>
          </a:p>
        </p:txBody>
      </p:sp>
      <p:sp>
        <p:nvSpPr>
          <p:cNvPr id="25" name="文本框 24"/>
          <p:cNvSpPr txBox="1"/>
          <p:nvPr/>
        </p:nvSpPr>
        <p:spPr>
          <a:xfrm>
            <a:off x="1757680" y="2322830"/>
            <a:ext cx="846455" cy="2861310"/>
          </a:xfrm>
          <a:prstGeom prst="rect">
            <a:avLst/>
          </a:prstGeom>
          <a:noFill/>
        </p:spPr>
        <p:txBody>
          <a:bodyPr wrap="square" rtlCol="0">
            <a:spAutoFit/>
          </a:bodyPr>
          <a:p>
            <a:r>
              <a:rPr lang="zh-CN" altLang="en-US" sz="3600" b="1"/>
              <a:t>学院的要求</a:t>
            </a:r>
            <a:endParaRPr lang="zh-CN" altLang="en-US" sz="3600"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8" name="iSHEJI-2"/>
          <p:cNvSpPr txBox="1"/>
          <p:nvPr/>
        </p:nvSpPr>
        <p:spPr>
          <a:xfrm>
            <a:off x="590550" y="385445"/>
            <a:ext cx="4910455" cy="43053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rPr>
              <a:t>进一步提炼我们</a:t>
            </a:r>
            <a:r>
              <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rPr>
              <a:t>会学到什么</a:t>
            </a:r>
            <a:endPar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endParaRPr>
          </a:p>
        </p:txBody>
      </p:sp>
      <p:pic>
        <p:nvPicPr>
          <p:cNvPr id="11" name="图片 10" descr="8a84b015444968c6e1ef014ce8e434f1"/>
          <p:cNvPicPr>
            <a:picLocks noChangeAspect="1"/>
          </p:cNvPicPr>
          <p:nvPr/>
        </p:nvPicPr>
        <p:blipFill>
          <a:blip r:embed="rId2"/>
          <a:stretch>
            <a:fillRect/>
          </a:stretch>
        </p:blipFill>
        <p:spPr>
          <a:xfrm>
            <a:off x="5233035" y="0"/>
            <a:ext cx="3060700" cy="68376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矩形 4"/>
          <p:cNvSpPr/>
          <p:nvPr/>
        </p:nvSpPr>
        <p:spPr>
          <a:xfrm>
            <a:off x="0" y="0"/>
            <a:ext cx="12192000" cy="2724150"/>
          </a:xfrm>
          <a:prstGeom prst="rect">
            <a:avLst/>
          </a:prstGeom>
          <a:blipFill dpi="0" rotWithShape="1">
            <a:blip r:embed="rId2"/>
            <a:srcRect/>
            <a:tile tx="0" ty="0" sx="100000" sy="100000" flip="none" algn="b"/>
          </a:bli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0" y="0"/>
            <a:ext cx="12192000" cy="2724150"/>
          </a:xfrm>
          <a:prstGeom prst="rect">
            <a:avLst/>
          </a:prstGeom>
          <a:solidFill>
            <a:schemeClr val="accent1">
              <a:alpha val="60000"/>
            </a:schemeClr>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55135" y="1913688"/>
            <a:ext cx="3412165" cy="3725111"/>
          </a:xfrm>
          <a:prstGeom prst="rect">
            <a:avLst/>
          </a:prstGeom>
          <a:solidFill>
            <a:schemeClr val="bg1"/>
          </a:solidFill>
          <a:ln>
            <a:noFill/>
          </a:ln>
          <a:effectLst>
            <a:outerShdw blurRad="152400" dist="139700" dir="5400000" sx="97000" sy="97000" algn="t"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1655135" y="1913703"/>
            <a:ext cx="3412165" cy="229422"/>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2236159" y="4620699"/>
            <a:ext cx="2250116" cy="523220"/>
          </a:xfrm>
          <a:prstGeom prst="rect">
            <a:avLst/>
          </a:prstGeom>
          <a:noFill/>
        </p:spPr>
        <p:txBody>
          <a:bodyPr wrap="square" rtlCol="0" anchor="ctr">
            <a:spAutoFit/>
          </a:bodyPr>
          <a:lstStyle/>
          <a:p>
            <a:pPr algn="ctr"/>
            <a:r>
              <a:rPr lang="en-US" altLang="zh-CN" sz="2800"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rPr>
              <a:t>Part Two</a:t>
            </a:r>
            <a:endParaRPr lang="zh-CN" altLang="en-US" sz="2800"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endParaRPr>
          </a:p>
        </p:txBody>
      </p:sp>
      <p:sp>
        <p:nvSpPr>
          <p:cNvPr id="10" name="文本框 9"/>
          <p:cNvSpPr txBox="1"/>
          <p:nvPr/>
        </p:nvSpPr>
        <p:spPr>
          <a:xfrm>
            <a:off x="1988886" y="2577259"/>
            <a:ext cx="2744661" cy="2137617"/>
          </a:xfrm>
          <a:prstGeom prst="rect">
            <a:avLst/>
          </a:prstGeom>
          <a:noFill/>
        </p:spPr>
        <p:txBody>
          <a:bodyPr wrap="none" rtlCol="0" anchor="ctr">
            <a:noAutofit/>
          </a:bodyPr>
          <a:lstStyle/>
          <a:p>
            <a:pPr algn="ctr"/>
            <a:r>
              <a:rPr lang="en-US" altLang="zh-CN" sz="16600" dirty="0">
                <a:solidFill>
                  <a:schemeClr val="tx1">
                    <a:lumMod val="75000"/>
                    <a:lumOff val="25000"/>
                  </a:schemeClr>
                </a:solidFill>
                <a:latin typeface="阿里巴巴普惠体 2.0 115 Black" panose="00020600040101010101" pitchFamily="18" charset="-122"/>
                <a:ea typeface="阿里巴巴普惠体 2.0 115 Black" panose="00020600040101010101" pitchFamily="18" charset="-122"/>
                <a:cs typeface="阿里巴巴普惠体 2.0 115 Black" panose="00020600040101010101" pitchFamily="18" charset="-122"/>
              </a:rPr>
              <a:t>02</a:t>
            </a:r>
            <a:endParaRPr lang="zh-CN" altLang="en-US" sz="16600" dirty="0">
              <a:solidFill>
                <a:schemeClr val="tx1">
                  <a:lumMod val="75000"/>
                  <a:lumOff val="25000"/>
                </a:schemeClr>
              </a:solidFill>
              <a:latin typeface="阿里巴巴普惠体 2.0 115 Black" panose="00020600040101010101" pitchFamily="18" charset="-122"/>
              <a:ea typeface="阿里巴巴普惠体 2.0 115 Black" panose="00020600040101010101" pitchFamily="18" charset="-122"/>
              <a:cs typeface="阿里巴巴普惠体 2.0 115 Black" panose="00020600040101010101" pitchFamily="18" charset="-122"/>
            </a:endParaRPr>
          </a:p>
        </p:txBody>
      </p:sp>
      <p:sp>
        <p:nvSpPr>
          <p:cNvPr id="27" name="gaoding-14"/>
          <p:cNvSpPr txBox="1"/>
          <p:nvPr/>
        </p:nvSpPr>
        <p:spPr>
          <a:xfrm>
            <a:off x="5589270" y="3870325"/>
            <a:ext cx="5189855" cy="55372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3600" i="0" u="none" strike="noStrike" kern="1200" cap="none" spc="0" normalizeH="0" baseline="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新闻部</a:t>
            </a:r>
            <a:r>
              <a:rPr kumimoji="0" lang="zh-CN" altLang="en-US" sz="3600" i="0" u="none" strike="noStrike" kern="1200" cap="none" spc="0" normalizeH="0" baseline="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技能的</a:t>
            </a:r>
            <a:r>
              <a:rPr kumimoji="0" lang="zh-CN" altLang="en-US" sz="3600" i="0" u="none" strike="noStrike" kern="1200" cap="none" spc="0" normalizeH="0" baseline="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发展方向</a:t>
            </a:r>
            <a:endParaRPr kumimoji="0" lang="zh-CN" altLang="en-US" sz="3600" i="0" u="none" strike="noStrike" kern="1200" cap="none" spc="0" normalizeH="0" baseline="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cxnSp>
        <p:nvCxnSpPr>
          <p:cNvPr id="30" name="直接连接符 29"/>
          <p:cNvCxnSpPr/>
          <p:nvPr/>
        </p:nvCxnSpPr>
        <p:spPr>
          <a:xfrm flipH="1">
            <a:off x="5588961" y="4883775"/>
            <a:ext cx="4558651"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7" name="gaoding-14"/>
          <p:cNvSpPr txBox="1"/>
          <p:nvPr/>
        </p:nvSpPr>
        <p:spPr>
          <a:xfrm>
            <a:off x="2215515" y="2683510"/>
            <a:ext cx="7760970" cy="110744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7200" b="1" spc="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sym typeface="+mn-ea"/>
              </a:rPr>
              <a:t>最耗费体力的</a:t>
            </a:r>
            <a:r>
              <a:rPr lang="zh-CN" altLang="en-US" sz="7200" b="1" spc="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sym typeface="+mn-ea"/>
              </a:rPr>
              <a:t>一集</a:t>
            </a:r>
            <a:endParaRPr lang="zh-CN" altLang="en-US" sz="7200" b="1" spc="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9" name="文本框 8"/>
          <p:cNvSpPr txBox="1"/>
          <p:nvPr/>
        </p:nvSpPr>
        <p:spPr>
          <a:xfrm>
            <a:off x="1068705" y="2378075"/>
            <a:ext cx="10417175" cy="3153410"/>
          </a:xfrm>
          <a:prstGeom prst="rect">
            <a:avLst/>
          </a:prstGeom>
          <a:noFill/>
        </p:spPr>
        <p:txBody>
          <a:bodyPr wrap="square" rtlCol="0">
            <a:spAutoFit/>
          </a:bodyPr>
          <a:p>
            <a:r>
              <a:rPr lang="zh-CN" altLang="en-US" sz="19900">
                <a:solidFill>
                  <a:schemeClr val="bg1">
                    <a:lumMod val="65000"/>
                    <a:alpha val="39000"/>
                  </a:schemeClr>
                </a:solidFill>
                <a:effectLst>
                  <a:outerShdw blurRad="38100" dist="38100" dir="2700000" algn="tl">
                    <a:srgbClr val="000000">
                      <a:alpha val="43137"/>
                    </a:srgbClr>
                  </a:outerShdw>
                </a:effectLst>
              </a:rPr>
              <a:t>导演思维</a:t>
            </a:r>
            <a:endParaRPr lang="zh-CN" altLang="en-US" sz="19900">
              <a:solidFill>
                <a:schemeClr val="bg1">
                  <a:lumMod val="65000"/>
                  <a:alpha val="39000"/>
                </a:schemeClr>
              </a:solidFill>
              <a:effectLst>
                <a:outerShdw blurRad="38100" dist="38100" dir="2700000" algn="tl">
                  <a:srgbClr val="000000">
                    <a:alpha val="43137"/>
                  </a:srgbClr>
                </a:outerShdw>
              </a:effectLst>
            </a:endParaRPr>
          </a:p>
        </p:txBody>
      </p:sp>
      <p:sp>
        <p:nvSpPr>
          <p:cNvPr id="8" name="iSHEJI-2"/>
          <p:cNvSpPr txBox="1"/>
          <p:nvPr/>
        </p:nvSpPr>
        <p:spPr>
          <a:xfrm>
            <a:off x="590300" y="385569"/>
            <a:ext cx="4118860" cy="43053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rPr>
              <a:t>技能的</a:t>
            </a:r>
            <a:r>
              <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rPr>
              <a:t>进阶方向</a:t>
            </a:r>
            <a:endPar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endParaRPr>
          </a:p>
        </p:txBody>
      </p:sp>
      <p:sp>
        <p:nvSpPr>
          <p:cNvPr id="2" name="矩形: 圆角 1"/>
          <p:cNvSpPr/>
          <p:nvPr/>
        </p:nvSpPr>
        <p:spPr>
          <a:xfrm>
            <a:off x="5187950" y="2463800"/>
            <a:ext cx="5434330" cy="889000"/>
          </a:xfrm>
          <a:prstGeom prst="roundRect">
            <a:avLst>
              <a:gd name="adj" fmla="val 50000"/>
            </a:avLst>
          </a:prstGeom>
          <a:solidFill>
            <a:schemeClr val="bg1"/>
          </a:solidFill>
          <a:ln>
            <a:solidFill>
              <a:schemeClr val="accent1">
                <a:lumMod val="75000"/>
              </a:schemeClr>
            </a:solidFill>
          </a:ln>
          <a:effectLst>
            <a:outerShdw blurRad="152400" dist="139700" dir="5400000" sx="97000" sy="9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椭圆 2"/>
          <p:cNvSpPr/>
          <p:nvPr/>
        </p:nvSpPr>
        <p:spPr>
          <a:xfrm>
            <a:off x="2632075" y="2378075"/>
            <a:ext cx="1060450" cy="1060450"/>
          </a:xfrm>
          <a:prstGeom prst="ellipse">
            <a:avLst/>
          </a:prstGeom>
          <a:solidFill>
            <a:schemeClr val="bg1"/>
          </a:solidFill>
          <a:ln w="6350">
            <a:solidFill>
              <a:schemeClr val="accent1">
                <a:alpha val="4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2.0 35 Thin" panose="00020600040101010101" pitchFamily="18" charset="-122"/>
              <a:ea typeface="阿里巴巴普惠体 2.0 35 Thin" panose="00020600040101010101" pitchFamily="18" charset="-122"/>
            </a:endParaRPr>
          </a:p>
        </p:txBody>
      </p:sp>
      <p:sp>
        <p:nvSpPr>
          <p:cNvPr id="4" name="椭圆 3"/>
          <p:cNvSpPr/>
          <p:nvPr/>
        </p:nvSpPr>
        <p:spPr>
          <a:xfrm>
            <a:off x="2632075" y="4770755"/>
            <a:ext cx="1060450" cy="1060450"/>
          </a:xfrm>
          <a:prstGeom prst="ellipse">
            <a:avLst/>
          </a:prstGeom>
          <a:solidFill>
            <a:schemeClr val="bg1"/>
          </a:solidFill>
          <a:ln w="6350">
            <a:solidFill>
              <a:schemeClr val="tx1">
                <a:lumMod val="50000"/>
                <a:lumOff val="50000"/>
                <a:alpha val="4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2.0 35 Thin" panose="00020600040101010101" pitchFamily="18" charset="-122"/>
              <a:ea typeface="阿里巴巴普惠体 2.0 35 Thin" panose="00020600040101010101" pitchFamily="18" charset="-122"/>
            </a:endParaRPr>
          </a:p>
        </p:txBody>
      </p:sp>
      <p:sp>
        <p:nvSpPr>
          <p:cNvPr id="5" name="弧形 4"/>
          <p:cNvSpPr/>
          <p:nvPr/>
        </p:nvSpPr>
        <p:spPr>
          <a:xfrm flipH="1">
            <a:off x="1432560" y="2908300"/>
            <a:ext cx="2392680" cy="2392680"/>
          </a:xfrm>
          <a:prstGeom prst="arc">
            <a:avLst>
              <a:gd name="adj1" fmla="val 16200000"/>
              <a:gd name="adj2" fmla="val 5431394"/>
            </a:avLst>
          </a:prstGeom>
          <a:ln w="12700">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阿里巴巴普惠体 2.0 35 Thin" panose="00020600040101010101" pitchFamily="18" charset="-122"/>
              <a:ea typeface="阿里巴巴普惠体 2.0 35 Thin" panose="00020600040101010101" pitchFamily="18" charset="-122"/>
            </a:endParaRPr>
          </a:p>
        </p:txBody>
      </p:sp>
      <p:sp>
        <p:nvSpPr>
          <p:cNvPr id="6" name="椭圆 5"/>
          <p:cNvSpPr/>
          <p:nvPr/>
        </p:nvSpPr>
        <p:spPr>
          <a:xfrm>
            <a:off x="2717800" y="2463800"/>
            <a:ext cx="889000" cy="889000"/>
          </a:xfrm>
          <a:prstGeom prst="ellipse">
            <a:avLst/>
          </a:prstGeom>
          <a:solidFill>
            <a:schemeClr val="bg1"/>
          </a:solidFill>
          <a:ln>
            <a:solidFill>
              <a:schemeClr val="accent1"/>
            </a:solidFill>
          </a:ln>
          <a:effectLst>
            <a:outerShdw blurRad="152400" dist="139700" dir="5400000" sx="97000" sy="9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iSHEJI-7"/>
          <p:cNvSpPr txBox="1"/>
          <p:nvPr/>
        </p:nvSpPr>
        <p:spPr>
          <a:xfrm>
            <a:off x="2797706" y="2631301"/>
            <a:ext cx="729188" cy="615315"/>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accent1"/>
                </a:solidFill>
                <a:effectLst/>
                <a:uLnTx/>
                <a:uFillTx/>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新闻稿</a:t>
            </a:r>
            <a:endParaRPr kumimoji="0" lang="zh-CN" altLang="en-US" sz="2000" i="0" u="none" strike="noStrike" kern="1200" cap="none" spc="0" normalizeH="0" baseline="0" noProof="0" dirty="0">
              <a:ln>
                <a:noFill/>
              </a:ln>
              <a:solidFill>
                <a:schemeClr val="accent1"/>
              </a:solidFill>
              <a:effectLst/>
              <a:uLnTx/>
              <a:uFillTx/>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p:txBody>
      </p:sp>
      <p:sp>
        <p:nvSpPr>
          <p:cNvPr id="11" name="椭圆 10"/>
          <p:cNvSpPr/>
          <p:nvPr/>
        </p:nvSpPr>
        <p:spPr>
          <a:xfrm>
            <a:off x="2717800" y="4856480"/>
            <a:ext cx="889000" cy="889000"/>
          </a:xfrm>
          <a:prstGeom prst="ellipse">
            <a:avLst/>
          </a:prstGeom>
          <a:solidFill>
            <a:schemeClr val="bg1"/>
          </a:solidFill>
          <a:ln>
            <a:solidFill>
              <a:schemeClr val="accent2">
                <a:lumMod val="75000"/>
              </a:schemeClr>
            </a:solidFill>
          </a:ln>
          <a:effectLst>
            <a:outerShdw blurRad="152400" dist="139700" dir="5400000" sx="97000" sy="9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iSHEJI-7"/>
          <p:cNvSpPr txBox="1"/>
          <p:nvPr/>
        </p:nvSpPr>
        <p:spPr>
          <a:xfrm>
            <a:off x="2797706" y="5023981"/>
            <a:ext cx="729188" cy="43053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800" spc="0" dirty="0">
                <a:solidFill>
                  <a:schemeClr val="tx1">
                    <a:lumMod val="75000"/>
                    <a:lumOff val="2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摄录</a:t>
            </a:r>
            <a:endParaRPr lang="zh-CN" altLang="en-US" sz="2800" spc="0" dirty="0">
              <a:solidFill>
                <a:schemeClr val="tx1">
                  <a:lumMod val="75000"/>
                  <a:lumOff val="2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p:txBody>
      </p:sp>
      <p:cxnSp>
        <p:nvCxnSpPr>
          <p:cNvPr id="14" name="直接连接符 13"/>
          <p:cNvCxnSpPr/>
          <p:nvPr/>
        </p:nvCxnSpPr>
        <p:spPr>
          <a:xfrm>
            <a:off x="3765550" y="2908300"/>
            <a:ext cx="863600" cy="0"/>
          </a:xfrm>
          <a:prstGeom prst="line">
            <a:avLst/>
          </a:prstGeom>
          <a:ln w="12700">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765550" y="5300980"/>
            <a:ext cx="863600" cy="0"/>
          </a:xfrm>
          <a:prstGeom prst="line">
            <a:avLst/>
          </a:prstGeom>
          <a:ln w="12700">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矩形: 圆角 15"/>
          <p:cNvSpPr/>
          <p:nvPr/>
        </p:nvSpPr>
        <p:spPr>
          <a:xfrm>
            <a:off x="4702174" y="2463800"/>
            <a:ext cx="1422401" cy="889000"/>
          </a:xfrm>
          <a:prstGeom prst="roundRect">
            <a:avLst>
              <a:gd name="adj" fmla="val 50000"/>
            </a:avLst>
          </a:prstGeom>
          <a:gradFill>
            <a:gsLst>
              <a:gs pos="30000">
                <a:schemeClr val="accent1"/>
              </a:gs>
              <a:gs pos="100000">
                <a:schemeClr val="accent1">
                  <a:lumMod val="75000"/>
                </a:schemeClr>
              </a:gs>
            </a:gsLst>
            <a:lin ang="2700000" scaled="0"/>
          </a:gra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圆角 16"/>
          <p:cNvSpPr/>
          <p:nvPr/>
        </p:nvSpPr>
        <p:spPr>
          <a:xfrm>
            <a:off x="5187950" y="4856480"/>
            <a:ext cx="5434330" cy="889000"/>
          </a:xfrm>
          <a:prstGeom prst="roundRect">
            <a:avLst>
              <a:gd name="adj" fmla="val 50000"/>
            </a:avLst>
          </a:prstGeom>
          <a:solidFill>
            <a:schemeClr val="bg1"/>
          </a:solidFill>
          <a:ln>
            <a:solidFill>
              <a:schemeClr val="accent2">
                <a:lumMod val="75000"/>
              </a:schemeClr>
            </a:solidFill>
          </a:ln>
          <a:effectLst>
            <a:outerShdw blurRad="152400" dist="139700" dir="5400000" sx="97000" sy="9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角 17"/>
          <p:cNvSpPr/>
          <p:nvPr/>
        </p:nvSpPr>
        <p:spPr>
          <a:xfrm>
            <a:off x="4702174" y="4856480"/>
            <a:ext cx="1422401" cy="889000"/>
          </a:xfrm>
          <a:prstGeom prst="roundRect">
            <a:avLst>
              <a:gd name="adj" fmla="val 50000"/>
            </a:avLst>
          </a:prstGeom>
          <a:gradFill>
            <a:gsLst>
              <a:gs pos="0">
                <a:schemeClr val="accent2"/>
              </a:gs>
              <a:gs pos="100000">
                <a:schemeClr val="accent2">
                  <a:lumMod val="75000"/>
                </a:schemeClr>
              </a:gs>
            </a:gsLst>
            <a:lin ang="2700000" scaled="0"/>
          </a:gradFill>
          <a:ln>
            <a:solidFill>
              <a:schemeClr val="accent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iSHEJI-7"/>
          <p:cNvSpPr txBox="1"/>
          <p:nvPr/>
        </p:nvSpPr>
        <p:spPr>
          <a:xfrm>
            <a:off x="4799330" y="2754412"/>
            <a:ext cx="1228088" cy="30734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i="0" u="none" strike="noStrike" kern="1200" cap="none" spc="0" normalizeH="0" baseline="0" noProof="0" dirty="0">
                <a:ln>
                  <a:noFill/>
                </a:ln>
                <a:solidFill>
                  <a:schemeClr val="bg1"/>
                </a:solidFill>
                <a:effectLst/>
                <a:uLnTx/>
                <a:uFillTx/>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eeeee</a:t>
            </a:r>
            <a:endParaRPr kumimoji="0" lang="en-US" altLang="zh-CN" sz="2000" i="0" u="none" strike="noStrike" kern="1200" cap="none" spc="0" normalizeH="0" baseline="0" noProof="0" dirty="0">
              <a:ln>
                <a:noFill/>
              </a:ln>
              <a:solidFill>
                <a:schemeClr val="bg1"/>
              </a:solidFill>
              <a:effectLst/>
              <a:uLnTx/>
              <a:uFillTx/>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p:txBody>
      </p:sp>
      <p:sp>
        <p:nvSpPr>
          <p:cNvPr id="20" name="iSHEJI-7"/>
          <p:cNvSpPr txBox="1"/>
          <p:nvPr/>
        </p:nvSpPr>
        <p:spPr>
          <a:xfrm>
            <a:off x="4712970" y="5147310"/>
            <a:ext cx="1314450" cy="30734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solidFill>
                <a:effectLst/>
                <a:uLnTx/>
                <a:uFillTx/>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摄影与</a:t>
            </a:r>
            <a:r>
              <a:rPr kumimoji="0" lang="zh-CN" altLang="en-US" sz="2000" i="0" u="none" strike="noStrike" kern="1200" cap="none" spc="0" normalizeH="0" baseline="0" noProof="0" dirty="0">
                <a:ln>
                  <a:noFill/>
                </a:ln>
                <a:solidFill>
                  <a:schemeClr val="bg1"/>
                </a:solidFill>
                <a:effectLst/>
                <a:uLnTx/>
                <a:uFillTx/>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录像</a:t>
            </a:r>
            <a:endParaRPr kumimoji="0" lang="zh-CN" altLang="en-US" sz="2000" i="0" u="none" strike="noStrike" kern="1200" cap="none" spc="0" normalizeH="0" baseline="0" noProof="0" dirty="0">
              <a:ln>
                <a:noFill/>
              </a:ln>
              <a:solidFill>
                <a:schemeClr val="bg1"/>
              </a:solidFill>
              <a:effectLst/>
              <a:uLnTx/>
              <a:uFillTx/>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p:txBody>
      </p:sp>
      <p:sp>
        <p:nvSpPr>
          <p:cNvPr id="21" name="gaoding-15"/>
          <p:cNvSpPr txBox="1"/>
          <p:nvPr/>
        </p:nvSpPr>
        <p:spPr>
          <a:xfrm>
            <a:off x="6358569" y="2736537"/>
            <a:ext cx="4195131" cy="319405"/>
          </a:xfrm>
          <a:prstGeom prst="rect">
            <a:avLst/>
          </a:prstGeom>
          <a:noFill/>
        </p:spPr>
        <p:txBody>
          <a:bodyPr wrap="square" lIns="0" tIns="0" rIns="0" bIns="0" rtlCol="0">
            <a:spAutoFit/>
          </a:bodyPr>
          <a:lstStyle/>
          <a:p>
            <a:pPr marL="0" marR="0" lvl="0" indent="0" defTabSz="914400" rtl="0" eaLnBrk="1" fontAlgn="auto" latinLnBrk="0" hangingPunct="1">
              <a:lnSpc>
                <a:spcPct val="130000"/>
              </a:lnSpc>
              <a:spcBef>
                <a:spcPts val="0"/>
              </a:spcBef>
              <a:spcAft>
                <a:spcPts val="0"/>
              </a:spcAft>
              <a:buClrTx/>
              <a:buSzTx/>
              <a:buFontTx/>
              <a:buNone/>
              <a:defRPr/>
            </a:pPr>
            <a:r>
              <a:rPr lang="zh-CN" altLang="en-US" sz="1600"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rPr>
              <a:t>不好意思，鄙人不擅长处理</a:t>
            </a:r>
            <a:r>
              <a:rPr lang="zh-CN" altLang="en-US" sz="1600"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rPr>
              <a:t>文字工作</a:t>
            </a:r>
            <a:endParaRPr lang="zh-CN" altLang="en-US" sz="1600"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endParaRPr>
          </a:p>
        </p:txBody>
      </p:sp>
      <p:sp>
        <p:nvSpPr>
          <p:cNvPr id="22" name="gaoding-15"/>
          <p:cNvSpPr txBox="1"/>
          <p:nvPr/>
        </p:nvSpPr>
        <p:spPr>
          <a:xfrm>
            <a:off x="6197914" y="4856167"/>
            <a:ext cx="4195131" cy="1118235"/>
          </a:xfrm>
          <a:prstGeom prst="rect">
            <a:avLst/>
          </a:prstGeom>
          <a:noFill/>
        </p:spPr>
        <p:txBody>
          <a:bodyPr wrap="square" lIns="0" tIns="0" rIns="0" bIns="0" rtlCol="0">
            <a:spAutoFit/>
          </a:body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400" i="0" u="none" strike="noStrike" kern="1200" cap="none" spc="0" normalizeH="0" baseline="0" noProof="0" dirty="0">
                <a:ln>
                  <a:noFill/>
                </a:ln>
                <a:solidFill>
                  <a:schemeClr val="tx1">
                    <a:lumMod val="75000"/>
                    <a:lumOff val="25000"/>
                  </a:schemeClr>
                </a:solidFill>
                <a:effectLst/>
                <a:uLnTx/>
                <a:uFillTx/>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rPr>
              <a:t>认识拍摄设备与工具、相机的各种参数与模式、</a:t>
            </a:r>
            <a:endParaRPr kumimoji="0" lang="zh-CN" altLang="en-US" sz="1400" i="0" u="none" strike="noStrike" kern="1200" cap="none" spc="0" normalizeH="0" baseline="0" noProof="0" dirty="0">
              <a:ln>
                <a:noFill/>
              </a:ln>
              <a:solidFill>
                <a:schemeClr val="tx1">
                  <a:lumMod val="75000"/>
                  <a:lumOff val="25000"/>
                </a:schemeClr>
              </a:solidFill>
              <a:effectLst/>
              <a:uLnTx/>
              <a:uFillTx/>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endParaRPr>
          </a:p>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400" i="0" u="none" strike="noStrike" kern="1200" cap="none" spc="0" normalizeH="0" baseline="0" noProof="0" dirty="0">
                <a:ln>
                  <a:noFill/>
                </a:ln>
                <a:solidFill>
                  <a:schemeClr val="tx1">
                    <a:lumMod val="75000"/>
                    <a:lumOff val="25000"/>
                  </a:schemeClr>
                </a:solidFill>
                <a:effectLst/>
                <a:uLnTx/>
                <a:uFillTx/>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rPr>
              <a:t>构图的艺术、景别认识、拍摄手法、不同拍照对象的注意事项与技巧、如何拍出故事感、照片格式、</a:t>
            </a:r>
            <a:r>
              <a:rPr kumimoji="0" lang="en-US" altLang="zh-CN" sz="1400" i="0" u="none" strike="noStrike" kern="1200" cap="none" spc="0" normalizeH="0" baseline="0" noProof="0" dirty="0">
                <a:ln>
                  <a:noFill/>
                </a:ln>
                <a:solidFill>
                  <a:schemeClr val="tx1">
                    <a:lumMod val="75000"/>
                    <a:lumOff val="25000"/>
                  </a:schemeClr>
                </a:solidFill>
                <a:effectLst/>
                <a:uLnTx/>
                <a:uFillTx/>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rPr>
              <a:t>LR</a:t>
            </a:r>
            <a:r>
              <a:rPr kumimoji="0" lang="zh-CN" altLang="en-US" sz="1400" i="0" u="none" strike="noStrike" kern="1200" cap="none" spc="0" normalizeH="0" baseline="0" noProof="0" dirty="0">
                <a:ln>
                  <a:noFill/>
                </a:ln>
                <a:solidFill>
                  <a:schemeClr val="tx1">
                    <a:lumMod val="75000"/>
                    <a:lumOff val="25000"/>
                  </a:schemeClr>
                </a:solidFill>
                <a:effectLst/>
                <a:uLnTx/>
                <a:uFillTx/>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rPr>
              <a:t>与</a:t>
            </a:r>
            <a:r>
              <a:rPr kumimoji="0" lang="en-US" altLang="zh-CN" sz="1400" i="0" u="none" strike="noStrike" kern="1200" cap="none" spc="0" normalizeH="0" baseline="0" noProof="0" dirty="0">
                <a:ln>
                  <a:noFill/>
                </a:ln>
                <a:solidFill>
                  <a:schemeClr val="tx1">
                    <a:lumMod val="75000"/>
                    <a:lumOff val="25000"/>
                  </a:schemeClr>
                </a:solidFill>
                <a:effectLst/>
                <a:uLnTx/>
                <a:uFillTx/>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rPr>
              <a:t>PS</a:t>
            </a:r>
            <a:r>
              <a:rPr kumimoji="0" lang="zh-CN" altLang="en-US" sz="1400" i="0" u="none" strike="noStrike" kern="1200" cap="none" spc="0" normalizeH="0" baseline="0" noProof="0" dirty="0">
                <a:ln>
                  <a:noFill/>
                </a:ln>
                <a:solidFill>
                  <a:schemeClr val="tx1">
                    <a:lumMod val="75000"/>
                    <a:lumOff val="25000"/>
                  </a:schemeClr>
                </a:solidFill>
                <a:effectLst/>
                <a:uLnTx/>
                <a:uFillTx/>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rPr>
              <a:t>后期修图</a:t>
            </a:r>
            <a:r>
              <a:rPr kumimoji="0" lang="en-US" altLang="zh-CN" sz="1400" i="0" u="none" strike="noStrike" kern="1200" cap="none" spc="0" normalizeH="0" baseline="0" noProof="0" dirty="0">
                <a:ln>
                  <a:noFill/>
                </a:ln>
                <a:solidFill>
                  <a:schemeClr val="tx1">
                    <a:lumMod val="75000"/>
                    <a:lumOff val="25000"/>
                  </a:schemeClr>
                </a:solidFill>
                <a:effectLst/>
                <a:uLnTx/>
                <a:uFillTx/>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rPr>
              <a:t>......</a:t>
            </a:r>
            <a:endParaRPr kumimoji="0" lang="en-US" altLang="zh-CN" sz="1400" i="0" u="none" strike="noStrike" kern="1200" cap="none" spc="0" normalizeH="0" baseline="0" noProof="0" dirty="0">
              <a:ln>
                <a:noFill/>
              </a:ln>
              <a:solidFill>
                <a:schemeClr val="tx1">
                  <a:lumMod val="75000"/>
                  <a:lumOff val="25000"/>
                </a:schemeClr>
              </a:solidFill>
              <a:effectLst/>
              <a:uLnTx/>
              <a:uFillTx/>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图片 1" descr="039703f0aff5c4efb2d3d7672a17be1b"/>
          <p:cNvPicPr>
            <a:picLocks noChangeAspect="1"/>
          </p:cNvPicPr>
          <p:nvPr/>
        </p:nvPicPr>
        <p:blipFill>
          <a:blip r:embed="rId2"/>
          <a:srcRect l="24959" t="14377" r="28632" b="2407"/>
          <a:stretch>
            <a:fillRect/>
          </a:stretch>
        </p:blipFill>
        <p:spPr>
          <a:xfrm>
            <a:off x="86360" y="572770"/>
            <a:ext cx="3759200" cy="3864610"/>
          </a:xfrm>
          <a:prstGeom prst="rect">
            <a:avLst/>
          </a:prstGeom>
        </p:spPr>
      </p:pic>
      <p:pic>
        <p:nvPicPr>
          <p:cNvPr id="5" name="图片 4" descr="015fbe86ecce0d56ab90013278ce5704"/>
          <p:cNvPicPr>
            <a:picLocks noChangeAspect="1"/>
          </p:cNvPicPr>
          <p:nvPr/>
        </p:nvPicPr>
        <p:blipFill>
          <a:blip r:embed="rId3"/>
          <a:srcRect l="25739" t="14519" r="31005" b="2648"/>
          <a:stretch>
            <a:fillRect/>
          </a:stretch>
        </p:blipFill>
        <p:spPr>
          <a:xfrm>
            <a:off x="3115310" y="474980"/>
            <a:ext cx="3175000" cy="3486150"/>
          </a:xfrm>
          <a:prstGeom prst="rect">
            <a:avLst/>
          </a:prstGeom>
        </p:spPr>
      </p:pic>
      <p:pic>
        <p:nvPicPr>
          <p:cNvPr id="4" name="图片 3" descr="03fb51626e6aded4ccef4443e3818732"/>
          <p:cNvPicPr>
            <a:picLocks noChangeAspect="1"/>
          </p:cNvPicPr>
          <p:nvPr/>
        </p:nvPicPr>
        <p:blipFill>
          <a:blip r:embed="rId4"/>
          <a:srcRect l="25320" t="14241" r="29312" b="2463"/>
          <a:stretch>
            <a:fillRect/>
          </a:stretch>
        </p:blipFill>
        <p:spPr>
          <a:xfrm>
            <a:off x="3467735" y="2242820"/>
            <a:ext cx="3799205" cy="3999865"/>
          </a:xfrm>
          <a:prstGeom prst="rect">
            <a:avLst/>
          </a:prstGeom>
        </p:spPr>
      </p:pic>
      <p:pic>
        <p:nvPicPr>
          <p:cNvPr id="6" name="图片 5" descr="35ec687bb8c9ecd877648b6ddd92a15e"/>
          <p:cNvPicPr>
            <a:picLocks noChangeAspect="1"/>
          </p:cNvPicPr>
          <p:nvPr/>
        </p:nvPicPr>
        <p:blipFill>
          <a:blip r:embed="rId5"/>
          <a:stretch>
            <a:fillRect/>
          </a:stretch>
        </p:blipFill>
        <p:spPr>
          <a:xfrm>
            <a:off x="6543675" y="362585"/>
            <a:ext cx="5351780" cy="2801620"/>
          </a:xfrm>
          <a:prstGeom prst="rect">
            <a:avLst/>
          </a:prstGeom>
        </p:spPr>
      </p:pic>
      <p:pic>
        <p:nvPicPr>
          <p:cNvPr id="3" name="图片 2" descr="40972d8558e5e4a1cfa305cf3a92c96d"/>
          <p:cNvPicPr>
            <a:picLocks noChangeAspect="1"/>
          </p:cNvPicPr>
          <p:nvPr/>
        </p:nvPicPr>
        <p:blipFill>
          <a:blip r:embed="rId6"/>
          <a:srcRect l="25113" t="13602" r="28887" b="2000"/>
          <a:stretch>
            <a:fillRect/>
          </a:stretch>
        </p:blipFill>
        <p:spPr>
          <a:xfrm>
            <a:off x="437515" y="2242820"/>
            <a:ext cx="3754755" cy="3949700"/>
          </a:xfrm>
          <a:prstGeom prst="rect">
            <a:avLst/>
          </a:prstGeom>
        </p:spPr>
      </p:pic>
      <p:pic>
        <p:nvPicPr>
          <p:cNvPr id="7" name="图片 6" descr="b1bd7447a32d4b154bcef0c49fbbcc44"/>
          <p:cNvPicPr>
            <a:picLocks noChangeAspect="1"/>
          </p:cNvPicPr>
          <p:nvPr/>
        </p:nvPicPr>
        <p:blipFill>
          <a:blip r:embed="rId7"/>
          <a:stretch>
            <a:fillRect/>
          </a:stretch>
        </p:blipFill>
        <p:spPr>
          <a:xfrm>
            <a:off x="7852410" y="3601720"/>
            <a:ext cx="3636645" cy="2343785"/>
          </a:xfrm>
          <a:prstGeom prst="rect">
            <a:avLst/>
          </a:prstGeom>
        </p:spPr>
      </p:pic>
      <p:sp>
        <p:nvSpPr>
          <p:cNvPr id="11" name="文本框 10"/>
          <p:cNvSpPr txBox="1"/>
          <p:nvPr/>
        </p:nvSpPr>
        <p:spPr>
          <a:xfrm>
            <a:off x="2532380" y="213995"/>
            <a:ext cx="1558290" cy="460375"/>
          </a:xfrm>
          <a:prstGeom prst="rect">
            <a:avLst/>
          </a:prstGeom>
          <a:noFill/>
        </p:spPr>
        <p:txBody>
          <a:bodyPr wrap="square" rtlCol="0">
            <a:spAutoFit/>
          </a:bodyPr>
          <a:p>
            <a:r>
              <a:rPr lang="zh-CN" altLang="en-US" sz="2400" b="1"/>
              <a:t>分镜设计</a:t>
            </a:r>
            <a:endParaRPr lang="zh-CN" altLang="en-US" sz="2400" b="1"/>
          </a:p>
        </p:txBody>
      </p:sp>
      <p:sp>
        <p:nvSpPr>
          <p:cNvPr id="12" name="文本框 11"/>
          <p:cNvSpPr txBox="1"/>
          <p:nvPr/>
        </p:nvSpPr>
        <p:spPr>
          <a:xfrm>
            <a:off x="8825230" y="3164205"/>
            <a:ext cx="1876425" cy="460375"/>
          </a:xfrm>
          <a:prstGeom prst="rect">
            <a:avLst/>
          </a:prstGeom>
          <a:noFill/>
        </p:spPr>
        <p:txBody>
          <a:bodyPr wrap="square" rtlCol="0">
            <a:spAutoFit/>
          </a:bodyPr>
          <a:p>
            <a:r>
              <a:rPr lang="zh-CN" altLang="en-US" sz="2400" b="1"/>
              <a:t>变现</a:t>
            </a:r>
            <a:r>
              <a:rPr lang="en-US" altLang="zh-CN" sz="2400" b="1">
                <a:latin typeface="黑体" panose="02010609060101010101" charset="-122"/>
                <a:ea typeface="黑体" panose="02010609060101010101" charset="-122"/>
              </a:rPr>
              <a:t>Money</a:t>
            </a:r>
            <a:endParaRPr lang="en-US" altLang="zh-CN" sz="2400" b="1">
              <a:latin typeface="黑体" panose="02010609060101010101" charset="-122"/>
              <a:ea typeface="黑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矩形 4"/>
          <p:cNvSpPr/>
          <p:nvPr/>
        </p:nvSpPr>
        <p:spPr>
          <a:xfrm>
            <a:off x="0" y="0"/>
            <a:ext cx="12192000" cy="2724150"/>
          </a:xfrm>
          <a:prstGeom prst="rect">
            <a:avLst/>
          </a:prstGeom>
          <a:blipFill dpi="0" rotWithShape="1">
            <a:blip r:embed="rId2"/>
            <a:srcRect/>
            <a:tile tx="0" ty="0" sx="100000" sy="100000" flip="none" algn="b"/>
          </a:bli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0" y="0"/>
            <a:ext cx="12192000" cy="2724150"/>
          </a:xfrm>
          <a:prstGeom prst="rect">
            <a:avLst/>
          </a:prstGeom>
          <a:solidFill>
            <a:schemeClr val="accent1">
              <a:alpha val="60000"/>
            </a:schemeClr>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55135" y="1913688"/>
            <a:ext cx="3412165" cy="3725111"/>
          </a:xfrm>
          <a:prstGeom prst="rect">
            <a:avLst/>
          </a:prstGeom>
          <a:solidFill>
            <a:schemeClr val="bg1"/>
          </a:solidFill>
          <a:ln>
            <a:noFill/>
          </a:ln>
          <a:effectLst>
            <a:outerShdw blurRad="152400" dist="139700" dir="5400000" sx="97000" sy="97000" algn="t"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1655135" y="1913703"/>
            <a:ext cx="3412165" cy="229422"/>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2236159" y="4620699"/>
            <a:ext cx="2250116" cy="523220"/>
          </a:xfrm>
          <a:prstGeom prst="rect">
            <a:avLst/>
          </a:prstGeom>
          <a:noFill/>
        </p:spPr>
        <p:txBody>
          <a:bodyPr wrap="square" rtlCol="0" anchor="ctr">
            <a:spAutoFit/>
          </a:bodyPr>
          <a:lstStyle/>
          <a:p>
            <a:pPr algn="ctr"/>
            <a:r>
              <a:rPr lang="en-US" altLang="zh-CN" sz="2800"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rPr>
              <a:t>Part Three</a:t>
            </a:r>
            <a:endParaRPr lang="zh-CN" altLang="en-US" sz="2800"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endParaRPr>
          </a:p>
        </p:txBody>
      </p:sp>
      <p:sp>
        <p:nvSpPr>
          <p:cNvPr id="10" name="文本框 9"/>
          <p:cNvSpPr txBox="1"/>
          <p:nvPr/>
        </p:nvSpPr>
        <p:spPr>
          <a:xfrm>
            <a:off x="1988886" y="2577259"/>
            <a:ext cx="2744661" cy="2137617"/>
          </a:xfrm>
          <a:prstGeom prst="rect">
            <a:avLst/>
          </a:prstGeom>
          <a:noFill/>
        </p:spPr>
        <p:txBody>
          <a:bodyPr wrap="none" rtlCol="0" anchor="ctr">
            <a:noAutofit/>
          </a:bodyPr>
          <a:lstStyle/>
          <a:p>
            <a:pPr algn="ctr"/>
            <a:r>
              <a:rPr lang="en-US" altLang="zh-CN" sz="16600" dirty="0">
                <a:solidFill>
                  <a:schemeClr val="tx1">
                    <a:lumMod val="75000"/>
                    <a:lumOff val="25000"/>
                  </a:schemeClr>
                </a:solidFill>
                <a:latin typeface="阿里巴巴普惠体 2.0 115 Black" panose="00020600040101010101" pitchFamily="18" charset="-122"/>
                <a:ea typeface="阿里巴巴普惠体 2.0 115 Black" panose="00020600040101010101" pitchFamily="18" charset="-122"/>
                <a:cs typeface="阿里巴巴普惠体 2.0 115 Black" panose="00020600040101010101" pitchFamily="18" charset="-122"/>
              </a:rPr>
              <a:t>03</a:t>
            </a:r>
            <a:endParaRPr lang="zh-CN" altLang="en-US" sz="16600" dirty="0">
              <a:solidFill>
                <a:schemeClr val="tx1">
                  <a:lumMod val="75000"/>
                  <a:lumOff val="25000"/>
                </a:schemeClr>
              </a:solidFill>
              <a:latin typeface="阿里巴巴普惠体 2.0 115 Black" panose="00020600040101010101" pitchFamily="18" charset="-122"/>
              <a:ea typeface="阿里巴巴普惠体 2.0 115 Black" panose="00020600040101010101" pitchFamily="18" charset="-122"/>
              <a:cs typeface="阿里巴巴普惠体 2.0 115 Black" panose="00020600040101010101" pitchFamily="18" charset="-122"/>
            </a:endParaRPr>
          </a:p>
        </p:txBody>
      </p:sp>
      <p:sp>
        <p:nvSpPr>
          <p:cNvPr id="27" name="gaoding-14"/>
          <p:cNvSpPr txBox="1"/>
          <p:nvPr/>
        </p:nvSpPr>
        <p:spPr>
          <a:xfrm>
            <a:off x="5589270" y="3870325"/>
            <a:ext cx="4949190" cy="55372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3600" i="0" u="none" strike="noStrike" kern="1200" cap="none" spc="0" normalizeH="0" baseline="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设计部技能的</a:t>
            </a:r>
            <a:r>
              <a:rPr kumimoji="0" lang="zh-CN" altLang="en-US" sz="3600" i="0" u="none" strike="noStrike" kern="1200" cap="none" spc="0" normalizeH="0" baseline="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发展方向</a:t>
            </a:r>
            <a:endParaRPr kumimoji="0" lang="zh-CN" altLang="en-US" sz="3600" i="0" u="none" strike="noStrike" kern="1200" cap="none" spc="0" normalizeH="0" baseline="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cxnSp>
        <p:nvCxnSpPr>
          <p:cNvPr id="30" name="直接连接符 29"/>
          <p:cNvCxnSpPr/>
          <p:nvPr/>
        </p:nvCxnSpPr>
        <p:spPr>
          <a:xfrm flipH="1">
            <a:off x="5588961" y="4883775"/>
            <a:ext cx="4558651"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7" name="gaoding-14"/>
          <p:cNvSpPr txBox="1"/>
          <p:nvPr/>
        </p:nvSpPr>
        <p:spPr>
          <a:xfrm>
            <a:off x="2215515" y="2683510"/>
            <a:ext cx="7760970" cy="110744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7200" b="1" spc="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sym typeface="+mn-ea"/>
              </a:rPr>
              <a:t>最耗费脑力的</a:t>
            </a:r>
            <a:r>
              <a:rPr lang="zh-CN" altLang="en-US" sz="7200" b="1" spc="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sym typeface="+mn-ea"/>
              </a:rPr>
              <a:t>一集</a:t>
            </a:r>
            <a:endParaRPr lang="zh-CN" altLang="en-US" sz="7200" b="1" spc="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9" name="文本框 8"/>
          <p:cNvSpPr txBox="1"/>
          <p:nvPr/>
        </p:nvSpPr>
        <p:spPr>
          <a:xfrm>
            <a:off x="1461135" y="974090"/>
            <a:ext cx="9461500" cy="1861185"/>
          </a:xfrm>
          <a:prstGeom prst="rect">
            <a:avLst/>
          </a:prstGeom>
          <a:noFill/>
        </p:spPr>
        <p:txBody>
          <a:bodyPr wrap="square" rtlCol="0">
            <a:spAutoFit/>
          </a:bodyPr>
          <a:p>
            <a:r>
              <a:rPr lang="zh-CN" altLang="en-US" sz="11500">
                <a:solidFill>
                  <a:schemeClr val="bg1">
                    <a:lumMod val="65000"/>
                    <a:alpha val="39000"/>
                  </a:schemeClr>
                </a:solidFill>
                <a:effectLst>
                  <a:outerShdw blurRad="38100" dist="38100" dir="2700000" algn="tl">
                    <a:srgbClr val="000000">
                      <a:alpha val="43137"/>
                    </a:srgbClr>
                  </a:outerShdw>
                </a:effectLst>
              </a:rPr>
              <a:t>素材搜集能力</a:t>
            </a:r>
            <a:endParaRPr lang="zh-CN" altLang="en-US" sz="11500">
              <a:solidFill>
                <a:schemeClr val="bg1">
                  <a:lumMod val="65000"/>
                  <a:alpha val="39000"/>
                </a:schemeClr>
              </a:solidFill>
              <a:effectLst>
                <a:outerShdw blurRad="38100" dist="38100" dir="2700000" algn="tl">
                  <a:srgbClr val="000000">
                    <a:alpha val="43137"/>
                  </a:srgbClr>
                </a:outerShdw>
              </a:effectLst>
            </a:endParaRPr>
          </a:p>
        </p:txBody>
      </p:sp>
      <p:sp>
        <p:nvSpPr>
          <p:cNvPr id="8" name="iSHEJI-2"/>
          <p:cNvSpPr txBox="1"/>
          <p:nvPr/>
        </p:nvSpPr>
        <p:spPr>
          <a:xfrm>
            <a:off x="590300" y="385569"/>
            <a:ext cx="4273800" cy="43053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sym typeface="+mn-ea"/>
              </a:rPr>
              <a:t>技能的进阶方向</a:t>
            </a:r>
            <a:endPar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endParaRPr>
          </a:p>
        </p:txBody>
      </p:sp>
      <p:sp>
        <p:nvSpPr>
          <p:cNvPr id="14" name="矩形 13"/>
          <p:cNvSpPr/>
          <p:nvPr/>
        </p:nvSpPr>
        <p:spPr>
          <a:xfrm>
            <a:off x="1746696" y="1983628"/>
            <a:ext cx="3765852" cy="1044665"/>
          </a:xfrm>
          <a:prstGeom prst="rect">
            <a:avLst/>
          </a:prstGeom>
          <a:solidFill>
            <a:schemeClr val="bg1"/>
          </a:solidFill>
          <a:ln>
            <a:noFill/>
          </a:ln>
          <a:effectLst>
            <a:outerShdw blurRad="152400" dist="139700" dir="5400000" sx="97000" sy="97000" algn="t"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14"/>
          <p:cNvSpPr/>
          <p:nvPr/>
        </p:nvSpPr>
        <p:spPr>
          <a:xfrm>
            <a:off x="1746696" y="1983643"/>
            <a:ext cx="3765852" cy="152338"/>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iSHEJI-6"/>
          <p:cNvSpPr txBox="1"/>
          <p:nvPr/>
        </p:nvSpPr>
        <p:spPr>
          <a:xfrm flipH="1">
            <a:off x="1979295" y="2229168"/>
            <a:ext cx="3018790" cy="553720"/>
          </a:xfrm>
          <a:prstGeom prst="rect">
            <a:avLst/>
          </a:prstGeom>
          <a:noFill/>
        </p:spPr>
        <p:txBody>
          <a:bodyPr wrap="square" lIns="0" tIns="0" rIns="0" bIns="0" rtlCol="0" anchor="ctr">
            <a:spAutoFit/>
          </a:bodyPr>
          <a:lstStyle/>
          <a:p>
            <a:pPr>
              <a:lnSpc>
                <a:spcPct val="150000"/>
              </a:lnSpc>
            </a:pPr>
            <a:r>
              <a:rPr lang="zh-CN" altLang="en-US" sz="2400" dirty="0">
                <a:solidFill>
                  <a:schemeClr val="tx1">
                    <a:lumMod val="75000"/>
                    <a:lumOff val="25000"/>
                  </a:schemeClr>
                </a:solidFill>
                <a:latin typeface="阿里巴巴普惠体 2.0 95 ExtraBold" panose="00020600040101010101" pitchFamily="18" charset="-122"/>
                <a:ea typeface="阿里巴巴普惠体 2.0 95 ExtraBold" panose="00020600040101010101" pitchFamily="18" charset="-122"/>
                <a:cs typeface="阿里巴巴普惠体 2.0 35 Thin" panose="00020600040101010101" pitchFamily="18" charset="-122"/>
              </a:rPr>
              <a:t>平面设计（</a:t>
            </a:r>
            <a:r>
              <a:rPr lang="zh-CN" altLang="en-US" sz="2400" dirty="0">
                <a:solidFill>
                  <a:schemeClr val="tx1">
                    <a:lumMod val="75000"/>
                    <a:lumOff val="25000"/>
                  </a:schemeClr>
                </a:solidFill>
                <a:latin typeface="阿里巴巴普惠体 2.0 95 ExtraBold" panose="00020600040101010101" pitchFamily="18" charset="-122"/>
                <a:ea typeface="阿里巴巴普惠体 2.0 95 ExtraBold" panose="00020600040101010101" pitchFamily="18" charset="-122"/>
                <a:cs typeface="阿里巴巴普惠体 2.0 35 Thin" panose="00020600040101010101" pitchFamily="18" charset="-122"/>
              </a:rPr>
              <a:t>做海报）</a:t>
            </a:r>
            <a:endParaRPr lang="zh-CN" altLang="en-US" sz="2400" dirty="0">
              <a:solidFill>
                <a:schemeClr val="tx1">
                  <a:lumMod val="75000"/>
                  <a:lumOff val="25000"/>
                </a:schemeClr>
              </a:solidFill>
              <a:latin typeface="阿里巴巴普惠体 2.0 95 ExtraBold" panose="00020600040101010101" pitchFamily="18" charset="-122"/>
              <a:ea typeface="阿里巴巴普惠体 2.0 95 ExtraBold" panose="00020600040101010101" pitchFamily="18" charset="-122"/>
              <a:cs typeface="阿里巴巴普惠体 2.0 35 Thin" panose="00020600040101010101" pitchFamily="18" charset="-122"/>
            </a:endParaRPr>
          </a:p>
        </p:txBody>
      </p:sp>
      <p:sp>
        <p:nvSpPr>
          <p:cNvPr id="23" name="iSHEJI-8"/>
          <p:cNvSpPr txBox="1"/>
          <p:nvPr/>
        </p:nvSpPr>
        <p:spPr>
          <a:xfrm>
            <a:off x="1746824" y="3145670"/>
            <a:ext cx="3301821" cy="460375"/>
          </a:xfrm>
          <a:prstGeom prst="rect">
            <a:avLst/>
          </a:prstGeom>
          <a:noFill/>
        </p:spPr>
        <p:txBody>
          <a:bodyPr wrap="square" rtlCol="0">
            <a:spAutoFit/>
          </a:bodyPr>
          <a:lstStyle/>
          <a:p>
            <a:pPr marL="182880" indent="-182880">
              <a:lnSpc>
                <a:spcPct val="150000"/>
              </a:lnSpc>
              <a:buFont typeface="Arial" panose="020B0604020202020204" pitchFamily="34" charset="0"/>
              <a:buChar char="•"/>
            </a:pPr>
            <a:r>
              <a:rPr lang="en-US" altLang="zh-CN" sz="1600" b="1"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sym typeface="+mn-lt"/>
              </a:rPr>
              <a:t>PS</a:t>
            </a:r>
            <a:r>
              <a:rPr lang="zh-CN" altLang="en-US" sz="1600" b="1"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sym typeface="+mn-lt"/>
              </a:rPr>
              <a:t>的应用</a:t>
            </a:r>
            <a:endParaRPr lang="zh-CN" altLang="en-US" sz="1600" b="1"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sym typeface="+mn-lt"/>
            </a:endParaRPr>
          </a:p>
        </p:txBody>
      </p:sp>
      <p:sp>
        <p:nvSpPr>
          <p:cNvPr id="19" name="矩形 18"/>
          <p:cNvSpPr/>
          <p:nvPr/>
        </p:nvSpPr>
        <p:spPr>
          <a:xfrm>
            <a:off x="6403041" y="1983628"/>
            <a:ext cx="3765852" cy="1044665"/>
          </a:xfrm>
          <a:prstGeom prst="rect">
            <a:avLst/>
          </a:prstGeom>
          <a:solidFill>
            <a:schemeClr val="bg1"/>
          </a:solidFill>
          <a:ln>
            <a:noFill/>
          </a:ln>
          <a:effectLst>
            <a:outerShdw blurRad="152400" dist="139700" dir="5400000" sx="97000" sy="97000" algn="t"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矩形 19"/>
          <p:cNvSpPr/>
          <p:nvPr/>
        </p:nvSpPr>
        <p:spPr>
          <a:xfrm>
            <a:off x="6403041" y="1983643"/>
            <a:ext cx="3765852" cy="152338"/>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iSHEJI-6"/>
          <p:cNvSpPr txBox="1"/>
          <p:nvPr/>
        </p:nvSpPr>
        <p:spPr>
          <a:xfrm flipH="1">
            <a:off x="6635750" y="2228850"/>
            <a:ext cx="3084195" cy="553720"/>
          </a:xfrm>
          <a:prstGeom prst="rect">
            <a:avLst/>
          </a:prstGeom>
          <a:noFill/>
        </p:spPr>
        <p:txBody>
          <a:bodyPr wrap="square" lIns="0" tIns="0" rIns="0" bIns="0" rtlCol="0" anchor="ctr">
            <a:spAutoFit/>
          </a:bodyPr>
          <a:lstStyle/>
          <a:p>
            <a:pPr>
              <a:lnSpc>
                <a:spcPct val="150000"/>
              </a:lnSpc>
            </a:pPr>
            <a:r>
              <a:rPr lang="zh-CN" altLang="en-US" sz="2400" dirty="0">
                <a:solidFill>
                  <a:schemeClr val="tx1">
                    <a:lumMod val="75000"/>
                    <a:lumOff val="25000"/>
                  </a:schemeClr>
                </a:solidFill>
                <a:effectLst/>
                <a:latin typeface="阿里巴巴普惠体 2.0 95 ExtraBold" panose="00020600040101010101" pitchFamily="18" charset="-122"/>
                <a:ea typeface="阿里巴巴普惠体 2.0 95 ExtraBold" panose="00020600040101010101" pitchFamily="18" charset="-122"/>
                <a:cs typeface="阿里巴巴普惠体 2.0 35 Thin" panose="00020600040101010101" pitchFamily="18" charset="-122"/>
              </a:rPr>
              <a:t>影视设计（</a:t>
            </a:r>
            <a:r>
              <a:rPr lang="zh-CN" altLang="en-US" sz="2400" dirty="0">
                <a:solidFill>
                  <a:schemeClr val="tx1">
                    <a:lumMod val="75000"/>
                    <a:lumOff val="25000"/>
                  </a:schemeClr>
                </a:solidFill>
                <a:effectLst/>
                <a:latin typeface="阿里巴巴普惠体 2.0 95 ExtraBold" panose="00020600040101010101" pitchFamily="18" charset="-122"/>
                <a:ea typeface="阿里巴巴普惠体 2.0 95 ExtraBold" panose="00020600040101010101" pitchFamily="18" charset="-122"/>
                <a:cs typeface="阿里巴巴普惠体 2.0 35 Thin" panose="00020600040101010101" pitchFamily="18" charset="-122"/>
              </a:rPr>
              <a:t>做视频）</a:t>
            </a:r>
            <a:endParaRPr lang="zh-CN" altLang="en-US" sz="2400" dirty="0">
              <a:solidFill>
                <a:schemeClr val="tx1">
                  <a:lumMod val="75000"/>
                  <a:lumOff val="25000"/>
                </a:schemeClr>
              </a:solidFill>
              <a:effectLst/>
              <a:latin typeface="阿里巴巴普惠体 2.0 95 ExtraBold" panose="00020600040101010101" pitchFamily="18" charset="-122"/>
              <a:ea typeface="阿里巴巴普惠体 2.0 95 ExtraBold" panose="00020600040101010101" pitchFamily="18" charset="-122"/>
              <a:cs typeface="阿里巴巴普惠体 2.0 35 Thin" panose="00020600040101010101" pitchFamily="18" charset="-122"/>
            </a:endParaRPr>
          </a:p>
        </p:txBody>
      </p:sp>
      <p:sp>
        <p:nvSpPr>
          <p:cNvPr id="24" name="iSHEJI-8"/>
          <p:cNvSpPr txBox="1"/>
          <p:nvPr/>
        </p:nvSpPr>
        <p:spPr>
          <a:xfrm>
            <a:off x="6403041" y="3145670"/>
            <a:ext cx="4092935" cy="460375"/>
          </a:xfrm>
          <a:prstGeom prst="rect">
            <a:avLst/>
          </a:prstGeom>
          <a:noFill/>
        </p:spPr>
        <p:txBody>
          <a:bodyPr wrap="square" rtlCol="0">
            <a:spAutoFit/>
          </a:bodyPr>
          <a:lstStyle/>
          <a:p>
            <a:pPr marL="182880" indent="-182880">
              <a:lnSpc>
                <a:spcPct val="150000"/>
              </a:lnSpc>
              <a:buFont typeface="Arial" panose="020B0604020202020204" pitchFamily="34" charset="0"/>
              <a:buChar char="•"/>
            </a:pPr>
            <a:r>
              <a:rPr lang="zh-CN" altLang="en-US" sz="1600" b="1"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sym typeface="+mn-lt"/>
              </a:rPr>
              <a:t>剪映</a:t>
            </a:r>
            <a:r>
              <a:rPr lang="en-US" altLang="zh-CN" sz="1600" b="1"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sym typeface="+mn-lt"/>
              </a:rPr>
              <a:t>orPr</a:t>
            </a:r>
            <a:r>
              <a:rPr lang="zh-CN" altLang="en-US" sz="1600" b="1"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sym typeface="+mn-lt"/>
              </a:rPr>
              <a:t>的应用</a:t>
            </a:r>
            <a:endParaRPr lang="zh-CN" altLang="en-US" sz="1600" b="1"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sym typeface="+mn-lt"/>
            </a:endParaRPr>
          </a:p>
        </p:txBody>
      </p:sp>
      <p:sp>
        <p:nvSpPr>
          <p:cNvPr id="3" name="文本框 2"/>
          <p:cNvSpPr txBox="1"/>
          <p:nvPr/>
        </p:nvSpPr>
        <p:spPr>
          <a:xfrm>
            <a:off x="895985" y="5314315"/>
            <a:ext cx="10591800" cy="922020"/>
          </a:xfrm>
          <a:prstGeom prst="rect">
            <a:avLst/>
          </a:prstGeom>
          <a:noFill/>
        </p:spPr>
        <p:txBody>
          <a:bodyPr wrap="square" rtlCol="0">
            <a:spAutoFit/>
          </a:bodyPr>
          <a:p>
            <a:r>
              <a:rPr lang="zh-CN" altLang="en-US">
                <a:latin typeface="黑体" panose="02010609060101010101" charset="-122"/>
                <a:ea typeface="黑体" panose="02010609060101010101" charset="-122"/>
              </a:rPr>
              <a:t>其他软件：</a:t>
            </a:r>
            <a:r>
              <a:rPr lang="en-US" altLang="zh-CN">
                <a:latin typeface="黑体" panose="02010609060101010101" charset="-122"/>
                <a:ea typeface="黑体" panose="02010609060101010101" charset="-122"/>
              </a:rPr>
              <a:t>AE(</a:t>
            </a:r>
            <a:r>
              <a:rPr lang="zh-CN" altLang="en-US">
                <a:latin typeface="黑体" panose="02010609060101010101" charset="-122"/>
                <a:ea typeface="黑体" panose="02010609060101010101" charset="-122"/>
              </a:rPr>
              <a:t>特效制作）、</a:t>
            </a:r>
            <a:r>
              <a:rPr lang="en-US" altLang="zh-CN">
                <a:latin typeface="黑体" panose="02010609060101010101" charset="-122"/>
                <a:ea typeface="黑体" panose="02010609060101010101" charset="-122"/>
              </a:rPr>
              <a:t>AI</a:t>
            </a:r>
            <a:r>
              <a:rPr lang="zh-CN" altLang="en-US">
                <a:latin typeface="黑体" panose="02010609060101010101" charset="-122"/>
                <a:ea typeface="黑体" panose="02010609060101010101" charset="-122"/>
              </a:rPr>
              <a:t>（矢量图设计）、</a:t>
            </a:r>
            <a:r>
              <a:rPr lang="en-US" altLang="zh-CN">
                <a:latin typeface="黑体" panose="02010609060101010101" charset="-122"/>
                <a:ea typeface="黑体" panose="02010609060101010101" charset="-122"/>
              </a:rPr>
              <a:t>AU</a:t>
            </a:r>
            <a:r>
              <a:rPr lang="zh-CN" altLang="en-US">
                <a:latin typeface="黑体" panose="02010609060101010101" charset="-122"/>
                <a:ea typeface="黑体" panose="02010609060101010101" charset="-122"/>
              </a:rPr>
              <a:t>（音频处理）、</a:t>
            </a:r>
            <a:r>
              <a:rPr lang="en-US" altLang="zh-CN">
                <a:latin typeface="黑体" panose="02010609060101010101" charset="-122"/>
                <a:ea typeface="黑体" panose="02010609060101010101" charset="-122"/>
              </a:rPr>
              <a:t>ME</a:t>
            </a:r>
            <a:r>
              <a:rPr lang="zh-CN" altLang="en-US">
                <a:latin typeface="黑体" panose="02010609060101010101" charset="-122"/>
                <a:ea typeface="黑体" panose="02010609060101010101" charset="-122"/>
              </a:rPr>
              <a:t>（渲染处理）、达芬奇（</a:t>
            </a:r>
            <a:r>
              <a:rPr lang="zh-CN" altLang="en-US">
                <a:latin typeface="黑体" panose="02010609060101010101" charset="-122"/>
                <a:ea typeface="黑体" panose="02010609060101010101" charset="-122"/>
              </a:rPr>
              <a:t>综合）</a:t>
            </a:r>
            <a:endParaRPr lang="zh-CN" altLang="en-US">
              <a:latin typeface="黑体" panose="02010609060101010101" charset="-122"/>
              <a:ea typeface="黑体" panose="02010609060101010101" charset="-122"/>
            </a:endParaRPr>
          </a:p>
          <a:p>
            <a:r>
              <a:rPr lang="zh-CN" altLang="en-US">
                <a:latin typeface="黑体" panose="02010609060101010101" charset="-122"/>
                <a:ea typeface="黑体" panose="02010609060101010101" charset="-122"/>
              </a:rPr>
              <a:t>其他方向：电子音乐创作、</a:t>
            </a:r>
            <a:r>
              <a:rPr lang="en-US" altLang="zh-CN">
                <a:latin typeface="黑体" panose="02010609060101010101" charset="-122"/>
                <a:ea typeface="黑体" panose="02010609060101010101" charset="-122"/>
              </a:rPr>
              <a:t>3D</a:t>
            </a:r>
            <a:r>
              <a:rPr lang="zh-CN" altLang="en-US">
                <a:latin typeface="黑体" panose="02010609060101010101" charset="-122"/>
                <a:ea typeface="黑体" panose="02010609060101010101" charset="-122"/>
              </a:rPr>
              <a:t>建模</a:t>
            </a:r>
            <a:r>
              <a:rPr lang="en-US" altLang="zh-CN">
                <a:latin typeface="黑体" panose="02010609060101010101" charset="-122"/>
                <a:ea typeface="黑体" panose="02010609060101010101" charset="-122"/>
              </a:rPr>
              <a:t>.....</a:t>
            </a:r>
            <a:endParaRPr lang="en-US" altLang="zh-CN">
              <a:latin typeface="黑体" panose="02010609060101010101" charset="-122"/>
              <a:ea typeface="黑体" panose="02010609060101010101" charset="-122"/>
            </a:endParaRPr>
          </a:p>
          <a:p>
            <a:endParaRPr lang="en-US" altLang="zh-CN">
              <a:latin typeface="黑体" panose="02010609060101010101" charset="-122"/>
              <a:ea typeface="黑体" panose="0201060906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图片 1" descr="6f148a3b301e6c2db659d06ce7bc078"/>
          <p:cNvPicPr>
            <a:picLocks noChangeAspect="1"/>
          </p:cNvPicPr>
          <p:nvPr/>
        </p:nvPicPr>
        <p:blipFill>
          <a:blip r:embed="rId2"/>
          <a:stretch>
            <a:fillRect/>
          </a:stretch>
        </p:blipFill>
        <p:spPr>
          <a:xfrm>
            <a:off x="625475" y="2790190"/>
            <a:ext cx="2760345" cy="1929765"/>
          </a:xfrm>
          <a:prstGeom prst="rect">
            <a:avLst/>
          </a:prstGeom>
        </p:spPr>
      </p:pic>
      <p:pic>
        <p:nvPicPr>
          <p:cNvPr id="4" name="图片 3" descr="f9be58f46d04bedb4c33b36a49c51e4"/>
          <p:cNvPicPr>
            <a:picLocks noChangeAspect="1"/>
          </p:cNvPicPr>
          <p:nvPr/>
        </p:nvPicPr>
        <p:blipFill>
          <a:blip r:embed="rId3"/>
          <a:srcRect r="3390" b="3333"/>
          <a:stretch>
            <a:fillRect/>
          </a:stretch>
        </p:blipFill>
        <p:spPr>
          <a:xfrm>
            <a:off x="1685925" y="1668780"/>
            <a:ext cx="2880360" cy="1950085"/>
          </a:xfrm>
          <a:prstGeom prst="rect">
            <a:avLst/>
          </a:prstGeom>
        </p:spPr>
      </p:pic>
      <p:pic>
        <p:nvPicPr>
          <p:cNvPr id="10" name="图片 9" descr="6cbe5f7bc23121aa1390eae650b5550"/>
          <p:cNvPicPr>
            <a:picLocks noChangeAspect="1"/>
          </p:cNvPicPr>
          <p:nvPr/>
        </p:nvPicPr>
        <p:blipFill>
          <a:blip r:embed="rId4"/>
          <a:stretch>
            <a:fillRect/>
          </a:stretch>
        </p:blipFill>
        <p:spPr>
          <a:xfrm>
            <a:off x="2874645" y="2982595"/>
            <a:ext cx="2813050" cy="1929765"/>
          </a:xfrm>
          <a:prstGeom prst="rect">
            <a:avLst/>
          </a:prstGeom>
        </p:spPr>
      </p:pic>
      <p:sp>
        <p:nvSpPr>
          <p:cNvPr id="5" name="文本框 4"/>
          <p:cNvSpPr txBox="1"/>
          <p:nvPr/>
        </p:nvSpPr>
        <p:spPr>
          <a:xfrm>
            <a:off x="1347470" y="677545"/>
            <a:ext cx="3557270" cy="460375"/>
          </a:xfrm>
          <a:prstGeom prst="rect">
            <a:avLst/>
          </a:prstGeom>
          <a:noFill/>
        </p:spPr>
        <p:txBody>
          <a:bodyPr wrap="square" rtlCol="0">
            <a:spAutoFit/>
          </a:bodyPr>
          <a:p>
            <a:r>
              <a:rPr lang="zh-CN" altLang="en-US" sz="2400" b="1"/>
              <a:t>影视设计国际专家认证</a:t>
            </a:r>
            <a:endParaRPr lang="zh-CN" altLang="en-US" sz="2400" b="1"/>
          </a:p>
        </p:txBody>
      </p:sp>
      <p:pic>
        <p:nvPicPr>
          <p:cNvPr id="6" name="图片 5" descr="ae731928e416fe6430d564ada2347aa3"/>
          <p:cNvPicPr>
            <a:picLocks noChangeAspect="1"/>
          </p:cNvPicPr>
          <p:nvPr/>
        </p:nvPicPr>
        <p:blipFill>
          <a:blip r:embed="rId5"/>
          <a:stretch>
            <a:fillRect/>
          </a:stretch>
        </p:blipFill>
        <p:spPr>
          <a:xfrm>
            <a:off x="7330440" y="1137920"/>
            <a:ext cx="4253865" cy="5069205"/>
          </a:xfrm>
          <a:prstGeom prst="rect">
            <a:avLst/>
          </a:prstGeom>
        </p:spPr>
      </p:pic>
      <p:sp>
        <p:nvSpPr>
          <p:cNvPr id="7" name="文本框 6"/>
          <p:cNvSpPr txBox="1"/>
          <p:nvPr/>
        </p:nvSpPr>
        <p:spPr>
          <a:xfrm>
            <a:off x="8849360" y="384175"/>
            <a:ext cx="1513840" cy="460375"/>
          </a:xfrm>
          <a:prstGeom prst="rect">
            <a:avLst/>
          </a:prstGeom>
          <a:noFill/>
        </p:spPr>
        <p:txBody>
          <a:bodyPr wrap="square" rtlCol="0">
            <a:spAutoFit/>
          </a:bodyPr>
          <a:p>
            <a:r>
              <a:rPr lang="zh-CN" altLang="en-US" sz="2400" b="1"/>
              <a:t>变现</a:t>
            </a:r>
            <a:r>
              <a:rPr lang="en-US" altLang="zh-CN" sz="2400" b="1">
                <a:latin typeface="黑体" panose="02010609060101010101" charset="-122"/>
                <a:ea typeface="黑体" panose="02010609060101010101" charset="-122"/>
              </a:rPr>
              <a:t>RMB</a:t>
            </a:r>
            <a:endParaRPr lang="en-US" altLang="zh-CN" sz="2400" b="1">
              <a:latin typeface="黑体" panose="02010609060101010101" charset="-122"/>
              <a:ea typeface="黑体" panose="0201060906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矩形 4"/>
          <p:cNvSpPr/>
          <p:nvPr/>
        </p:nvSpPr>
        <p:spPr>
          <a:xfrm>
            <a:off x="0" y="0"/>
            <a:ext cx="12192000" cy="2724150"/>
          </a:xfrm>
          <a:prstGeom prst="rect">
            <a:avLst/>
          </a:prstGeom>
          <a:blipFill dpi="0" rotWithShape="1">
            <a:blip r:embed="rId2"/>
            <a:srcRect/>
            <a:tile tx="0" ty="0" sx="100000" sy="100000" flip="none" algn="b"/>
          </a:bli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0" y="0"/>
            <a:ext cx="12192000" cy="2724150"/>
          </a:xfrm>
          <a:prstGeom prst="rect">
            <a:avLst/>
          </a:prstGeom>
          <a:solidFill>
            <a:schemeClr val="accent1">
              <a:alpha val="60000"/>
            </a:schemeClr>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55135" y="1913688"/>
            <a:ext cx="3412165" cy="3725111"/>
          </a:xfrm>
          <a:prstGeom prst="rect">
            <a:avLst/>
          </a:prstGeom>
          <a:solidFill>
            <a:schemeClr val="bg1"/>
          </a:solidFill>
          <a:ln>
            <a:noFill/>
          </a:ln>
          <a:effectLst>
            <a:outerShdw blurRad="152400" dist="139700" dir="5400000" sx="97000" sy="97000" algn="t"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1655135" y="1913703"/>
            <a:ext cx="3412165" cy="229422"/>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2236159" y="4620699"/>
            <a:ext cx="2250116" cy="523220"/>
          </a:xfrm>
          <a:prstGeom prst="rect">
            <a:avLst/>
          </a:prstGeom>
          <a:noFill/>
        </p:spPr>
        <p:txBody>
          <a:bodyPr wrap="square" rtlCol="0" anchor="ctr">
            <a:spAutoFit/>
          </a:bodyPr>
          <a:lstStyle/>
          <a:p>
            <a:pPr algn="ctr"/>
            <a:r>
              <a:rPr lang="en-US" altLang="zh-CN" sz="2800"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rPr>
              <a:t>Part Four</a:t>
            </a:r>
            <a:endParaRPr lang="zh-CN" altLang="en-US" sz="2800"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endParaRPr>
          </a:p>
        </p:txBody>
      </p:sp>
      <p:sp>
        <p:nvSpPr>
          <p:cNvPr id="10" name="文本框 9"/>
          <p:cNvSpPr txBox="1"/>
          <p:nvPr/>
        </p:nvSpPr>
        <p:spPr>
          <a:xfrm>
            <a:off x="1988886" y="2577259"/>
            <a:ext cx="2744661" cy="2137617"/>
          </a:xfrm>
          <a:prstGeom prst="rect">
            <a:avLst/>
          </a:prstGeom>
          <a:noFill/>
        </p:spPr>
        <p:txBody>
          <a:bodyPr wrap="none" rtlCol="0" anchor="ctr">
            <a:noAutofit/>
          </a:bodyPr>
          <a:lstStyle/>
          <a:p>
            <a:pPr algn="ctr"/>
            <a:r>
              <a:rPr lang="en-US" altLang="zh-CN" sz="16600" dirty="0">
                <a:solidFill>
                  <a:schemeClr val="tx1">
                    <a:lumMod val="75000"/>
                    <a:lumOff val="25000"/>
                  </a:schemeClr>
                </a:solidFill>
                <a:latin typeface="阿里巴巴普惠体 2.0 115 Black" panose="00020600040101010101" pitchFamily="18" charset="-122"/>
                <a:ea typeface="阿里巴巴普惠体 2.0 115 Black" panose="00020600040101010101" pitchFamily="18" charset="-122"/>
                <a:cs typeface="阿里巴巴普惠体 2.0 115 Black" panose="00020600040101010101" pitchFamily="18" charset="-122"/>
              </a:rPr>
              <a:t>04</a:t>
            </a:r>
            <a:endParaRPr lang="zh-CN" altLang="en-US" sz="16600" dirty="0">
              <a:solidFill>
                <a:schemeClr val="tx1">
                  <a:lumMod val="75000"/>
                  <a:lumOff val="25000"/>
                </a:schemeClr>
              </a:solidFill>
              <a:latin typeface="阿里巴巴普惠体 2.0 115 Black" panose="00020600040101010101" pitchFamily="18" charset="-122"/>
              <a:ea typeface="阿里巴巴普惠体 2.0 115 Black" panose="00020600040101010101" pitchFamily="18" charset="-122"/>
              <a:cs typeface="阿里巴巴普惠体 2.0 115 Black" panose="00020600040101010101" pitchFamily="18" charset="-122"/>
            </a:endParaRPr>
          </a:p>
        </p:txBody>
      </p:sp>
      <p:sp>
        <p:nvSpPr>
          <p:cNvPr id="27" name="gaoding-14"/>
          <p:cNvSpPr txBox="1"/>
          <p:nvPr/>
        </p:nvSpPr>
        <p:spPr>
          <a:xfrm>
            <a:off x="5589270" y="3870325"/>
            <a:ext cx="4930140" cy="55372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3600" spc="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sym typeface="+mn-ea"/>
              </a:rPr>
              <a:t>运营部技能的发展方向</a:t>
            </a:r>
            <a:endParaRPr kumimoji="0" lang="zh-CN" altLang="en-US" sz="3600" i="0" u="none" strike="noStrike" kern="1200" cap="none" spc="0" normalizeH="0" baseline="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cxnSp>
        <p:nvCxnSpPr>
          <p:cNvPr id="30" name="直接连接符 29"/>
          <p:cNvCxnSpPr/>
          <p:nvPr/>
        </p:nvCxnSpPr>
        <p:spPr>
          <a:xfrm flipH="1">
            <a:off x="5588961" y="4883775"/>
            <a:ext cx="4558651"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7" name="gaoding-14"/>
          <p:cNvSpPr txBox="1"/>
          <p:nvPr/>
        </p:nvSpPr>
        <p:spPr>
          <a:xfrm>
            <a:off x="1871980" y="2683510"/>
            <a:ext cx="8447405" cy="110744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7200" b="1" spc="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sym typeface="+mn-ea"/>
              </a:rPr>
              <a:t>下限极低，上限极高</a:t>
            </a:r>
            <a:endParaRPr lang="zh-CN" altLang="en-US" sz="7200" b="1" spc="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14" name="文本框 13"/>
          <p:cNvSpPr txBox="1"/>
          <p:nvPr/>
        </p:nvSpPr>
        <p:spPr>
          <a:xfrm>
            <a:off x="2332990" y="2882265"/>
            <a:ext cx="6778625" cy="1861185"/>
          </a:xfrm>
          <a:prstGeom prst="rect">
            <a:avLst/>
          </a:prstGeom>
          <a:noFill/>
        </p:spPr>
        <p:txBody>
          <a:bodyPr wrap="square" rtlCol="0">
            <a:spAutoFit/>
          </a:bodyPr>
          <a:p>
            <a:r>
              <a:rPr lang="zh-CN" altLang="en-US" sz="11500">
                <a:solidFill>
                  <a:schemeClr val="bg1">
                    <a:lumMod val="65000"/>
                    <a:alpha val="39000"/>
                  </a:schemeClr>
                </a:solidFill>
                <a:effectLst>
                  <a:outerShdw blurRad="38100" dist="38100" dir="2700000" algn="tl">
                    <a:srgbClr val="000000">
                      <a:alpha val="43137"/>
                    </a:srgbClr>
                  </a:outerShdw>
                </a:effectLst>
              </a:rPr>
              <a:t>观众</a:t>
            </a:r>
            <a:r>
              <a:rPr lang="zh-CN" altLang="en-US" sz="11500">
                <a:solidFill>
                  <a:schemeClr val="bg1">
                    <a:lumMod val="65000"/>
                    <a:alpha val="39000"/>
                  </a:schemeClr>
                </a:solidFill>
                <a:effectLst>
                  <a:outerShdw blurRad="38100" dist="38100" dir="2700000" algn="tl">
                    <a:srgbClr val="000000">
                      <a:alpha val="43137"/>
                    </a:srgbClr>
                  </a:outerShdw>
                </a:effectLst>
              </a:rPr>
              <a:t>视角</a:t>
            </a:r>
            <a:endParaRPr lang="zh-CN" altLang="en-US" sz="11500">
              <a:solidFill>
                <a:schemeClr val="bg1">
                  <a:lumMod val="65000"/>
                  <a:alpha val="39000"/>
                </a:schemeClr>
              </a:solidFill>
              <a:effectLst>
                <a:outerShdw blurRad="38100" dist="38100" dir="2700000" algn="tl">
                  <a:srgbClr val="000000">
                    <a:alpha val="43137"/>
                  </a:srgbClr>
                </a:outerShdw>
              </a:effectLst>
            </a:endParaRPr>
          </a:p>
        </p:txBody>
      </p:sp>
      <p:sp>
        <p:nvSpPr>
          <p:cNvPr id="8" name="iSHEJI-2"/>
          <p:cNvSpPr txBox="1"/>
          <p:nvPr/>
        </p:nvSpPr>
        <p:spPr>
          <a:xfrm>
            <a:off x="590300" y="385569"/>
            <a:ext cx="4273800" cy="43053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rPr>
              <a:t>技能</a:t>
            </a:r>
            <a:r>
              <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rPr>
              <a:t>发展方向</a:t>
            </a:r>
            <a:endPar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endParaRPr>
          </a:p>
        </p:txBody>
      </p:sp>
      <p:sp>
        <p:nvSpPr>
          <p:cNvPr id="2" name="Rounded Rectangle 1"/>
          <p:cNvSpPr/>
          <p:nvPr>
            <p:custDataLst>
              <p:tags r:id="rId2"/>
            </p:custDataLst>
          </p:nvPr>
        </p:nvSpPr>
        <p:spPr>
          <a:xfrm>
            <a:off x="1642111" y="1659261"/>
            <a:ext cx="6404610" cy="1804443"/>
          </a:xfrm>
          <a:prstGeom prst="roundRect">
            <a:avLst>
              <a:gd name="adj" fmla="val 4605"/>
            </a:avLst>
          </a:prstGeom>
          <a:solidFill>
            <a:schemeClr val="bg1"/>
          </a:solidFill>
          <a:ln>
            <a:noFill/>
          </a:ln>
          <a:effectLst>
            <a:outerShdw blurRad="152400" dist="139700" dir="5400000" sx="97000" sy="97000" algn="t"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稿定PPT实验室 出品-13-1"/>
          <p:cNvSpPr txBox="1"/>
          <p:nvPr>
            <p:custDataLst>
              <p:tags r:id="rId3"/>
            </p:custDataLst>
          </p:nvPr>
        </p:nvSpPr>
        <p:spPr>
          <a:xfrm>
            <a:off x="1996459" y="2044746"/>
            <a:ext cx="2650552" cy="298858"/>
          </a:xfrm>
          <a:prstGeom prst="rect">
            <a:avLst/>
          </a:prstGeom>
          <a:noFill/>
          <a:ln>
            <a:noFill/>
          </a:ln>
          <a:effectLst/>
        </p:spPr>
        <p:txBody>
          <a:bodyPr wrap="square" lIns="64008" tIns="32004" rIns="64008" bIns="32004" anchor="ctr" anchorCtr="0">
            <a:noAutofit/>
          </a:bodyPr>
          <a:lstStyle/>
          <a:p>
            <a:pPr marL="0" marR="0" lvl="0" indent="0" defTabSz="913765" rtl="0" eaLnBrk="1" fontAlgn="auto" latinLnBrk="0" hangingPunct="1">
              <a:lnSpc>
                <a:spcPct val="100000"/>
              </a:lnSpc>
              <a:spcBef>
                <a:spcPts val="0"/>
              </a:spcBef>
              <a:buClrTx/>
              <a:buSzPct val="25000"/>
              <a:buFontTx/>
              <a:buNone/>
              <a:defRPr/>
            </a:pPr>
            <a:r>
              <a:rPr lang="zh-CN" altLang="en-US" sz="2160" dirty="0">
                <a:solidFill>
                  <a:schemeClr val="tx1">
                    <a:lumMod val="75000"/>
                    <a:lumOff val="2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sym typeface="Arial" panose="020B0604020202020204" pitchFamily="34" charset="0"/>
              </a:rPr>
              <a:t>运营小</a:t>
            </a:r>
            <a:r>
              <a:rPr lang="en-US" altLang="zh-CN" sz="2160" dirty="0">
                <a:solidFill>
                  <a:schemeClr val="tx1">
                    <a:lumMod val="75000"/>
                    <a:lumOff val="2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sym typeface="Arial" panose="020B0604020202020204" pitchFamily="34" charset="0"/>
              </a:rPr>
              <a:t>E</a:t>
            </a:r>
            <a:r>
              <a:rPr lang="zh-CN" altLang="en-US" sz="2160" dirty="0">
                <a:solidFill>
                  <a:schemeClr val="tx1">
                    <a:lumMod val="75000"/>
                    <a:lumOff val="2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sym typeface="Arial" panose="020B0604020202020204" pitchFamily="34" charset="0"/>
              </a:rPr>
              <a:t>的</a:t>
            </a:r>
            <a:r>
              <a:rPr lang="zh-CN" altLang="en-US" sz="2160" dirty="0">
                <a:solidFill>
                  <a:schemeClr val="tx1">
                    <a:lumMod val="75000"/>
                    <a:lumOff val="2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sym typeface="Arial" panose="020B0604020202020204" pitchFamily="34" charset="0"/>
              </a:rPr>
              <a:t>推文</a:t>
            </a:r>
            <a:endParaRPr lang="zh-CN" altLang="en-US" sz="2160" dirty="0">
              <a:solidFill>
                <a:schemeClr val="tx1">
                  <a:lumMod val="75000"/>
                  <a:lumOff val="2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sym typeface="Arial" panose="020B0604020202020204" pitchFamily="34" charset="0"/>
            </a:endParaRPr>
          </a:p>
        </p:txBody>
      </p:sp>
      <p:sp>
        <p:nvSpPr>
          <p:cNvPr id="4" name="@稿定PPT实验室 出品-13-2"/>
          <p:cNvSpPr txBox="1"/>
          <p:nvPr>
            <p:custDataLst>
              <p:tags r:id="rId4"/>
            </p:custDataLst>
          </p:nvPr>
        </p:nvSpPr>
        <p:spPr>
          <a:xfrm>
            <a:off x="1996458" y="2671633"/>
            <a:ext cx="3799225" cy="587747"/>
          </a:xfrm>
          <a:prstGeom prst="rect">
            <a:avLst/>
          </a:prstGeom>
          <a:noFill/>
          <a:ln>
            <a:noFill/>
          </a:ln>
          <a:effectLst/>
        </p:spPr>
        <p:txBody>
          <a:bodyPr wrap="square" lIns="64008" tIns="32004" rIns="64008" bIns="32004" anchor="t" anchorCtr="0">
            <a:noAutofit/>
          </a:bodyPr>
          <a:lstStyle/>
          <a:p>
            <a:pPr>
              <a:lnSpc>
                <a:spcPct val="130000"/>
              </a:lnSpc>
              <a:buSzPct val="25000"/>
            </a:pPr>
            <a:r>
              <a:rPr lang="zh-CN" altLang="en-US" sz="1260" dirty="0">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sym typeface="Arial" panose="020B0604020202020204" pitchFamily="34" charset="0"/>
              </a:rPr>
              <a:t>你认为小</a:t>
            </a:r>
            <a:r>
              <a:rPr lang="en-US" altLang="zh-CN" sz="1260" dirty="0">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sym typeface="Arial" panose="020B0604020202020204" pitchFamily="34" charset="0"/>
              </a:rPr>
              <a:t>E</a:t>
            </a:r>
            <a:r>
              <a:rPr lang="zh-CN" altLang="en-US" sz="1260" dirty="0">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sym typeface="Arial" panose="020B0604020202020204" pitchFamily="34" charset="0"/>
              </a:rPr>
              <a:t>的定位</a:t>
            </a:r>
            <a:r>
              <a:rPr lang="zh-CN" altLang="en-US" sz="1260" dirty="0">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sym typeface="Arial" panose="020B0604020202020204" pitchFamily="34" charset="0"/>
              </a:rPr>
              <a:t>是什么？</a:t>
            </a:r>
            <a:endParaRPr lang="zh-CN" altLang="en-US" sz="1260" dirty="0">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sym typeface="Arial" panose="020B0604020202020204" pitchFamily="34" charset="0"/>
            </a:endParaRPr>
          </a:p>
        </p:txBody>
      </p:sp>
      <p:sp>
        <p:nvSpPr>
          <p:cNvPr id="6" name="TextBox 5"/>
          <p:cNvSpPr txBox="1"/>
          <p:nvPr>
            <p:custDataLst>
              <p:tags r:id="rId5"/>
            </p:custDataLst>
          </p:nvPr>
        </p:nvSpPr>
        <p:spPr>
          <a:xfrm>
            <a:off x="2027629" y="1432009"/>
            <a:ext cx="445009" cy="385485"/>
          </a:xfrm>
          <a:custGeom>
            <a:avLst/>
            <a:gdLst/>
            <a:ahLst/>
            <a:cxnLst/>
            <a:rect l="l" t="t" r="r" b="b"/>
            <a:pathLst>
              <a:path w="315441" h="273249">
                <a:moveTo>
                  <a:pt x="283964" y="0"/>
                </a:moveTo>
                <a:lnTo>
                  <a:pt x="315441" y="59606"/>
                </a:lnTo>
                <a:cubicBezTo>
                  <a:pt x="289768" y="71661"/>
                  <a:pt x="272020" y="83660"/>
                  <a:pt x="262198" y="95604"/>
                </a:cubicBezTo>
                <a:cubicBezTo>
                  <a:pt x="252375" y="107547"/>
                  <a:pt x="246906" y="121667"/>
                  <a:pt x="245789" y="137964"/>
                </a:cubicBezTo>
                <a:lnTo>
                  <a:pt x="315441" y="137964"/>
                </a:lnTo>
                <a:lnTo>
                  <a:pt x="315441" y="273249"/>
                </a:lnTo>
                <a:lnTo>
                  <a:pt x="169775" y="273249"/>
                </a:lnTo>
                <a:lnTo>
                  <a:pt x="169775" y="161070"/>
                </a:lnTo>
                <a:cubicBezTo>
                  <a:pt x="169775" y="119770"/>
                  <a:pt x="178370" y="87177"/>
                  <a:pt x="195560" y="63290"/>
                </a:cubicBezTo>
                <a:cubicBezTo>
                  <a:pt x="212750" y="39403"/>
                  <a:pt x="242217" y="18306"/>
                  <a:pt x="283964" y="0"/>
                </a:cubicBezTo>
                <a:close/>
                <a:moveTo>
                  <a:pt x="114188" y="0"/>
                </a:moveTo>
                <a:lnTo>
                  <a:pt x="145665" y="59606"/>
                </a:lnTo>
                <a:cubicBezTo>
                  <a:pt x="119992" y="71661"/>
                  <a:pt x="102245" y="83660"/>
                  <a:pt x="92422" y="95604"/>
                </a:cubicBezTo>
                <a:cubicBezTo>
                  <a:pt x="82599" y="107547"/>
                  <a:pt x="77130" y="121667"/>
                  <a:pt x="76014" y="137964"/>
                </a:cubicBezTo>
                <a:lnTo>
                  <a:pt x="145665" y="137964"/>
                </a:lnTo>
                <a:lnTo>
                  <a:pt x="145665" y="273249"/>
                </a:lnTo>
                <a:lnTo>
                  <a:pt x="0" y="273249"/>
                </a:lnTo>
                <a:lnTo>
                  <a:pt x="0" y="161070"/>
                </a:lnTo>
                <a:cubicBezTo>
                  <a:pt x="0" y="119770"/>
                  <a:pt x="8595" y="87177"/>
                  <a:pt x="25784" y="63290"/>
                </a:cubicBezTo>
                <a:cubicBezTo>
                  <a:pt x="42974" y="39403"/>
                  <a:pt x="72442" y="18306"/>
                  <a:pt x="114188" y="0"/>
                </a:cubicBez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defTabSz="913765" rtl="0" eaLnBrk="1" fontAlgn="auto" latinLnBrk="0" hangingPunct="1">
              <a:lnSpc>
                <a:spcPct val="100000"/>
              </a:lnSpc>
              <a:spcBef>
                <a:spcPts val="0"/>
              </a:spcBef>
              <a:buClrTx/>
              <a:buSzPct val="25000"/>
              <a:buFontTx/>
              <a:buNone/>
              <a:defRPr/>
            </a:pPr>
            <a:endParaRPr kumimoji="0" lang="zh-CN" altLang="en-US" sz="4860" b="1" i="0" u="none" strike="noStrike" kern="1200" cap="none" spc="0" normalizeH="0" baseline="0" noProof="0" dirty="0">
              <a:ln>
                <a:noFill/>
              </a:ln>
              <a:uLnTx/>
              <a:uFillTx/>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sym typeface="Arial" panose="020B0604020202020204" pitchFamily="34" charset="0"/>
            </a:endParaRPr>
          </a:p>
        </p:txBody>
      </p:sp>
      <p:sp>
        <p:nvSpPr>
          <p:cNvPr id="7" name="Freeform 6"/>
          <p:cNvSpPr/>
          <p:nvPr>
            <p:custDataLst>
              <p:tags r:id="rId6"/>
            </p:custDataLst>
          </p:nvPr>
        </p:nvSpPr>
        <p:spPr>
          <a:xfrm>
            <a:off x="6150030" y="1659261"/>
            <a:ext cx="1896691" cy="1804443"/>
          </a:xfrm>
          <a:custGeom>
            <a:avLst/>
            <a:gdLst>
              <a:gd name="connsiteX0" fmla="*/ 0 w 2107434"/>
              <a:gd name="connsiteY0" fmla="*/ 0 h 2004937"/>
              <a:gd name="connsiteX1" fmla="*/ 2015107 w 2107434"/>
              <a:gd name="connsiteY1" fmla="*/ 0 h 2004937"/>
              <a:gd name="connsiteX2" fmla="*/ 2107434 w 2107434"/>
              <a:gd name="connsiteY2" fmla="*/ 92327 h 2004937"/>
              <a:gd name="connsiteX3" fmla="*/ 2107434 w 2107434"/>
              <a:gd name="connsiteY3" fmla="*/ 1912610 h 2004937"/>
              <a:gd name="connsiteX4" fmla="*/ 2015107 w 2107434"/>
              <a:gd name="connsiteY4" fmla="*/ 2004937 h 2004937"/>
              <a:gd name="connsiteX5" fmla="*/ 0 w 2107434"/>
              <a:gd name="connsiteY5" fmla="*/ 2004937 h 2004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7434" h="2004937">
                <a:moveTo>
                  <a:pt x="0" y="0"/>
                </a:moveTo>
                <a:lnTo>
                  <a:pt x="2015107" y="0"/>
                </a:lnTo>
                <a:cubicBezTo>
                  <a:pt x="2066098" y="0"/>
                  <a:pt x="2107434" y="41336"/>
                  <a:pt x="2107434" y="92327"/>
                </a:cubicBezTo>
                <a:lnTo>
                  <a:pt x="2107434" y="1912610"/>
                </a:lnTo>
                <a:cubicBezTo>
                  <a:pt x="2107434" y="1963601"/>
                  <a:pt x="2066098" y="2004937"/>
                  <a:pt x="2015107" y="2004937"/>
                </a:cubicBezTo>
                <a:lnTo>
                  <a:pt x="0" y="2004937"/>
                </a:lnTo>
                <a:close/>
              </a:path>
            </a:pathLst>
          </a:custGeom>
          <a:solidFill>
            <a:schemeClr val="accent1"/>
          </a:solidFill>
          <a:ln w="1143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20" dirty="0">
              <a:latin typeface="阿里巴巴普惠体 2.0 35 Thin" panose="00020600040101010101" pitchFamily="18" charset="-122"/>
              <a:ea typeface="阿里巴巴普惠体 2.0 35 Thin" panose="00020600040101010101" pitchFamily="18" charset="-122"/>
            </a:endParaRPr>
          </a:p>
        </p:txBody>
      </p:sp>
      <p:sp>
        <p:nvSpPr>
          <p:cNvPr id="9" name="iSHEJI-14"/>
          <p:cNvSpPr/>
          <p:nvPr>
            <p:custDataLst>
              <p:tags r:id="rId7"/>
            </p:custDataLst>
          </p:nvPr>
        </p:nvSpPr>
        <p:spPr>
          <a:xfrm>
            <a:off x="6594158" y="2076464"/>
            <a:ext cx="1002377" cy="970036"/>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prstDash val="solid"/>
            <a:miter/>
          </a:ln>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20" dirty="0">
              <a:latin typeface="阿里巴巴普惠体 2.0 35 Thin" panose="00020600040101010101" pitchFamily="18" charset="-122"/>
              <a:ea typeface="阿里巴巴普惠体 2.0 35 Thin" panose="00020600040101010101" pitchFamily="18" charset="-122"/>
            </a:endParaRPr>
          </a:p>
        </p:txBody>
      </p:sp>
      <p:sp>
        <p:nvSpPr>
          <p:cNvPr id="11" name="Rounded Rectangle 10"/>
          <p:cNvSpPr/>
          <p:nvPr>
            <p:custDataLst>
              <p:tags r:id="rId8"/>
            </p:custDataLst>
          </p:nvPr>
        </p:nvSpPr>
        <p:spPr>
          <a:xfrm>
            <a:off x="4122421" y="4058872"/>
            <a:ext cx="6404610" cy="1804443"/>
          </a:xfrm>
          <a:prstGeom prst="roundRect">
            <a:avLst>
              <a:gd name="adj" fmla="val 4605"/>
            </a:avLst>
          </a:prstGeom>
          <a:solidFill>
            <a:schemeClr val="bg1"/>
          </a:solidFill>
          <a:ln>
            <a:noFill/>
          </a:ln>
          <a:effectLst>
            <a:outerShdw blurRad="152400" dist="139700" dir="5400000" sx="97000" sy="97000" algn="t"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稿定PPT实验室 出品-13-1"/>
          <p:cNvSpPr txBox="1"/>
          <p:nvPr>
            <p:custDataLst>
              <p:tags r:id="rId9"/>
            </p:custDataLst>
          </p:nvPr>
        </p:nvSpPr>
        <p:spPr>
          <a:xfrm>
            <a:off x="4476769" y="4444356"/>
            <a:ext cx="2650552" cy="298858"/>
          </a:xfrm>
          <a:prstGeom prst="rect">
            <a:avLst/>
          </a:prstGeom>
          <a:noFill/>
          <a:ln>
            <a:noFill/>
          </a:ln>
          <a:effectLst/>
        </p:spPr>
        <p:txBody>
          <a:bodyPr wrap="square" lIns="64008" tIns="32004" rIns="64008" bIns="32004" anchor="ctr" anchorCtr="0">
            <a:noAutofit/>
          </a:bodyPr>
          <a:lstStyle/>
          <a:p>
            <a:pPr marL="0" marR="0" lvl="0" indent="0" defTabSz="913765" rtl="0" eaLnBrk="1" fontAlgn="auto" latinLnBrk="0" hangingPunct="1">
              <a:lnSpc>
                <a:spcPct val="100000"/>
              </a:lnSpc>
              <a:spcBef>
                <a:spcPts val="0"/>
              </a:spcBef>
              <a:buClrTx/>
              <a:buSzPct val="25000"/>
              <a:buFontTx/>
              <a:buNone/>
              <a:defRPr/>
            </a:pPr>
            <a:r>
              <a:rPr kumimoji="0" lang="zh-CN" altLang="en-US" sz="2160" i="0" u="none" strike="noStrike" kern="1200" cap="none" spc="0" normalizeH="0" baseline="0" noProof="0" dirty="0">
                <a:ln>
                  <a:noFill/>
                </a:ln>
                <a:solidFill>
                  <a:schemeClr val="tx1">
                    <a:lumMod val="75000"/>
                    <a:lumOff val="25000"/>
                  </a:schemeClr>
                </a:solidFill>
                <a:uLnTx/>
                <a:uFillTx/>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sym typeface="Arial" panose="020B0604020202020204" pitchFamily="34" charset="0"/>
              </a:rPr>
              <a:t>运营公众号的</a:t>
            </a:r>
            <a:r>
              <a:rPr kumimoji="0" lang="zh-CN" altLang="en-US" sz="2160" i="0" u="none" strike="noStrike" kern="1200" cap="none" spc="0" normalizeH="0" baseline="0" noProof="0" dirty="0">
                <a:ln>
                  <a:noFill/>
                </a:ln>
                <a:solidFill>
                  <a:schemeClr val="tx1">
                    <a:lumMod val="75000"/>
                    <a:lumOff val="25000"/>
                  </a:schemeClr>
                </a:solidFill>
                <a:uLnTx/>
                <a:uFillTx/>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sym typeface="Arial" panose="020B0604020202020204" pitchFamily="34" charset="0"/>
              </a:rPr>
              <a:t>推文</a:t>
            </a:r>
            <a:endParaRPr kumimoji="0" lang="zh-CN" altLang="en-US" sz="2160" i="0" u="none" strike="noStrike" kern="1200" cap="none" spc="0" normalizeH="0" baseline="0" noProof="0" dirty="0">
              <a:ln>
                <a:noFill/>
              </a:ln>
              <a:solidFill>
                <a:schemeClr val="tx1">
                  <a:lumMod val="75000"/>
                  <a:lumOff val="25000"/>
                </a:schemeClr>
              </a:solidFill>
              <a:uLnTx/>
              <a:uFillTx/>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sym typeface="Arial" panose="020B0604020202020204" pitchFamily="34" charset="0"/>
            </a:endParaRPr>
          </a:p>
        </p:txBody>
      </p:sp>
      <p:sp>
        <p:nvSpPr>
          <p:cNvPr id="13" name="@稿定PPT实验室 出品-13-2"/>
          <p:cNvSpPr txBox="1"/>
          <p:nvPr>
            <p:custDataLst>
              <p:tags r:id="rId10"/>
            </p:custDataLst>
          </p:nvPr>
        </p:nvSpPr>
        <p:spPr>
          <a:xfrm>
            <a:off x="4476768" y="5071244"/>
            <a:ext cx="3799225" cy="587747"/>
          </a:xfrm>
          <a:prstGeom prst="rect">
            <a:avLst/>
          </a:prstGeom>
          <a:noFill/>
          <a:ln>
            <a:noFill/>
          </a:ln>
          <a:effectLst/>
        </p:spPr>
        <p:txBody>
          <a:bodyPr wrap="square" lIns="64008" tIns="32004" rIns="64008" bIns="32004" anchor="t" anchorCtr="0">
            <a:noAutofit/>
          </a:bodyPr>
          <a:lstStyle/>
          <a:p>
            <a:pPr>
              <a:lnSpc>
                <a:spcPct val="130000"/>
              </a:lnSpc>
              <a:buSzPct val="25000"/>
            </a:pPr>
            <a:r>
              <a:rPr lang="zh-CN" altLang="en-US" sz="1260" dirty="0">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sym typeface="Arial" panose="020B0604020202020204" pitchFamily="34" charset="0"/>
              </a:rPr>
              <a:t>你认为公众号的定位</a:t>
            </a:r>
            <a:r>
              <a:rPr lang="zh-CN" altLang="en-US" sz="1260" dirty="0">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sym typeface="Arial" panose="020B0604020202020204" pitchFamily="34" charset="0"/>
              </a:rPr>
              <a:t>是什么？</a:t>
            </a:r>
            <a:endParaRPr lang="zh-CN" altLang="en-US" sz="1260" dirty="0">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sym typeface="Arial" panose="020B0604020202020204" pitchFamily="34" charset="0"/>
            </a:endParaRPr>
          </a:p>
        </p:txBody>
      </p:sp>
      <p:sp>
        <p:nvSpPr>
          <p:cNvPr id="17" name="TextBox 16"/>
          <p:cNvSpPr txBox="1"/>
          <p:nvPr>
            <p:custDataLst>
              <p:tags r:id="rId11"/>
            </p:custDataLst>
          </p:nvPr>
        </p:nvSpPr>
        <p:spPr>
          <a:xfrm>
            <a:off x="4507939" y="3831619"/>
            <a:ext cx="445009" cy="385485"/>
          </a:xfrm>
          <a:custGeom>
            <a:avLst/>
            <a:gdLst/>
            <a:ahLst/>
            <a:cxnLst/>
            <a:rect l="l" t="t" r="r" b="b"/>
            <a:pathLst>
              <a:path w="315441" h="273249">
                <a:moveTo>
                  <a:pt x="283964" y="0"/>
                </a:moveTo>
                <a:lnTo>
                  <a:pt x="315441" y="59606"/>
                </a:lnTo>
                <a:cubicBezTo>
                  <a:pt x="289768" y="71661"/>
                  <a:pt x="272020" y="83660"/>
                  <a:pt x="262198" y="95604"/>
                </a:cubicBezTo>
                <a:cubicBezTo>
                  <a:pt x="252375" y="107547"/>
                  <a:pt x="246906" y="121667"/>
                  <a:pt x="245789" y="137964"/>
                </a:cubicBezTo>
                <a:lnTo>
                  <a:pt x="315441" y="137964"/>
                </a:lnTo>
                <a:lnTo>
                  <a:pt x="315441" y="273249"/>
                </a:lnTo>
                <a:lnTo>
                  <a:pt x="169775" y="273249"/>
                </a:lnTo>
                <a:lnTo>
                  <a:pt x="169775" y="161070"/>
                </a:lnTo>
                <a:cubicBezTo>
                  <a:pt x="169775" y="119770"/>
                  <a:pt x="178370" y="87177"/>
                  <a:pt x="195560" y="63290"/>
                </a:cubicBezTo>
                <a:cubicBezTo>
                  <a:pt x="212750" y="39403"/>
                  <a:pt x="242217" y="18306"/>
                  <a:pt x="283964" y="0"/>
                </a:cubicBezTo>
                <a:close/>
                <a:moveTo>
                  <a:pt x="114188" y="0"/>
                </a:moveTo>
                <a:lnTo>
                  <a:pt x="145665" y="59606"/>
                </a:lnTo>
                <a:cubicBezTo>
                  <a:pt x="119992" y="71661"/>
                  <a:pt x="102245" y="83660"/>
                  <a:pt x="92422" y="95604"/>
                </a:cubicBezTo>
                <a:cubicBezTo>
                  <a:pt x="82599" y="107547"/>
                  <a:pt x="77130" y="121667"/>
                  <a:pt x="76014" y="137964"/>
                </a:cubicBezTo>
                <a:lnTo>
                  <a:pt x="145665" y="137964"/>
                </a:lnTo>
                <a:lnTo>
                  <a:pt x="145665" y="273249"/>
                </a:lnTo>
                <a:lnTo>
                  <a:pt x="0" y="273249"/>
                </a:lnTo>
                <a:lnTo>
                  <a:pt x="0" y="161070"/>
                </a:lnTo>
                <a:cubicBezTo>
                  <a:pt x="0" y="119770"/>
                  <a:pt x="8595" y="87177"/>
                  <a:pt x="25784" y="63290"/>
                </a:cubicBezTo>
                <a:cubicBezTo>
                  <a:pt x="42974" y="39403"/>
                  <a:pt x="72442" y="18306"/>
                  <a:pt x="114188" y="0"/>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defTabSz="913765" rtl="0" eaLnBrk="1" fontAlgn="auto" latinLnBrk="0" hangingPunct="1">
              <a:lnSpc>
                <a:spcPct val="100000"/>
              </a:lnSpc>
              <a:spcBef>
                <a:spcPts val="0"/>
              </a:spcBef>
              <a:buClrTx/>
              <a:buSzPct val="25000"/>
              <a:buFontTx/>
              <a:buNone/>
              <a:defRPr/>
            </a:pPr>
            <a:endParaRPr kumimoji="0" lang="zh-CN" altLang="en-US" sz="4860" b="1" i="0" u="none" strike="noStrike" kern="1200" cap="none" spc="0" normalizeH="0" baseline="0" noProof="0" dirty="0">
              <a:ln>
                <a:noFill/>
              </a:ln>
              <a:uLnTx/>
              <a:uFillTx/>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sym typeface="Arial" panose="020B0604020202020204" pitchFamily="34" charset="0"/>
            </a:endParaRPr>
          </a:p>
        </p:txBody>
      </p:sp>
      <p:sp>
        <p:nvSpPr>
          <p:cNvPr id="22" name="Freeform 21"/>
          <p:cNvSpPr/>
          <p:nvPr>
            <p:custDataLst>
              <p:tags r:id="rId12"/>
            </p:custDataLst>
          </p:nvPr>
        </p:nvSpPr>
        <p:spPr>
          <a:xfrm>
            <a:off x="8630339" y="4058872"/>
            <a:ext cx="1896691" cy="1804443"/>
          </a:xfrm>
          <a:custGeom>
            <a:avLst/>
            <a:gdLst>
              <a:gd name="connsiteX0" fmla="*/ 0 w 2107434"/>
              <a:gd name="connsiteY0" fmla="*/ 0 h 2004937"/>
              <a:gd name="connsiteX1" fmla="*/ 2015107 w 2107434"/>
              <a:gd name="connsiteY1" fmla="*/ 0 h 2004937"/>
              <a:gd name="connsiteX2" fmla="*/ 2107434 w 2107434"/>
              <a:gd name="connsiteY2" fmla="*/ 92327 h 2004937"/>
              <a:gd name="connsiteX3" fmla="*/ 2107434 w 2107434"/>
              <a:gd name="connsiteY3" fmla="*/ 1912610 h 2004937"/>
              <a:gd name="connsiteX4" fmla="*/ 2015107 w 2107434"/>
              <a:gd name="connsiteY4" fmla="*/ 2004937 h 2004937"/>
              <a:gd name="connsiteX5" fmla="*/ 0 w 2107434"/>
              <a:gd name="connsiteY5" fmla="*/ 2004937 h 2004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7434" h="2004937">
                <a:moveTo>
                  <a:pt x="0" y="0"/>
                </a:moveTo>
                <a:lnTo>
                  <a:pt x="2015107" y="0"/>
                </a:lnTo>
                <a:cubicBezTo>
                  <a:pt x="2066098" y="0"/>
                  <a:pt x="2107434" y="41336"/>
                  <a:pt x="2107434" y="92327"/>
                </a:cubicBezTo>
                <a:lnTo>
                  <a:pt x="2107434" y="1912610"/>
                </a:lnTo>
                <a:cubicBezTo>
                  <a:pt x="2107434" y="1963601"/>
                  <a:pt x="2066098" y="2004937"/>
                  <a:pt x="2015107" y="2004937"/>
                </a:cubicBezTo>
                <a:lnTo>
                  <a:pt x="0" y="2004937"/>
                </a:lnTo>
                <a:close/>
              </a:path>
            </a:pathLst>
          </a:custGeom>
          <a:solidFill>
            <a:schemeClr val="accent2"/>
          </a:solidFill>
          <a:ln w="1143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20" dirty="0">
              <a:latin typeface="阿里巴巴普惠体 2.0 35 Thin" panose="00020600040101010101" pitchFamily="18" charset="-122"/>
              <a:ea typeface="阿里巴巴普惠体 2.0 35 Thin" panose="00020600040101010101" pitchFamily="18" charset="-122"/>
            </a:endParaRPr>
          </a:p>
        </p:txBody>
      </p:sp>
      <p:sp>
        <p:nvSpPr>
          <p:cNvPr id="25" name="Freeform 32"/>
          <p:cNvSpPr/>
          <p:nvPr>
            <p:custDataLst>
              <p:tags r:id="rId13"/>
            </p:custDataLst>
          </p:nvPr>
        </p:nvSpPr>
        <p:spPr>
          <a:xfrm>
            <a:off x="9111377" y="4537424"/>
            <a:ext cx="934616" cy="847337"/>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bg1"/>
          </a:solidFill>
          <a:ln w="1860" cap="flat">
            <a:noFill/>
            <a:prstDash val="solid"/>
            <a:miter/>
          </a:ln>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20" dirty="0">
              <a:latin typeface="阿里巴巴普惠体 2.0 35 Thin" panose="00020600040101010101" pitchFamily="18" charset="-122"/>
              <a:ea typeface="阿里巴巴普惠体 2.0 35 Thin" panose="00020600040101010101" pitchFamily="18" charset="-122"/>
            </a:endParaRPr>
          </a:p>
        </p:txBody>
      </p:sp>
      <p:sp>
        <p:nvSpPr>
          <p:cNvPr id="15" name="文本框 14"/>
          <p:cNvSpPr txBox="1"/>
          <p:nvPr/>
        </p:nvSpPr>
        <p:spPr>
          <a:xfrm>
            <a:off x="9187815" y="447675"/>
            <a:ext cx="2374900" cy="1211580"/>
          </a:xfrm>
          <a:prstGeom prst="rect">
            <a:avLst/>
          </a:prstGeom>
          <a:noFill/>
        </p:spPr>
        <p:txBody>
          <a:bodyPr wrap="square" rtlCol="0">
            <a:noAutofit/>
          </a:bodyPr>
          <a:p>
            <a:pPr marL="285750" indent="-285750">
              <a:buFont typeface="Arial" panose="020B0604020202020204" pitchFamily="34" charset="0"/>
              <a:buChar char="•"/>
            </a:pPr>
            <a:r>
              <a:rPr lang="zh-CN" altLang="en-US">
                <a:highlight>
                  <a:srgbClr val="FF0000"/>
                </a:highlight>
                <a:latin typeface="黑体" panose="02010609060101010101" charset="-122"/>
                <a:ea typeface="黑体" panose="02010609060101010101" charset="-122"/>
                <a:cs typeface="黑体" panose="02010609060101010101" charset="-122"/>
              </a:rPr>
              <a:t>秀米的使用</a:t>
            </a:r>
            <a:endParaRPr lang="zh-CN" altLang="en-US">
              <a:highlight>
                <a:srgbClr val="FF0000"/>
              </a:highlight>
              <a:latin typeface="黑体" panose="02010609060101010101" charset="-122"/>
              <a:ea typeface="黑体" panose="02010609060101010101" charset="-122"/>
              <a:cs typeface="黑体" panose="02010609060101010101" charset="-122"/>
            </a:endParaRPr>
          </a:p>
          <a:p>
            <a:pPr marL="285750" indent="-285750">
              <a:buFont typeface="Arial" panose="020B0604020202020204" pitchFamily="34" charset="0"/>
              <a:buChar char="•"/>
            </a:pPr>
            <a:r>
              <a:rPr lang="zh-CN" altLang="en-US">
                <a:highlight>
                  <a:srgbClr val="FF0000"/>
                </a:highlight>
                <a:latin typeface="黑体" panose="02010609060101010101" charset="-122"/>
                <a:ea typeface="黑体" panose="02010609060101010101" charset="-122"/>
                <a:cs typeface="黑体" panose="02010609060101010101" charset="-122"/>
              </a:rPr>
              <a:t>文稿编辑与排版</a:t>
            </a:r>
            <a:endParaRPr lang="zh-CN" altLang="en-US">
              <a:highlight>
                <a:srgbClr val="FF0000"/>
              </a:highlight>
              <a:latin typeface="黑体" panose="02010609060101010101" charset="-122"/>
              <a:ea typeface="黑体" panose="02010609060101010101" charset="-122"/>
              <a:cs typeface="黑体" panose="02010609060101010101" charset="-122"/>
            </a:endParaRPr>
          </a:p>
          <a:p>
            <a:pPr marL="285750" indent="-285750">
              <a:buFont typeface="Arial" panose="020B0604020202020204" pitchFamily="34" charset="0"/>
              <a:buChar char="•"/>
            </a:pPr>
            <a:r>
              <a:rPr lang="zh-CN" altLang="en-US">
                <a:latin typeface="黑体" panose="02010609060101010101" charset="-122"/>
                <a:ea typeface="黑体" panose="02010609060101010101" charset="-122"/>
                <a:cs typeface="黑体" panose="02010609060101010101" charset="-122"/>
              </a:rPr>
              <a:t>易企秀、</a:t>
            </a:r>
            <a:r>
              <a:rPr lang="en-US" altLang="zh-CN">
                <a:latin typeface="黑体" panose="02010609060101010101" charset="-122"/>
                <a:ea typeface="黑体" panose="02010609060101010101" charset="-122"/>
                <a:cs typeface="黑体" panose="02010609060101010101" charset="-122"/>
              </a:rPr>
              <a:t>PS</a:t>
            </a:r>
            <a:r>
              <a:rPr lang="zh-CN" altLang="en-US">
                <a:latin typeface="黑体" panose="02010609060101010101" charset="-122"/>
                <a:ea typeface="黑体" panose="02010609060101010101" charset="-122"/>
                <a:cs typeface="黑体" panose="02010609060101010101" charset="-122"/>
              </a:rPr>
              <a:t>的使用</a:t>
            </a:r>
            <a:endParaRPr lang="zh-CN" altLang="en-US">
              <a:latin typeface="黑体" panose="02010609060101010101" charset="-122"/>
              <a:ea typeface="黑体" panose="02010609060101010101" charset="-122"/>
              <a:cs typeface="黑体" panose="02010609060101010101" charset="-122"/>
            </a:endParaRPr>
          </a:p>
          <a:p>
            <a:pPr marL="285750" indent="-285750">
              <a:buFont typeface="Arial" panose="020B0604020202020204" pitchFamily="34" charset="0"/>
              <a:buChar char="•"/>
            </a:pPr>
            <a:r>
              <a:rPr lang="zh-CN" altLang="en-US">
                <a:latin typeface="黑体" panose="02010609060101010101" charset="-122"/>
                <a:ea typeface="黑体" panose="02010609060101010101" charset="-122"/>
                <a:cs typeface="黑体" panose="02010609060101010101" charset="-122"/>
              </a:rPr>
              <a:t>就没了</a:t>
            </a:r>
            <a:r>
              <a:rPr lang="zh-CN" altLang="en-US">
                <a:latin typeface="黑体" panose="02010609060101010101" charset="-122"/>
                <a:ea typeface="黑体" panose="02010609060101010101" charset="-122"/>
                <a:cs typeface="黑体" panose="02010609060101010101" charset="-122"/>
              </a:rPr>
              <a:t>吗？</a:t>
            </a:r>
            <a:endParaRPr lang="zh-CN" altLang="en-US">
              <a:latin typeface="黑体" panose="02010609060101010101" charset="-122"/>
              <a:ea typeface="黑体" panose="02010609060101010101" charset="-122"/>
              <a:cs typeface="黑体" panose="02010609060101010101" charset="-122"/>
            </a:endParaRPr>
          </a:p>
          <a:p>
            <a:pPr marL="285750" indent="-285750">
              <a:buFont typeface="Arial" panose="020B0604020202020204" pitchFamily="34" charset="0"/>
              <a:buChar char="•"/>
            </a:pPr>
            <a:endParaRPr lang="zh-CN" altLang="en-US">
              <a:latin typeface="黑体" panose="02010609060101010101" charset="-122"/>
              <a:ea typeface="黑体" panose="02010609060101010101" charset="-122"/>
              <a:cs typeface="黑体" panose="02010609060101010101" charset="-122"/>
            </a:endParaRPr>
          </a:p>
          <a:p>
            <a:pPr marL="285750" indent="-285750">
              <a:buFont typeface="Arial" panose="020B0604020202020204" pitchFamily="34" charset="0"/>
              <a:buChar char="•"/>
            </a:pPr>
            <a:endParaRPr lang="zh-CN" altLang="en-US">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图片 1" descr="ffe24055132144eb6a8cc9e78913066b"/>
          <p:cNvPicPr>
            <a:picLocks noChangeAspect="1"/>
          </p:cNvPicPr>
          <p:nvPr/>
        </p:nvPicPr>
        <p:blipFill>
          <a:blip r:embed="rId2"/>
          <a:stretch>
            <a:fillRect/>
          </a:stretch>
        </p:blipFill>
        <p:spPr>
          <a:xfrm>
            <a:off x="334010" y="90170"/>
            <a:ext cx="3655695" cy="1732915"/>
          </a:xfrm>
          <a:prstGeom prst="rect">
            <a:avLst/>
          </a:prstGeom>
        </p:spPr>
      </p:pic>
      <p:pic>
        <p:nvPicPr>
          <p:cNvPr id="3" name="图片 2" descr="db7337518e796ba93b376a3cbdf26926"/>
          <p:cNvPicPr>
            <a:picLocks noChangeAspect="1"/>
          </p:cNvPicPr>
          <p:nvPr/>
        </p:nvPicPr>
        <p:blipFill>
          <a:blip r:embed="rId3"/>
          <a:stretch>
            <a:fillRect/>
          </a:stretch>
        </p:blipFill>
        <p:spPr>
          <a:xfrm>
            <a:off x="198755" y="2080260"/>
            <a:ext cx="1248410" cy="1602740"/>
          </a:xfrm>
          <a:prstGeom prst="rect">
            <a:avLst/>
          </a:prstGeom>
        </p:spPr>
      </p:pic>
      <p:pic>
        <p:nvPicPr>
          <p:cNvPr id="5" name="图片 4" descr="c7029b6ca515ce0a27bca46c6f634439"/>
          <p:cNvPicPr>
            <a:picLocks noChangeAspect="1"/>
          </p:cNvPicPr>
          <p:nvPr/>
        </p:nvPicPr>
        <p:blipFill>
          <a:blip r:embed="rId4"/>
          <a:stretch>
            <a:fillRect/>
          </a:stretch>
        </p:blipFill>
        <p:spPr>
          <a:xfrm>
            <a:off x="198755" y="3531870"/>
            <a:ext cx="1778000" cy="2772410"/>
          </a:xfrm>
          <a:prstGeom prst="rect">
            <a:avLst/>
          </a:prstGeom>
        </p:spPr>
      </p:pic>
      <p:pic>
        <p:nvPicPr>
          <p:cNvPr id="6" name="图片 5" descr="61bfa6068064820d5a4ca1823bb53f30"/>
          <p:cNvPicPr>
            <a:picLocks noChangeAspect="1"/>
          </p:cNvPicPr>
          <p:nvPr/>
        </p:nvPicPr>
        <p:blipFill>
          <a:blip r:embed="rId5"/>
          <a:srcRect b="67093"/>
          <a:stretch>
            <a:fillRect/>
          </a:stretch>
        </p:blipFill>
        <p:spPr>
          <a:xfrm>
            <a:off x="4521835" y="0"/>
            <a:ext cx="3070225" cy="2256790"/>
          </a:xfrm>
          <a:prstGeom prst="rect">
            <a:avLst/>
          </a:prstGeom>
        </p:spPr>
      </p:pic>
      <p:pic>
        <p:nvPicPr>
          <p:cNvPr id="7" name="图片 6" descr="b3b82411e87a269e1a1f33170513d4c0"/>
          <p:cNvPicPr>
            <a:picLocks noChangeAspect="1"/>
          </p:cNvPicPr>
          <p:nvPr/>
        </p:nvPicPr>
        <p:blipFill>
          <a:blip r:embed="rId6"/>
          <a:stretch>
            <a:fillRect/>
          </a:stretch>
        </p:blipFill>
        <p:spPr>
          <a:xfrm>
            <a:off x="9963150" y="0"/>
            <a:ext cx="2228850" cy="4979035"/>
          </a:xfrm>
          <a:prstGeom prst="rect">
            <a:avLst/>
          </a:prstGeom>
        </p:spPr>
      </p:pic>
      <p:pic>
        <p:nvPicPr>
          <p:cNvPr id="9" name="图片 8" descr="4d290398f31d75bccddad8a02ae7dd5d"/>
          <p:cNvPicPr>
            <a:picLocks noChangeAspect="1"/>
          </p:cNvPicPr>
          <p:nvPr/>
        </p:nvPicPr>
        <p:blipFill>
          <a:blip r:embed="rId7"/>
          <a:stretch>
            <a:fillRect/>
          </a:stretch>
        </p:blipFill>
        <p:spPr>
          <a:xfrm>
            <a:off x="7734935" y="0"/>
            <a:ext cx="2228215" cy="4978400"/>
          </a:xfrm>
          <a:prstGeom prst="rect">
            <a:avLst/>
          </a:prstGeom>
        </p:spPr>
      </p:pic>
      <p:pic>
        <p:nvPicPr>
          <p:cNvPr id="11" name="图片 10" descr="96132b52d9ab5d28491b3107ddb2d456"/>
          <p:cNvPicPr>
            <a:picLocks noChangeAspect="1"/>
          </p:cNvPicPr>
          <p:nvPr/>
        </p:nvPicPr>
        <p:blipFill>
          <a:blip r:embed="rId8"/>
          <a:stretch>
            <a:fillRect/>
          </a:stretch>
        </p:blipFill>
        <p:spPr>
          <a:xfrm>
            <a:off x="4521835" y="1716405"/>
            <a:ext cx="2230755" cy="4983480"/>
          </a:xfrm>
          <a:prstGeom prst="rect">
            <a:avLst/>
          </a:prstGeom>
        </p:spPr>
      </p:pic>
      <p:pic>
        <p:nvPicPr>
          <p:cNvPr id="12" name="图片 11" descr="67ad827b9e053565ed933a077434dec4"/>
          <p:cNvPicPr>
            <a:picLocks noChangeAspect="1"/>
          </p:cNvPicPr>
          <p:nvPr/>
        </p:nvPicPr>
        <p:blipFill>
          <a:blip r:embed="rId9"/>
          <a:stretch>
            <a:fillRect/>
          </a:stretch>
        </p:blipFill>
        <p:spPr>
          <a:xfrm>
            <a:off x="6860540" y="2301240"/>
            <a:ext cx="1985010" cy="4435475"/>
          </a:xfrm>
          <a:prstGeom prst="rect">
            <a:avLst/>
          </a:prstGeom>
        </p:spPr>
      </p:pic>
      <p:pic>
        <p:nvPicPr>
          <p:cNvPr id="13" name="图片 12" descr="1e575ea8045d74e0a0d08f0254a36f28"/>
          <p:cNvPicPr>
            <a:picLocks noChangeAspect="1"/>
          </p:cNvPicPr>
          <p:nvPr/>
        </p:nvPicPr>
        <p:blipFill>
          <a:blip r:embed="rId10"/>
          <a:stretch>
            <a:fillRect/>
          </a:stretch>
        </p:blipFill>
        <p:spPr>
          <a:xfrm>
            <a:off x="9011920" y="2122805"/>
            <a:ext cx="2145030" cy="4792345"/>
          </a:xfrm>
          <a:prstGeom prst="rect">
            <a:avLst/>
          </a:prstGeom>
        </p:spPr>
      </p:pic>
      <p:pic>
        <p:nvPicPr>
          <p:cNvPr id="16" name="图片 15" descr="34bef85020661cd94e331b8b52d51e8b"/>
          <p:cNvPicPr>
            <a:picLocks noChangeAspect="1"/>
          </p:cNvPicPr>
          <p:nvPr/>
        </p:nvPicPr>
        <p:blipFill>
          <a:blip r:embed="rId11"/>
          <a:stretch>
            <a:fillRect/>
          </a:stretch>
        </p:blipFill>
        <p:spPr>
          <a:xfrm>
            <a:off x="3411855" y="0"/>
            <a:ext cx="1235075" cy="6858000"/>
          </a:xfrm>
          <a:prstGeom prst="rect">
            <a:avLst/>
          </a:prstGeom>
        </p:spPr>
      </p:pic>
      <p:pic>
        <p:nvPicPr>
          <p:cNvPr id="4" name="图片 3" descr="7e1a53c9fbd4bae38b2e11c52aea1bbf"/>
          <p:cNvPicPr>
            <a:picLocks noChangeAspect="1"/>
          </p:cNvPicPr>
          <p:nvPr/>
        </p:nvPicPr>
        <p:blipFill>
          <a:blip r:embed="rId12"/>
          <a:stretch>
            <a:fillRect/>
          </a:stretch>
        </p:blipFill>
        <p:spPr>
          <a:xfrm>
            <a:off x="1366520" y="1964055"/>
            <a:ext cx="2227580" cy="2236470"/>
          </a:xfrm>
          <a:prstGeom prst="rect">
            <a:avLst/>
          </a:prstGeom>
        </p:spPr>
      </p:pic>
    </p:spTree>
    <p:custDataLst>
      <p:tags r:id="rId1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矩形 4"/>
          <p:cNvSpPr/>
          <p:nvPr/>
        </p:nvSpPr>
        <p:spPr>
          <a:xfrm>
            <a:off x="0" y="0"/>
            <a:ext cx="12192000" cy="2724150"/>
          </a:xfrm>
          <a:prstGeom prst="rect">
            <a:avLst/>
          </a:prstGeom>
          <a:blipFill dpi="0" rotWithShape="1">
            <a:blip r:embed="rId2"/>
            <a:srcRect/>
            <a:tile tx="0" ty="0" sx="100000" sy="100000" flip="none" algn="b"/>
          </a:bli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0" y="0"/>
            <a:ext cx="12192000" cy="2724150"/>
          </a:xfrm>
          <a:prstGeom prst="rect">
            <a:avLst/>
          </a:prstGeom>
          <a:solidFill>
            <a:schemeClr val="accent1">
              <a:alpha val="60000"/>
            </a:schemeClr>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55135" y="1913688"/>
            <a:ext cx="3412165" cy="3725111"/>
          </a:xfrm>
          <a:prstGeom prst="rect">
            <a:avLst/>
          </a:prstGeom>
          <a:solidFill>
            <a:schemeClr val="bg1"/>
          </a:solidFill>
          <a:ln>
            <a:noFill/>
          </a:ln>
          <a:effectLst>
            <a:outerShdw blurRad="152400" dist="139700" dir="5400000" sx="97000" sy="97000" algn="t"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1655135" y="1913703"/>
            <a:ext cx="3412165" cy="229422"/>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2236159" y="4621324"/>
            <a:ext cx="2250116" cy="521970"/>
          </a:xfrm>
          <a:prstGeom prst="rect">
            <a:avLst/>
          </a:prstGeom>
          <a:noFill/>
        </p:spPr>
        <p:txBody>
          <a:bodyPr wrap="square" rtlCol="0" anchor="ctr">
            <a:spAutoFit/>
          </a:bodyPr>
          <a:lstStyle/>
          <a:p>
            <a:pPr algn="ctr"/>
            <a:r>
              <a:rPr lang="en-US" altLang="zh-CN" sz="2800"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rPr>
              <a:t>Part </a:t>
            </a:r>
            <a:r>
              <a:rPr lang="en-US" altLang="zh-CN" sz="2800"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rPr>
              <a:t>Five</a:t>
            </a:r>
            <a:endParaRPr lang="en-US" altLang="zh-CN" sz="2800" dirty="0">
              <a:solidFill>
                <a:schemeClr val="tx1">
                  <a:lumMod val="75000"/>
                  <a:lumOff val="25000"/>
                </a:schemeClr>
              </a:solidFill>
              <a:latin typeface="阿里巴巴普惠体 2.0 35 Thin" panose="00020600040101010101" pitchFamily="18" charset="-122"/>
              <a:ea typeface="阿里巴巴普惠体 2.0 35 Thin" panose="00020600040101010101" pitchFamily="18" charset="-122"/>
              <a:cs typeface="阿里巴巴普惠体 2.0 35 Thin" panose="00020600040101010101" pitchFamily="18" charset="-122"/>
            </a:endParaRPr>
          </a:p>
        </p:txBody>
      </p:sp>
      <p:sp>
        <p:nvSpPr>
          <p:cNvPr id="10" name="文本框 9"/>
          <p:cNvSpPr txBox="1"/>
          <p:nvPr/>
        </p:nvSpPr>
        <p:spPr>
          <a:xfrm>
            <a:off x="1988886" y="2577259"/>
            <a:ext cx="2744661" cy="2137617"/>
          </a:xfrm>
          <a:prstGeom prst="rect">
            <a:avLst/>
          </a:prstGeom>
          <a:noFill/>
        </p:spPr>
        <p:txBody>
          <a:bodyPr wrap="none" rtlCol="0" anchor="ctr">
            <a:noAutofit/>
          </a:bodyPr>
          <a:lstStyle/>
          <a:p>
            <a:pPr algn="ctr"/>
            <a:r>
              <a:rPr lang="en-US" altLang="zh-CN" sz="16600" dirty="0">
                <a:solidFill>
                  <a:schemeClr val="tx1">
                    <a:lumMod val="75000"/>
                    <a:lumOff val="25000"/>
                  </a:schemeClr>
                </a:solidFill>
                <a:latin typeface="阿里巴巴普惠体 2.0 115 Black" panose="00020600040101010101" pitchFamily="18" charset="-122"/>
                <a:ea typeface="阿里巴巴普惠体 2.0 115 Black" panose="00020600040101010101" pitchFamily="18" charset="-122"/>
                <a:cs typeface="阿里巴巴普惠体 2.0 115 Black" panose="00020600040101010101" pitchFamily="18" charset="-122"/>
              </a:rPr>
              <a:t>05</a:t>
            </a:r>
            <a:endParaRPr lang="zh-CN" altLang="en-US" sz="16600" dirty="0">
              <a:solidFill>
                <a:schemeClr val="tx1">
                  <a:lumMod val="75000"/>
                  <a:lumOff val="25000"/>
                </a:schemeClr>
              </a:solidFill>
              <a:latin typeface="阿里巴巴普惠体 2.0 115 Black" panose="00020600040101010101" pitchFamily="18" charset="-122"/>
              <a:ea typeface="阿里巴巴普惠体 2.0 115 Black" panose="00020600040101010101" pitchFamily="18" charset="-122"/>
              <a:cs typeface="阿里巴巴普惠体 2.0 115 Black" panose="00020600040101010101" pitchFamily="18" charset="-122"/>
            </a:endParaRPr>
          </a:p>
        </p:txBody>
      </p:sp>
      <p:sp>
        <p:nvSpPr>
          <p:cNvPr id="27" name="gaoding-14"/>
          <p:cNvSpPr txBox="1"/>
          <p:nvPr/>
        </p:nvSpPr>
        <p:spPr>
          <a:xfrm>
            <a:off x="5589270" y="3870325"/>
            <a:ext cx="4930140" cy="55372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3600" spc="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sym typeface="+mn-ea"/>
              </a:rPr>
              <a:t>结语</a:t>
            </a:r>
            <a:endParaRPr lang="zh-CN" altLang="en-US" sz="3600" spc="0" noProof="0" dirty="0">
              <a:ln>
                <a:noFill/>
              </a:ln>
              <a:solidFill>
                <a:schemeClr val="tx1"/>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sym typeface="+mn-ea"/>
            </a:endParaRPr>
          </a:p>
        </p:txBody>
      </p:sp>
      <p:cxnSp>
        <p:nvCxnSpPr>
          <p:cNvPr id="30" name="直接连接符 29"/>
          <p:cNvCxnSpPr/>
          <p:nvPr/>
        </p:nvCxnSpPr>
        <p:spPr>
          <a:xfrm flipH="1">
            <a:off x="5588961" y="4883775"/>
            <a:ext cx="4558651"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2" name="iSHEJI-2"/>
          <p:cNvSpPr txBox="1"/>
          <p:nvPr/>
        </p:nvSpPr>
        <p:spPr>
          <a:xfrm>
            <a:off x="163195" y="160020"/>
            <a:ext cx="965835" cy="430530"/>
          </a:xfrm>
          <a:prstGeom prst="rect">
            <a:avLst/>
          </a:prstGeom>
          <a:noFill/>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rPr>
              <a:t>结语</a:t>
            </a:r>
            <a:endParaRPr lang="zh-CN" altLang="en-US" sz="2800" spc="0" dirty="0">
              <a:solidFill>
                <a:schemeClr val="tx1">
                  <a:lumMod val="85000"/>
                  <a:lumOff val="15000"/>
                </a:schemeClr>
              </a:solidFill>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endParaRPr>
          </a:p>
        </p:txBody>
      </p:sp>
      <p:sp>
        <p:nvSpPr>
          <p:cNvPr id="2" name="文本框 1"/>
          <p:cNvSpPr txBox="1"/>
          <p:nvPr/>
        </p:nvSpPr>
        <p:spPr>
          <a:xfrm>
            <a:off x="2701290" y="385445"/>
            <a:ext cx="6905625" cy="1753235"/>
          </a:xfrm>
          <a:prstGeom prst="rect">
            <a:avLst/>
          </a:prstGeom>
          <a:noFill/>
        </p:spPr>
        <p:txBody>
          <a:bodyPr wrap="square" rtlCol="0">
            <a:spAutoFit/>
          </a:bodyPr>
          <a:p>
            <a:r>
              <a:rPr lang="zh-CN" altLang="en-US" sz="8800">
                <a:highlight>
                  <a:srgbClr val="FF0000"/>
                </a:highlight>
                <a:latin typeface="黑体" panose="02010609060101010101" charset="-122"/>
                <a:ea typeface="黑体" panose="02010609060101010101" charset="-122"/>
              </a:rPr>
              <a:t>学习最重要！</a:t>
            </a:r>
            <a:endParaRPr lang="zh-CN" altLang="en-US" sz="8800">
              <a:highlight>
                <a:srgbClr val="FF0000"/>
              </a:highlight>
              <a:latin typeface="黑体" panose="02010609060101010101" charset="-122"/>
              <a:ea typeface="黑体" panose="02010609060101010101" charset="-122"/>
            </a:endParaRPr>
          </a:p>
          <a:p>
            <a:endParaRPr lang="zh-CN" altLang="en-US" sz="2000">
              <a:latin typeface="黑体" panose="02010609060101010101" charset="-122"/>
              <a:ea typeface="黑体" panose="02010609060101010101" charset="-122"/>
            </a:endParaRPr>
          </a:p>
        </p:txBody>
      </p:sp>
      <p:sp>
        <p:nvSpPr>
          <p:cNvPr id="3" name="文本框 2"/>
          <p:cNvSpPr txBox="1"/>
          <p:nvPr/>
        </p:nvSpPr>
        <p:spPr>
          <a:xfrm>
            <a:off x="513080" y="2155825"/>
            <a:ext cx="3425825" cy="1452880"/>
          </a:xfrm>
          <a:prstGeom prst="rect">
            <a:avLst/>
          </a:prstGeom>
          <a:noFill/>
        </p:spPr>
        <p:txBody>
          <a:bodyPr wrap="square" rtlCol="0">
            <a:noAutofit/>
          </a:bodyPr>
          <a:p>
            <a:r>
              <a:rPr lang="zh-CN" altLang="en-US" sz="4000">
                <a:latin typeface="黑体" panose="02010609060101010101" charset="-122"/>
                <a:ea typeface="黑体" panose="02010609060101010101" charset="-122"/>
              </a:rPr>
              <a:t>底线</a:t>
            </a:r>
            <a:r>
              <a:rPr lang="zh-CN" altLang="en-US" sz="4000">
                <a:latin typeface="黑体" panose="02010609060101010101" charset="-122"/>
                <a:ea typeface="黑体" panose="02010609060101010101" charset="-122"/>
              </a:rPr>
              <a:t>要求：</a:t>
            </a:r>
            <a:endParaRPr lang="zh-CN" altLang="en-US" sz="4000">
              <a:latin typeface="黑体" panose="02010609060101010101" charset="-122"/>
              <a:ea typeface="黑体" panose="02010609060101010101" charset="-122"/>
            </a:endParaRPr>
          </a:p>
          <a:p>
            <a:r>
              <a:rPr lang="en-US" altLang="zh-CN" sz="2000">
                <a:latin typeface="黑体" panose="02010609060101010101" charset="-122"/>
                <a:ea typeface="黑体" panose="02010609060101010101" charset="-122"/>
              </a:rPr>
              <a:t>·</a:t>
            </a:r>
            <a:r>
              <a:rPr lang="zh-CN" altLang="en-US" sz="2000">
                <a:latin typeface="黑体" panose="02010609060101010101" charset="-122"/>
                <a:ea typeface="黑体" panose="02010609060101010101" charset="-122"/>
              </a:rPr>
              <a:t>完成工作</a:t>
            </a:r>
            <a:endParaRPr lang="zh-CN" altLang="en-US" sz="2000">
              <a:latin typeface="黑体" panose="02010609060101010101" charset="-122"/>
              <a:ea typeface="黑体" panose="02010609060101010101" charset="-122"/>
            </a:endParaRPr>
          </a:p>
          <a:p>
            <a:r>
              <a:rPr lang="en-US" altLang="zh-CN" sz="2000">
                <a:latin typeface="黑体" panose="02010609060101010101" charset="-122"/>
                <a:ea typeface="黑体" panose="02010609060101010101" charset="-122"/>
              </a:rPr>
              <a:t>·</a:t>
            </a:r>
            <a:r>
              <a:rPr lang="zh-CN" altLang="en-US" sz="2000">
                <a:latin typeface="黑体" panose="02010609060101010101" charset="-122"/>
                <a:ea typeface="黑体" panose="02010609060101010101" charset="-122"/>
              </a:rPr>
              <a:t>回复消息</a:t>
            </a:r>
            <a:endParaRPr lang="zh-CN" altLang="en-US" sz="2000">
              <a:latin typeface="黑体" panose="02010609060101010101" charset="-122"/>
              <a:ea typeface="黑体" panose="02010609060101010101" charset="-122"/>
            </a:endParaRPr>
          </a:p>
          <a:p>
            <a:endParaRPr lang="zh-CN" altLang="en-US" sz="4000">
              <a:latin typeface="黑体" panose="02010609060101010101" charset="-122"/>
              <a:ea typeface="黑体" panose="02010609060101010101" charset="-122"/>
            </a:endParaRPr>
          </a:p>
          <a:p>
            <a:endParaRPr lang="zh-CN" altLang="en-US" sz="4000">
              <a:latin typeface="黑体" panose="02010609060101010101" charset="-122"/>
              <a:ea typeface="黑体" panose="02010609060101010101" charset="-122"/>
            </a:endParaRPr>
          </a:p>
        </p:txBody>
      </p:sp>
      <p:sp>
        <p:nvSpPr>
          <p:cNvPr id="4" name="文本框 3"/>
          <p:cNvSpPr txBox="1"/>
          <p:nvPr/>
        </p:nvSpPr>
        <p:spPr>
          <a:xfrm>
            <a:off x="389255" y="4237990"/>
            <a:ext cx="11412855" cy="2306955"/>
          </a:xfrm>
          <a:prstGeom prst="rect">
            <a:avLst/>
          </a:prstGeom>
          <a:noFill/>
        </p:spPr>
        <p:txBody>
          <a:bodyPr wrap="square" rtlCol="0">
            <a:spAutoFit/>
          </a:bodyPr>
          <a:p>
            <a:r>
              <a:rPr lang="zh-CN" altLang="en-US">
                <a:latin typeface="黑体" panose="02010609060101010101" charset="-122"/>
                <a:ea typeface="黑体" panose="02010609060101010101" charset="-122"/>
                <a:sym typeface="+mn-ea"/>
              </a:rPr>
              <a:t>新媒体中心门槛最高的工作都不及我们电子专业的十分之一，门槛高意味着专业壁垒高，并不是谁都能轻易学会，也就意味着在将来的就业市场中，我们本专业的知识与技能才是更有竞争力更有钱途的方向。大家不要捡了芝麻丢了西瓜。</a:t>
            </a:r>
            <a:endParaRPr lang="zh-CN" altLang="en-US">
              <a:latin typeface="黑体" panose="02010609060101010101" charset="-122"/>
              <a:ea typeface="黑体" panose="02010609060101010101" charset="-122"/>
            </a:endParaRPr>
          </a:p>
          <a:p>
            <a:endParaRPr lang="zh-CN" altLang="en-US">
              <a:latin typeface="黑体" panose="02010609060101010101" charset="-122"/>
              <a:ea typeface="黑体" panose="02010609060101010101" charset="-122"/>
            </a:endParaRPr>
          </a:p>
          <a:p>
            <a:r>
              <a:rPr lang="zh-CN" altLang="en-US">
                <a:latin typeface="黑体" panose="02010609060101010101" charset="-122"/>
                <a:ea typeface="黑体" panose="02010609060101010101" charset="-122"/>
                <a:sym typeface="+mn-ea"/>
              </a:rPr>
              <a:t>而新媒体也是当下热门的行业之一，各行各业都需要宣发部门，从政府机关到大中小企业，没有任何地方不需要新媒体人才，在有闲暇时间的情况下，可以用心去学习新媒体的技能，毕竟有句话：技多不压身，多学会一门吃饭的手艺不是什么浪费时间的事情。</a:t>
            </a:r>
            <a:endParaRPr lang="zh-CN" altLang="en-US">
              <a:latin typeface="黑体" panose="02010609060101010101" charset="-122"/>
              <a:ea typeface="黑体" panose="02010609060101010101" charset="-122"/>
            </a:endParaRPr>
          </a:p>
          <a:p>
            <a:endParaRPr lang="zh-CN" altLang="en-US"/>
          </a:p>
        </p:txBody>
      </p:sp>
      <p:pic>
        <p:nvPicPr>
          <p:cNvPr id="7" name="图片 6" descr="eb96ffc236d128c18c4c93defcf8f26c"/>
          <p:cNvPicPr>
            <a:picLocks noChangeAspect="1"/>
          </p:cNvPicPr>
          <p:nvPr/>
        </p:nvPicPr>
        <p:blipFill>
          <a:blip r:embed="rId2"/>
          <a:stretch>
            <a:fillRect/>
          </a:stretch>
        </p:blipFill>
        <p:spPr>
          <a:xfrm>
            <a:off x="9450705" y="287655"/>
            <a:ext cx="1229360" cy="1604010"/>
          </a:xfrm>
          <a:prstGeom prst="rect">
            <a:avLst/>
          </a:prstGeom>
        </p:spPr>
      </p:pic>
      <p:pic>
        <p:nvPicPr>
          <p:cNvPr id="8" name="图片 7" descr="5a93568ba5aa28a840b0cc49427427f6"/>
          <p:cNvPicPr>
            <a:picLocks noChangeAspect="1"/>
          </p:cNvPicPr>
          <p:nvPr/>
        </p:nvPicPr>
        <p:blipFill>
          <a:blip r:embed="rId3"/>
          <a:stretch>
            <a:fillRect/>
          </a:stretch>
        </p:blipFill>
        <p:spPr>
          <a:xfrm>
            <a:off x="10680065" y="287655"/>
            <a:ext cx="1316355" cy="3321050"/>
          </a:xfrm>
          <a:prstGeom prst="rect">
            <a:avLst/>
          </a:prstGeom>
        </p:spPr>
      </p:pic>
      <p:sp>
        <p:nvSpPr>
          <p:cNvPr id="6" name="文本框 5"/>
          <p:cNvSpPr txBox="1"/>
          <p:nvPr/>
        </p:nvSpPr>
        <p:spPr>
          <a:xfrm>
            <a:off x="4249420" y="2557780"/>
            <a:ext cx="6380480" cy="1014730"/>
          </a:xfrm>
          <a:prstGeom prst="rect">
            <a:avLst/>
          </a:prstGeom>
          <a:noFill/>
        </p:spPr>
        <p:txBody>
          <a:bodyPr wrap="square" rtlCol="0" anchor="t">
            <a:spAutoFit/>
          </a:bodyPr>
          <a:p>
            <a:r>
              <a:rPr lang="zh-CN" altLang="en-US" sz="4000">
                <a:latin typeface="黑体" panose="02010609060101010101" charset="-122"/>
                <a:ea typeface="黑体" panose="02010609060101010101" charset="-122"/>
                <a:sym typeface="+mn-ea"/>
              </a:rPr>
              <a:t>若有余力：</a:t>
            </a:r>
            <a:endParaRPr lang="zh-CN" altLang="en-US" sz="4000">
              <a:latin typeface="黑体" panose="02010609060101010101" charset="-122"/>
              <a:ea typeface="黑体" panose="02010609060101010101" charset="-122"/>
            </a:endParaRPr>
          </a:p>
          <a:p>
            <a:r>
              <a:rPr lang="en-US" altLang="zh-CN" sz="2000">
                <a:latin typeface="黑体" panose="02010609060101010101" charset="-122"/>
                <a:ea typeface="黑体" panose="02010609060101010101" charset="-122"/>
                <a:sym typeface="+mn-ea"/>
              </a:rPr>
              <a:t>·</a:t>
            </a:r>
            <a:r>
              <a:rPr lang="zh-CN" altLang="en-US" sz="2000">
                <a:latin typeface="黑体" panose="02010609060101010101" charset="-122"/>
                <a:ea typeface="黑体" panose="02010609060101010101" charset="-122"/>
                <a:sym typeface="+mn-ea"/>
              </a:rPr>
              <a:t>未尝不可把新媒体的技能当作自己的第二专业去培养</a:t>
            </a:r>
            <a:endParaRPr lang="zh-CN" altLang="en-US" sz="2000">
              <a:latin typeface="黑体" panose="02010609060101010101" charset="-122"/>
              <a:ea typeface="黑体" panose="02010609060101010101" charset="-122"/>
              <a:sym typeface="+mn-ea"/>
            </a:endParaRPr>
          </a:p>
        </p:txBody>
      </p:sp>
      <p:pic>
        <p:nvPicPr>
          <p:cNvPr id="9" name="图片 8" descr="72a132a3028087981164d08b39e0e3a6"/>
          <p:cNvPicPr>
            <a:picLocks noChangeAspect="1"/>
          </p:cNvPicPr>
          <p:nvPr/>
        </p:nvPicPr>
        <p:blipFill>
          <a:blip r:embed="rId4"/>
          <a:stretch>
            <a:fillRect/>
          </a:stretch>
        </p:blipFill>
        <p:spPr>
          <a:xfrm>
            <a:off x="9450705" y="1848485"/>
            <a:ext cx="1247775" cy="11887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267710" y="1852295"/>
            <a:ext cx="5656580" cy="3153410"/>
          </a:xfrm>
          <a:prstGeom prst="rect">
            <a:avLst/>
          </a:prstGeom>
          <a:noFill/>
        </p:spPr>
        <p:txBody>
          <a:bodyPr wrap="square" rtlCol="0">
            <a:spAutoFit/>
          </a:bodyPr>
          <a:p>
            <a:r>
              <a:rPr lang="zh-CN" altLang="en-US" sz="19900">
                <a:latin typeface="方正粗黑宋简体" panose="02000000000000000000" charset="-122"/>
                <a:ea typeface="方正粗黑宋简体" panose="02000000000000000000" charset="-122"/>
              </a:rPr>
              <a:t>谢谢</a:t>
            </a:r>
            <a:endParaRPr lang="zh-CN" altLang="en-US" sz="19900">
              <a:latin typeface="方正粗黑宋简体" panose="02000000000000000000" charset="-122"/>
              <a:ea typeface="方正粗黑宋简体" panose="02000000000000000000" charset="-122"/>
            </a:endParaRPr>
          </a:p>
        </p:txBody>
      </p:sp>
    </p:spTree>
  </p:cSld>
  <p:clrMapOvr>
    <a:masterClrMapping/>
  </p:clrMapOvr>
</p:sld>
</file>

<file path=ppt/tags/tag1.xml><?xml version="1.0" encoding="utf-8"?>
<p:tagLst xmlns:p="http://schemas.openxmlformats.org/presentationml/2006/main">
  <p:tag name="KSO_WM_DIAGRAM_VIRTUALLY_FRAME" val="{&quot;height&quot;:211.27318897637792,&quot;left&quot;:292.63251968503937,&quot;top&quot;:279.6585039370079,&quot;width&quot;:581.6779527559054}"/>
</p:tagLst>
</file>

<file path=ppt/tags/tag2.xml><?xml version="1.0" encoding="utf-8"?>
<p:tagLst xmlns:p="http://schemas.openxmlformats.org/presentationml/2006/main">
  <p:tag name="KSO_WM_DIAGRAM_VIRTUALLY_FRAME" val="{&quot;height&quot;:211.27318897637792,&quot;left&quot;:292.63251968503937,&quot;top&quot;:279.6585039370079,&quot;width&quot;:581.6779527559054}"/>
</p:tagLst>
</file>

<file path=ppt/tags/tag3.xml><?xml version="1.0" encoding="utf-8"?>
<p:tagLst xmlns:p="http://schemas.openxmlformats.org/presentationml/2006/main">
  <p:tag name="KSO_WM_DIAGRAM_VIRTUALLY_FRAME" val="{&quot;height&quot;:211.27318897637792,&quot;left&quot;:292.63251968503937,&quot;top&quot;:279.6585039370079,&quot;width&quot;:581.6779527559054}"/>
</p:tagLst>
</file>

<file path=ppt/tags/tag4.xml><?xml version="1.0" encoding="utf-8"?>
<p:tagLst xmlns:p="http://schemas.openxmlformats.org/presentationml/2006/main">
  <p:tag name="KSO_WM_DIAGRAM_VIRTUALLY_FRAME" val="{&quot;height&quot;:211.27318897637792,&quot;left&quot;:292.63251968503937,&quot;top&quot;:279.6585039370079,&quot;width&quot;:581.6779527559054}"/>
</p:tagLst>
</file>

<file path=ppt/tags/tag5.xml><?xml version="1.0" encoding="utf-8"?>
<p:tagLst xmlns:p="http://schemas.openxmlformats.org/presentationml/2006/main">
  <p:tag name="KSO_WM_DIAGRAM_VIRTUALLY_FRAME" val="{&quot;height&quot;:211.27318897637792,&quot;left&quot;:292.63251968503937,&quot;top&quot;:279.6585039370079,&quot;width&quot;:581.6779527559054}"/>
</p:tagLst>
</file>

<file path=ppt/tags/tag6.xml><?xml version="1.0" encoding="utf-8"?>
<p:tagLst xmlns:p="http://schemas.openxmlformats.org/presentationml/2006/main">
  <p:tag name="KSO_WM_DIAGRAM_VIRTUALLY_FRAME" val="{&quot;height&quot;:211.27318897637792,&quot;left&quot;:292.63251968503937,&quot;top&quot;:279.6585039370079,&quot;width&quot;:581.6779527559054}"/>
</p:tagLst>
</file>

<file path=ppt/tags/tag7.xml><?xml version="1.0" encoding="utf-8"?>
<p:tagLst xmlns:p="http://schemas.openxmlformats.org/presentationml/2006/main">
  <p:tag name="KSO_WM_DIAGRAM_VIRTUALLY_FRAME" val="{&quot;height&quot;:211.27318897637792,&quot;left&quot;:292.63251968503937,&quot;top&quot;:279.6585039370079,&quot;width&quot;:581.6779527559054}"/>
</p:tagLst>
</file>

<file path=ppt/tags/tag8.xml><?xml version="1.0" encoding="utf-8"?>
<p:tagLst xmlns:p="http://schemas.openxmlformats.org/presentationml/2006/main">
  <p:tag name="KSO_WM_DIAGRAM_VIRTUALLY_FRAME" val="{&quot;height&quot;:211.27318897637792,&quot;left&quot;:292.63251968503937,&quot;top&quot;:279.6585039370079,&quot;width&quot;:581.6779527559054}"/>
</p:tagLst>
</file>

<file path=ppt/tags/tag9.xml><?xml version="1.0" encoding="utf-8"?>
<p:tagLst xmlns:p="http://schemas.openxmlformats.org/presentationml/2006/main">
  <p:tag name="KSO_WM_DIAGRAM_VIRTUALLY_FRAME" val="{&quot;height&quot;:211.27318897637792,&quot;left&quot;:292.63251968503937,&quot;top&quot;:279.6585039370079,&quot;width&quot;:581.6779527559054}"/>
</p:tagLst>
</file>

<file path=ppt/tags/tag10.xml><?xml version="1.0" encoding="utf-8"?>
<p:tagLst xmlns:p="http://schemas.openxmlformats.org/presentationml/2006/main">
  <p:tag name="KSO_WM_DIAGRAM_VIRTUALLY_FRAME" val="{&quot;height&quot;:211.27318897637792,&quot;left&quot;:292.63251968503937,&quot;top&quot;:279.6585039370079,&quot;width&quot;:581.6779527559054}"/>
</p:tagLst>
</file>

<file path=ppt/tags/tag11.xml><?xml version="1.0" encoding="utf-8"?>
<p:tagLst xmlns:p="http://schemas.openxmlformats.org/presentationml/2006/main">
  <p:tag name="KSO_WM_DIAGRAM_VIRTUALLY_FRAME" val="{&quot;height&quot;:348.92173228346456,&quot;left&quot;:129.3000787401575,&quot;top&quot;:112.75661417322836,&quot;width&quot;:699.6000000000003}"/>
</p:tagLst>
</file>

<file path=ppt/tags/tag12.xml><?xml version="1.0" encoding="utf-8"?>
<p:tagLst xmlns:p="http://schemas.openxmlformats.org/presentationml/2006/main">
  <p:tag name="KSO_WM_DIAGRAM_VIRTUALLY_FRAME" val="{&quot;height&quot;:348.92173228346456,&quot;left&quot;:129.3000787401575,&quot;top&quot;:112.75661417322836,&quot;width&quot;:699.6000000000003}"/>
</p:tagLst>
</file>

<file path=ppt/tags/tag13.xml><?xml version="1.0" encoding="utf-8"?>
<p:tagLst xmlns:p="http://schemas.openxmlformats.org/presentationml/2006/main">
  <p:tag name="KSO_WM_DIAGRAM_VIRTUALLY_FRAME" val="{&quot;height&quot;:348.92173228346456,&quot;left&quot;:129.3000787401575,&quot;top&quot;:112.75661417322836,&quot;width&quot;:699.6000000000003}"/>
</p:tagLst>
</file>

<file path=ppt/tags/tag14.xml><?xml version="1.0" encoding="utf-8"?>
<p:tagLst xmlns:p="http://schemas.openxmlformats.org/presentationml/2006/main">
  <p:tag name="KSO_WM_DIAGRAM_VIRTUALLY_FRAME" val="{&quot;height&quot;:348.92173228346456,&quot;left&quot;:129.3000787401575,&quot;top&quot;:112.75661417322836,&quot;width&quot;:699.6000000000003}"/>
</p:tagLst>
</file>

<file path=ppt/tags/tag15.xml><?xml version="1.0" encoding="utf-8"?>
<p:tagLst xmlns:p="http://schemas.openxmlformats.org/presentationml/2006/main">
  <p:tag name="KSO_WM_DIAGRAM_VIRTUALLY_FRAME" val="{&quot;height&quot;:348.92173228346456,&quot;left&quot;:129.3000787401575,&quot;top&quot;:112.75661417322836,&quot;width&quot;:699.6000000000003}"/>
</p:tagLst>
</file>

<file path=ppt/tags/tag16.xml><?xml version="1.0" encoding="utf-8"?>
<p:tagLst xmlns:p="http://schemas.openxmlformats.org/presentationml/2006/main">
  <p:tag name="KSO_WM_DIAGRAM_VIRTUALLY_FRAME" val="{&quot;height&quot;:348.92173228346456,&quot;left&quot;:129.3000787401575,&quot;top&quot;:112.75661417322836,&quot;width&quot;:699.6000000000003}"/>
</p:tagLst>
</file>

<file path=ppt/tags/tag17.xml><?xml version="1.0" encoding="utf-8"?>
<p:tagLst xmlns:p="http://schemas.openxmlformats.org/presentationml/2006/main">
  <p:tag name="KSO_WM_DIAGRAM_VIRTUALLY_FRAME" val="{&quot;height&quot;:348.92173228346456,&quot;left&quot;:129.3000787401575,&quot;top&quot;:112.75661417322836,&quot;width&quot;:699.6000000000003}"/>
</p:tagLst>
</file>

<file path=ppt/tags/tag18.xml><?xml version="1.0" encoding="utf-8"?>
<p:tagLst xmlns:p="http://schemas.openxmlformats.org/presentationml/2006/main">
  <p:tag name="KSO_WM_DIAGRAM_VIRTUALLY_FRAME" val="{&quot;height&quot;:348.92173228346456,&quot;left&quot;:129.3000787401575,&quot;top&quot;:112.75661417322836,&quot;width&quot;:699.6000000000003}"/>
</p:tagLst>
</file>

<file path=ppt/tags/tag19.xml><?xml version="1.0" encoding="utf-8"?>
<p:tagLst xmlns:p="http://schemas.openxmlformats.org/presentationml/2006/main">
  <p:tag name="KSO_WM_DIAGRAM_VIRTUALLY_FRAME" val="{&quot;height&quot;:348.92173228346456,&quot;left&quot;:129.3000787401575,&quot;top&quot;:112.75661417322836,&quot;width&quot;:699.6000000000003}"/>
</p:tagLst>
</file>

<file path=ppt/tags/tag20.xml><?xml version="1.0" encoding="utf-8"?>
<p:tagLst xmlns:p="http://schemas.openxmlformats.org/presentationml/2006/main">
  <p:tag name="KSO_WM_DIAGRAM_VIRTUALLY_FRAME" val="{&quot;height&quot;:348.92173228346456,&quot;left&quot;:129.3000787401575,&quot;top&quot;:112.75661417322836,&quot;width&quot;:699.6000000000003}"/>
</p:tagLst>
</file>

<file path=ppt/tags/tag21.xml><?xml version="1.0" encoding="utf-8"?>
<p:tagLst xmlns:p="http://schemas.openxmlformats.org/presentationml/2006/main">
  <p:tag name="KSO_WM_DIAGRAM_VIRTUALLY_FRAME" val="{&quot;height&quot;:348.92173228346456,&quot;left&quot;:129.3000787401575,&quot;top&quot;:112.75661417322836,&quot;width&quot;:699.6000000000003}"/>
</p:tagLst>
</file>

<file path=ppt/tags/tag22.xml><?xml version="1.0" encoding="utf-8"?>
<p:tagLst xmlns:p="http://schemas.openxmlformats.org/presentationml/2006/main">
  <p:tag name="KSO_WM_DIAGRAM_VIRTUALLY_FRAME" val="{&quot;height&quot;:348.92173228346456,&quot;left&quot;:129.3000787401575,&quot;top&quot;:112.75661417322836,&quot;width&quot;:699.6000000000003}"/>
</p:tagLst>
</file>

<file path=ppt/tags/tag23.xml><?xml version="1.0" encoding="utf-8"?>
<p:tagLst xmlns:p="http://schemas.openxmlformats.org/presentationml/2006/main">
  <p:tag name="ISLIDE.ICON" val="#888485;"/>
</p:tagLst>
</file>

<file path=ppt/tags/tag25.xml><?xml version="1.0" encoding="utf-8"?>
<p:tagLst xmlns:p="http://schemas.openxmlformats.org/presentationml/2006/main">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Lst>
</file>

<file path=ppt/theme/theme1.xml><?xml version="1.0" encoding="utf-8"?>
<a:theme xmlns:a="http://schemas.openxmlformats.org/drawingml/2006/main" name="Office 主题​​">
  <a:themeElements>
    <a:clrScheme name="蓝金配色">
      <a:dk1>
        <a:sysClr val="windowText" lastClr="000000"/>
      </a:dk1>
      <a:lt1>
        <a:sysClr val="window" lastClr="FFFFFF"/>
      </a:lt1>
      <a:dk2>
        <a:srgbClr val="44546A"/>
      </a:dk2>
      <a:lt2>
        <a:srgbClr val="E7E6E6"/>
      </a:lt2>
      <a:accent1>
        <a:srgbClr val="0046A6"/>
      </a:accent1>
      <a:accent2>
        <a:srgbClr val="CEA98F"/>
      </a:accent2>
      <a:accent3>
        <a:srgbClr val="3F3F3F"/>
      </a:accent3>
      <a:accent4>
        <a:srgbClr val="3F3F3F"/>
      </a:accent4>
      <a:accent5>
        <a:srgbClr val="3F3F3F"/>
      </a:accent5>
      <a:accent6>
        <a:srgbClr val="3F3F3F"/>
      </a:accent6>
      <a:hlink>
        <a:srgbClr val="0563C1"/>
      </a:hlink>
      <a:folHlink>
        <a:srgbClr val="954F72"/>
      </a:folHlink>
    </a:clrScheme>
    <a:fontScheme name="爱设计_标准主题字体">
      <a:majorFont>
        <a:latin typeface="OPPOSans L"/>
        <a:ea typeface="OPPOSans L"/>
        <a:cs typeface=""/>
      </a:majorFont>
      <a:minorFont>
        <a:latin typeface="OPPOSans L"/>
        <a:ea typeface="OPPOSans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CB019B1-382A-4266-B25C-5B523AA43C14-1">
      <extobjdata type="ECB019B1-382A-4266-B25C-5B523AA43C14" data="ewoJIkZpbGVJZCIgOiAiNDU1NTYyODg3MTU1IiwKCSJHcm91cElkIiA6ICI3MTgyNDI4MzAiLAoJIkltYWdlIiA6ICJpVkJPUncwS0dnb0FBQUFOU1VoRVVnQUFCQzRBQUFLbENBWUFBQUFFaUsySEFBQUFBWE5TUjBJQXJzNGM2UUFBSUFCSlJFRlVlSnpzM1hkOFZIVysvL0gzbVpsTUVrZ2dLRTBJRUhvQUNRRnBTaEdSb2lpb2NNWDdVMW1GWlJWRTFGVnBJcWdvYUJCRkxvZ0tZa09FWGZHS3VOSmtRVkdSS3FBQzBxUkZRcWdoQ1dsVHZyOC9nTGxrRTNwZ3pzVFg4L0h3SVhPK3Azd21uQWt6Ny9rV0NR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Cd3VWakJMZ0FBQUFBSU5aVnFYbHZGSGVhcUdldzZFTHB5YzNOM3B1emN2THVvejh1OWlVdDF1ZTdOUzBGd0FRQUFBRnlBeXJVU1lzTmMxblJaaWc5MkxRaHBlNVJ0M2JOcjEvcGRSWFhDdUxqRU9FV1k5N2szY1ltSy9ONjhWSzVnRndBQUFBQ0VrakFwVnBiaUxWa1ZJeU1qNVhJNWcxMFNRb2pQNjFOMlRvNzh4a1FvUW5HU2l1N0RZWVRpVHQyYkpTSWo1ZVRleEFXNHJQZm1KU0s0QUFBQUFDNUNpY2hJUGRyL0lTVW1YQnZzVWhCQ05tM2Vvb2x2VFZGYWV2cGx1MGFKeUVnOStkZ0ExYTlYOTdKZEE4WFBsYmczTHhiQkJRQUFBSEFSbkM2bjZ0V3RyWmJObXdhN0ZJU1lzTEN3eTNwK3A4dXArdlhxY20vaWdsM3VlL05pT1lKZEFBQUFBQUFBd0prUVhBQUFBQUFBQU5zaXVBQUFBQUFBQUxaRmNBRUFBQUFBQUd5TDRBSUFBQUFBQU5nV3dRVUFBQUFBQUxBdGdnc0FBQUFBQUdCYkJCY0FBQUFBQU1DMkNDNEFBQUFBQUlCdEVWd0FBQUFBQUFEYklyZ0FBQUFBQUFDMlJYQUJBQUFBQUFCc2krQUNBQUFBQUFEWUZzRUZBQUFBQUFDd0xZSUxBQUFBQUFCZ1d3UVhBQUFBQUFEQXRnZ3VBQUFBQUFDQWJSRmNBQUFBQUFBQTJ5SzRBQUFBQUFBQXRrVndBUUFBQUFBQWJJdmdBZ0FBQUFBQTJCYkJCUUFBQUFBQXNDMkNDd0FBQUFBQVlGc0VGd0FBQUFBQXdMWUlMZ0FBQUFBQWdHMFJYQUFBQUFBQUFOc2l1QUFBQUFBQUFMWkZjQUVBQUFBQUFHeUw0QUlBQUFEQUZlZjFlcFdjbkJ6c01oQ0Mzbi8vZlUyZlB2Mk03VC8rK0tQNjlldW53NGNQbi9jNWZUNWZFVldIeThFVjdBSUFBQUFBMklQWDZ6M25QcFpsS1NNalE0Y09IU3EwL1pwcnJsSEpraVhQZVo2K2Zmc3FKU1ZGbjMzMm1hS2lvaTZxWHZ3NXJWeTVVdUhoNGVyVnExZWg3UWNQSHRUcTFhdVZtNXQ3em5NWlkvVEVFMCtvVXFWS0dqSmtTS0g3UFBIRUUzSTZuWHJ0dGRjdXVYWmNISUlMQUFBQUFOcXlaWXZ1dmZmZWMrNTMxVlZYcVhmdjNtZjhFRGR1M0RqZGROTk5Nc1lvT3p2N2pPZnAycldyeG80ZHErKy8vMTV0MjdZdGRCK1h5eVczMjMwQnp3TEZWVVpHaGw1Ly9YWDE2ZE9uU005cldaYmk0K1AxM252dnFYdjM3cXBkdTNhK2RtT00xcTlmcjd2dXVxdElyNHNMUTNBQkFBQUFRRldyVnRXNzc3NGJlUHpRUXc5cDhPREIyclp0bTM3NTVSY05IanhZa2hRV0ZxYlkyRmcxYjk0ODMvRlpXVm5xM2J0MzRIRktTb3E2ZHUxNnp1c09Iejc4akcxMzNIR0hSbzRjZVpIUENNVkpTa3FLNXM2ZHEzdnV1YWRBMjFOUFBhV2RPM2NHSG1kbVprcVMrdlhySjVmci96N3lObWpRUUMrKytHS0I0eDk4OEVFdFhicFVlL2Z1TFJCYy9QcnJyOHJJeUZDclZxMksrQm5oUWhCY0FBQUFBRkJrWktRYU4yNmNiMXV0V3JXVW1abXBuVHQzRm1pTGlZbko5emdqSXlQZjQ2dXV1a3BKU1VtQng5bloyZnIyMjI5MXl5MjNGSHI5N2R1M0t6VTFOZDhIeE1xVksxL1NjMEx4c1cvZlBrbFNwVXFWQ3JUVnIxOWZWMTExVmVEeDd0MjdkZmp3WVRWczJGQWxTcFFJYks5V3Jab2thZnIwNlpvMWExYUI4N3oyMm12NWVoTE5uRGxUaXhZdGttVlpTazFOMWNLRkN3c2NjL1BOTitjTFIzQjU4Qk1HQUFBQUlFbmF0V3VYVWxOVHBaTmQ1RGR2M3F5OWUvY3FJeU5ESzFldWxFNkdDYkd4c2VjOFYwUkVoRHAwNkJCNC9ObG5uMm5wMHFYcTNMbXpPbmJzbUc5ZnY5K3Zqejc2U051MmJWUHYzcjFWdFdyVkluOXVDRzIvLy82N0pPbldXMjlWWGw2ZUpBVkNycSsrK2lwZmtEWjM3bHl0WGJ0V0F3WU1LRFRvU0V4TVBLOGhTSDYvWDE5OTlaV2NUcWZHakJrVDJKNmJteXZMc3VSMnU5VzJiVnVDaXl1QW56QUFBQUFBU2RLTUdUTTBaODRjdWQxdUdXTTBhZElrK1h3KytYdytQZm5razhyTnpkWGYvdlkzUGZ6d3cyYzlqekVtMEYzL2xBNGRPbWpPbkRtYU1XT0dXclpzbWE5dDd0eTUycmh4bzRZTkc2WXlaY3JrNjczaGRyc1ZIaDVleE04VW9lYm5uMy9XdGRkZXExNjllbW5xMUtrS0N3dlRndzgrS0Vubk5SbnM2Um8yYktpR0RSdHEvLzc5bWpadG1oNTU1QkdWS1ZORzMzenpqYkt6czNYcnJiZEtKM3RtSER0MlRQZmVlNitlZXVxcHdQRTllL1pValJvMTlNb3JyeFR4czhTWkVGd0FBQUFBQ0dqWHJwMWVmZlZWTlczYVZKTW5UOWE2ZGV1MGZQbHlUWjA2OWJ3blJqeDgrTEE2ZCs1ODFtc1U1dVdYWDliTEw3K2NiOXNERHp5Z3h4NTc3QUtmQllvVHI5ZXJkZXZXcVUrZlB1clFvWU5tejU2dDhQQndkZWpRUVJzM2J0U1NKVXZ5N2YvcnI3OUtrcFl0VzZZeVpjcmthNnRVcVpJYU5td29ZNHllZi81NWJkdTJUUTg5OUpBazZhZWZmdEtzV2JNVUZSV2wrUGg0VFowNlZaSzBmLy8rZk9jNGVQQ2dXcmR1ZlptZk5VNUhjQUVBQUFBZ244ek1UQmxqenZoTjlxRkRoM1QvL2ZmbjIyYU1DZnk1VktsU0dqZHVYSkhVY21wZUF2eDVyVjY5V3BtWm1ZV3VQdk92Zi8xTGMrZk9MYkE5SWlKQ0V5ZE9MTEM5UzVjdWF0aXdvVDcrK0dPdFhyMWFreVpOVXJseTVhU1R5NTd1M2J0WFE0Y08xVDMzM0NOampEcDE2cVN0VzdjR2prOUxTMU42ZXZwNURaZEMwU0c0QUFBQUFKRFBiNy85SmttcVVLR0NMTXRTVGs1T3ZuYWZ6NmVEQncrcWUvZnVxbEtsaWlRcEx5OVBiNzMxbG5SeWVNZE5OOTBVaE1wUkhGMTMzWFZLU2twUzllclY4MjAvZnZ5NEVoSVNOR1RJa0RNZU8yWEtGTTJmUDErZmYvNTVZTnU2ZGVzMGNlSkU5ZW5UUjlkZmYzMWd1OFBoME9qUm8vWGdndzhxT3p0Yjc3NzdyclpzMmFLdnYvNWFtWm1aaW9xSzB1Yk5teVZKOWVyVnV5elBGWVVqdUFBQUFBQ1F6Ly8rNy8rcVJvMGFLbFdxbENwVnFxUk5temFwUjQ4ZTJyOS92MXEwYUJIWXIwT0hEb0hIUHA5UGJkcTBLYkFTU0w5Ky9iUjY5ZW9Mcm1IZXZIbXFVS0ZDRVR3YmhEcTMyNTF2b2xkSjJyaHhvMjY5OVZZWll3SnpVaFRtK1BIak9uTGtTTDV0WDM3NXBSSVNFdFNqUncvdDJMRkROV3ZXbENUdDNMbFR3NGNQMTZCQmc5UzBhZFBBQkp6R0dLMVlzVUlkT25UUTh1WExGUkVSVVdEWlZGeGVCQmNBQUFBQUFyWnUzYXJrNU9UQVpJUWRPM1pVZEhTMGpoNDlHaGp6WHhpbjA2bTZkZXNXMmxhN2RtMzk1UzkvT2EvcmI5eTRzZENsS3ZIbmR2VG9VUzFldkZpTEZpM1N1blhyWkl4UlhGeWMycmR2WCtoUWtWTjI3TmdoajhjVDJLZDgrZklhTVdLRU1qTXo5ZUtMTDJyTm1qV2FQSGx5WUU2TEhUdDJxRXFWS3JJc1M1SlV2WHAxVmFoUVFZc1hMMWI3OXUyMVpNa1N0V3paa3BWRXJqQisyZ0FBQUFBQzZ0U3BvMjdkdXVudXUrK1dKRm1XRmVoT1AzdjI3SXM2WjlteVpkV2xTNWZ6MnRmdGRoTmNJSjlkdTNhcFo4K2U4dmw4aW82T1ZuUjB0T0xqNC9YV1cyOXA2OWF0NnRldjN4bVB6Y25KVVc1dXJ0NTQ0dzFKVXZQbXpkV3laVXRGUjBkcnhJZ1I2dCsvdi9yMTY2ZEJnd1pwMGFKRjZ0R2poeXBXckpqdkhKMDdkOWFNR1RNMGE5WXM3ZCsvbjhsaWc0RGdBZ0FBQUVCQVNrcUsyclJwby9uejV4ZG8rODh1OS8vSjYvVnE0OGFOYXRTb1ViN3RodzRkMHJ4NTg4N3IraHMzYnJ6QWlsSGNWYXhZVWUzYnQxZm56cDNWdW5WckRSdzRVRzYzV3pvWnRDMVpza1R6NXMxVDllclZDOHc5TVg3OGVNMlpNNmZBeWlPU0ZCMGRyVW1USnFsdjM3NGFPWEtrU3BVcXBmNzkreGZZcjBlUEhwb3hZNFplZi8xMWxTdFhqdmxiZ29EZ0FnQUFBRURBbmoxN05IMzY5RUxiRGg0OGVOWmowOUxTMUtkUEg3Mzg4c3ZxMUtsVFlQdU9IVHMwZXZUbzg3cSszKysvd0lwUjNFVkVST2lWVjE0NVk3dlg2OVdubjM2cW5UdDNhc3FVS2FwVHA4NTVuenNtSmtidDI3Zlh0R25UNVBmN2xaS1NvcGlZbUh6N3hNYkdxbm56NXZyeHh4OTExMTEzQlVJVFhEa0VGd0FBQUFBQ1dyUm9vVmRmZmJYUXRqNTkrcHoxMkZQQlJ2bnk1UXVjYzlLa1NlZDEvY1dMRjU5MWxRamdQN2xjTHIzeHhodnEwNmVQQmd3WW9ILzg0eCs2NnFxcnp1dllMNzc0UXRPbVRWUEhqaDIxWnMwYURSZ3dRRk9tVEZHdFdyVUMreXhkdWxRclZxeVFKSDN5eVNkcTM3NDlrM05lWVk1Z0Z3QUFBQURBUG5KemM1V2FtbHJvZng2UFI1SVVIaDR1blZ5eDRYUy8vLzY3SkFXV1NBV3VsTktsUzJ2U3BFa2FQSGh3dnRBaU96djdqTWZNbXpkUEw3MzBrdHExYTZmUm8wZHJ3b1FKeXMzTlZmLysvWldhbWlwSldyWnNtWVlPSGFxNHVEZ2xKU1VwTnpkWGp6NzZxSGJ0Mm5WRm5oZE9vTWNGQUFBQWdJQWZmdmpockJOcHRtN2RXakV4TVNwVHBveW1USm1pakl3TWhZV0ZLUzh2VDlPblQxZmx5cFYxOWRWWDV6dm14eDkvVkxObXpjN3Irc2FZUzM0TytITzY1cHBybEptWnFhU2tKRVZGUlNrM04xZno1czFUMWFwVjgrMlhuWjJ0c1dQSGF1N2N1V3JXckpuR2pCa2pwOU9wQmcwYUtDa3BTZXZXclZPNWN1VTBjK1pNdmY3NjY2cFVxWkxlZXVzdGxTdFhUc1lZRFJzMlRQZmRkNStHREJtaWJ0MjZCZTM1L3BrUVhBQUFBQUFJYU5XcWxZWVBIMTVvMjlOUFB4MzQ4N1BQUHF1eFk4ZHExS2hSMHNuVlI2cFZxNmJubm51dXdIRXNoNG9ySlR3OFhQLzg1ejhsU1E2SFEzRnhjUm8wYUZDK2ZaNTU1aGt0VzdaTTk5NTdyeDUvL1BGOFM1dTJidDFhclZxMTB0Q2hRN1Y0OFdJMWF0UklTVWxKS2xldW5IUnllZUN3c0RDTkhEbFNMN3p3Z3VyVXFhUDQrUGdyL0N6L2ZBZ3VBQUFBQUVoU1lHNkowei9JbmU3MFNUdmJ0V3VuZHUzYW5mT2NFeVpNa0U0YlhuSXVYYnAwS2ZCQkV6amQyMisvZmNhMnFsV3JhdTNhdFdjOS92SEhIOWZ0dDkrdW0yKyt1ZEIyeTdMVW9rVUxsUzlmdmtDd29aUDMvdlRwMDdWczJUSkNpeXVFNEFJQUFBQ0FkSmJBNGxLY2IyQUJYQ2x4Y1hHS2k0czc2ejdkdTNjL2EzdTFhdFhVcTFldklxNE1aOExrbkFBQUFBQUF3TFlJTGdBQUFBQUFnRzBSWEFBQUFBQUFBTnNpdUFBQUFBQUFBTFpGY0FFQUFBQUFBR3lMNEFJQUFBQUFBTmdXd1FVQUFBQUFBTEF0Z2dzQUFBQUFBR0JiQkJjQUFBQUFBTUMyQ0M0QUFBQUFBSUJ0RVZ3QUFBQUFBQURiSXJnQUFBQUFBQUMyUlhBQkFBQUFBQUJzaStBQ0FBQUFBQURZRnNFRkFBQUFBQUN3TFlJTEFBQUFBQUJnV3dRWEFBQUFBQURBdGdndUFBQUFBQUNBYlJGY0FBQUFBQUFBMnlLNEFBQUFBQUFBdGtWd0FRQUFBQUFBYkl2Z0FnQUFBQUFBMkJiQkJRQUFBQUFBc0MyQ0N3QUFBQUFBWUZzRUZ3QUFBQUFBd0xZSUxnQUFBQUFBZ0cwUlhBQUFBQUFBQU50eUJic0FBQUFBSUJUNXZENXQzckpONGVIaHdTNEZJV1RUNWkzeWVEeVg5Um8rcjArYk5tKzVyTmRBOFhNbDdzMkxSWEFCQUFBQVhJVHNuQnk5L2U1N2NvZTVnMTBLUW9qSDQxRjZSc1psdlVaMlRvNG12alZGWVdGaGwvVTZLRjZ1eEwxNXNRZ3VBQUFBZ0F2Z3Q4d0JoNndVdnpFUng5THQrU1kvdUl3c1kxbVNaQ3hqSkN2WUJkbVRNYWw1eHFRVTVTbnpqRC9GYloyNE45UFMwNHZ5MU1XQzhSczVISmFNMzhoSXNoemNtNFc2RFBmbXBlSnZDZ0FBQUxnd2pxcTFHc1E3WEdIbGcxMklIYm1kL2xvUllZNWVEc3NLeThyenZaZm5jMndQZGsxMjVMUDhoL1p1L25tVEpIOFJucFo3OHl3aW5hcnZEdE85TWxabVpwN3ZFNTl4N0FsMlRYWjBtZTdOUzBKd0FRQUFBS0RJSkNZbXRuTTRIRE9OTVJIR21MdldyMS8vVGJCckFuVGkzcnp6NUwyNTMrZnovYitmZi81NVJiQnJ3dmxoVlJFQUFBQUFBR0JiQkJjQUFBQUFBTUMyQ0M0QUFBQUFBSUJ0RVZ3QUFBQUFBQURiSXJnQUFBQUFBQUMyUlhBQkFBQUFBQUJzaStBQ0FBQUFBQURZRnNFRkFBQUFBQUN3TFlJTEFBQUFBQUJnV3dRWEFBQUFBQURBdGdndUFBQUFBQUNBYlJGY0FBQUFBQUFBMnlLNEFBQUFBQUFBdGtWd0FRQUFBQUFBYkl2Z0FnQUFBQUFBMkJiQkJRQUFBQUFBc0MyQ0N3QUFBQUFBWUZzRUZ3QUFBQUFBd0xZSUxnQUFBQUFBZ0cwUlhBQUFBQUFBQU5zaXVBQUFBQUFBQUxaRmNBRUFBQUFBQUd5TDRBSUFBQUFBQU5nV3dRVUFBQUFBQUxBdGdnc0FBQUFBQUdCYkJCY0FBQUFBQU1DMkNDNEFBQUFBQUlCdEVWd0FBQUFBQUFEYklyZ0FBQUFBQUFDMlJYQUJBQUFBQUFCc3l4WHNBZ0FBQUlxclNqV3ZyZUlPYzlVTWRoMElYYm01dVR0VGRtN2VIZXc2L215dXFWNnZXbmg0ZVBWZzE0R2lsZXN4MTBhNGpVTlNSSTVIVGVMaUV5T0NVWWZ4NWgzYnZYM1RCa24rWUZ3L0ZCRmNBQUFBWEFaeGNZbHhDalB2eXpMeHdhNEZvU3M4d3IwbkxpN3hubDI3MXU4S2RpMS9GbkZ4aVhHS01QK1FUTlZnMTRLaTVaSENJeVMzMzZpY1R4b2x5M2lDVVlmbENzdXFXcnZSNDN1MmJmaFhNSzRmaWdndUFBQUFMb2NJeGNsU3ZDV3JZb25JU0RsZHptQlhoQkRpOC9xVW5aTWp2ekVSaWxDY0pJS0xLeVZDY1pKVngyRlpNWkVSRWJ4Mml4Ty9WL0xseWJMa0xGR3l4TldXNDhwK0hEYkdLQ3NyV3o2ZjMrZHdtUWFTQ0M3TzA1OHF1Q2hidG01MFJHbFhCWmZEUkJtbm80UWxsenZZTmVIL0dIbnp2RDUvbHVXM01yT3MzQU5IdG05UEQzWk5BQUJjcWhLUmtYcnlzUUdxWDY5dXNFdEJDTm0wZVlzbXZqVkZhZW04SFFxV1V0SFJHdGovSVY2N3hjajY5ZXYwL252VFZDcTZsSHIvOWErcVVlUEtqdVRMeU14VTBtc1R0T04zY3NnTFZleURpMnExcjYxbk9SMTNHbG10TEV0eGtoVmhTV0V5Y3NreVRFNXFJNVp4K2QwdWVZM2tLYVd3bk9pNkNic2xMZmM3OU1YZXpULy9HdXo2QUFDNEdFNlhVL1hyMVZYTDVrMkRYUXBDVEZoWVdMQkwrRk1MQ3d2anRWdk1aQi9Qa01PeUZCN3UxclgxNnlraEllR0tYdjlvV3BxaVNwYThvdGNzTG9wamNPR29VRE9oYkVTWTZXREo4WmhsV1Mwa3lUclo2SGE3NVhRNjVYUTRaRG1zczU4SlY1UXhSajZmWHo2ZlR4NVBub3pEMFVCU0Y0ZjBVclg0Um11Tlh4TnlQTDVGQjNiK2VwQ0piQUFBQUFEZ3o2RllCUmVWYXlYRU9oM1cvUTZIN3JZc1J4TkpjanFkcWx1bmx1clVxcVhxY2RWMFRjWHlpaW9acFJJbEl1VjJNMUxFVHZJOEhtVmxaU2t6ODdoU0R4elE3enQzYTl2MkhkcXliWnM4SHU5MXhtRStLQkhoM0ZBdFBtRzJKOC83OGI3Zk4rMEpkczBBQUFBQWdNdXIyQVFYc1RYcTFYYTVyQ21XZElNc3kxMjZWQ24xdUxPcnV0elNVUlVyVkZDcDZHaEZSZEV0SjVSa0hqK3VqUFFNN1Q5d1VJc1dMOUUvUDV2ak9KcVcxdGl5ZEswNzNOMjVjcDBHai8yeGRlT0dZTmNKQUFBQUFMaDhpa0Z3Y1YxWTlYalBMVWJXeDVabGxZcU1qRlRqUmdrYVB2anZpcTliUjViRmNKQlFGVld5cEtKS2x0UTExMVJVWXNLMTZuN0g3WHI1MVRlMGNzM2FzT3pzN0xaaER0ZDNWZXNtOU5uajlNN1ZwazE1d2E0WEFBQUFBRkQwUW50eXl2cjEzWEYxUGYwbHg4Y095eXBWdDNZdGpYbGhoRDZZTWtuMTR1c1NXaFFqbG1XcGRxMmFlbWZTZUNXOTlKenExNnNyaDhNUjdYQTRQcXptZHoxV3FWS2xFc0d1RVFBQUFBQlE5RUk2dUlqemhmMWREc2NMc2xTcVhueGR2ZkhxR04xK2F5ZTVYTVdnSXdrS0ZSYm1VcGZPSGZWNjBtZ2xOR3dnU3lyaGtHTkVXS215VHdTN05nQUFBQUJBMFF2VjRNSlpOYjdSdzViRGVzWHBjTVEwYlpLb1R6NmNxcnAxYXN2cGRBYTdObHhtRG9kRGRXclYxQWRUSnF2WmRZM2xkRGxLT1N6SDZHcDFFaDZSeEEwQUFBQUFBTVZJS0FZWFZwWDRSaDBjMGlpSHc2SDJON2JSbStOZlZhbm82R0RYaFN1c2RLbG92VDN4ZGQzU3NZT2NUcWNzcC9WUzlib0p0NFhvZlEwQUFBQUFLRVRJZmNDclZLZk8xVTVaTDBvcVZ5VzJzcDRaL0tUS2xyMDYyR1VoU0dKS2w5YmdKd2VxZHEyYWtsR01jVmd2VktwUlB6YllkUUVBQUFBQWlrYW9CUmZPTUVma1NNdFNzK2lvS0d2eUcrTVVWNjBxazNEK2lWbVdwU3F4c1JvLzlpVkZSMGRibHF4RWQ1aHJLRU5HQUFBQUFLQjRDS25nSWk0KzRYNUwxaU51ZDVpZUhmcTA2c1hYQ1haSnNJbTZ0V3ZyaFdlSEtOenRsdVZ3L0sxcW5ZWjlnbDBUQUFBQUFPRFNoVXh3VWFubXRWVXNXVTlibHB3dG16VlZwdzQzQmJzazJFekg5amZweGphdEpNbmxjRGlHVmF1YlVEM1lOUUVBQUFBQUxrMm9CQmRXbU5QUldWS3RxSklsOWQ4OWV5aW1kT2xnMXdTYmlZb3FxWjQ5N2xLWm1CaFpsaFZyeVhHSEpNWVJBUUFBQUVBSUM0bmdJamEyUVJuTGFmMUZsaFhST0RGQjdVNThxdzRVY0gzTFptcld0SWtraGNsU3p5cDE2MTRUN0pvQUFBQUFBQmN2SklLTHNKSldCMHRXUzBsNjZyRUJpb2lJQ0haSnNLbklpQWc5MnErdkpNbXkxTlJ5aEhjSWRrMEFBQUFBZ0l0bi8rQ2lWcTF3WXpsZmxCVFdwWE5ISlRSc0VPeUtZSFBYMXErbjIyL3RMRWxoVG1PTlVLMWE0Y0d1Q1FBQUFBQndjV3dmWE1TNVNqNW9XVmFkbU5LbDFmZkJYc0V1QnlHaS8wTjlWQ1ltUnJLc1d0WENvdm9HdXg0QUFBQUF3TVd4ZTNEaGtzeTlrdFNpZVZQVnJsVWoyUFVnUk1SVnE2bzJyYStYSkZreWY1WGtESFpOQUFBQUFJQUxaK3Znb21xdCtuVXR5eEVYSHU1V3E1Yk5WYkpreVdDWGhCQVJHUkdoVmkxYnFFUmtwQ3hqeFZhdTArRGFZTmNFQUFBQUFMaHd0ZzR1NUFocllvektSWldNVW90bTF3VzdHb1NZeElTR0tsT21qQ1JUS3N4eVhSL3NlZ0FBQUFBQUY4NjJ3VVZjWEZ5RVpabVdrb21JcTFaVk5hckhCYnNraEpqcWNWVlZyV3Fzak9TV3BlWVZLaVRRWlFjQUFBQUFRb3h0ZzR0c1o2bFNsdVZvYlZtV2Rkc3RIZVYwTWtVQkxvekw1VkxuRHUxbFdaWWxxWGxrWkY2NVlOY0VBQUFBQUxnd3RnMHVYQzVkYTFtcTczYTcxZVdXanNFdUJ5R3FVNGYyQ2c4UGwyVlpkVTFZQkd2cEFnQUFBRUNJc1c5d1lWbTNTM0kxYjlwRTVjcVdEWFk1Q0ZIbHk1VTlOVCtLUzA3VE9kajFBQUFBQUFBdWpHMkRDMWxxSmttdFdyYlFpWjcrd0lXekxFdHRXNTJjbDlOUzQyRFhBd0FBQUFDNE1IWU5MbHdPWXlWSVVyMzR1c0d1QlNFdW9lR0psVkF0WXpXMDhUMFBBQUFBQUNpRUxUL0VWWTZQcnlGTHBVcVdMS0dLRmNvSHV4eUV1R3V1cWFDU0pVcklzbFE2dGthOW1zR3VCd0FBQUFCdy9td1pYRGlOTzBHU3lwY3RxeElsSW9OZERrSmNoRHM4RUlDNVhNNG13YTRIQUFBQUFIRCs3QmxjV0k3R2tsUytmSG1WaUxSZmNMRng0MFlkUDM3OGpPM3o1czNUZ1FNSHp1dGNodzRkMGtjZmZhUk5temFkOVh4ejVzdzU1N244ZnI4MmJkcWt0TFMwODdyMnVmejQ0NC82OU5OUEwraVlYMzc1UmUrLy83NThQbCtSMUZBVTNPRnVWYXAwalNUSk9GeE5nMTBQQUFERlRVcEt5bG5iOC9MeWxKV1ZkY1hxQWY2c3ZGNnZrcE9UZzExR29TNjFOanQ5dnNDVjV3cDJBWVh4eXpSeXlGTDVjbVVWYWJQZ0lqYzNWNDg5OXBnU0VoSTBmdno0QXUzNzkrL1g2TkdqVmJ0MmJiMzc3cnR5dWM3K0l4NHpab3hXcjE2dDIyNjdyZEQyN2R1M2ErVElrZnJyWC85Nnp0cHljbkxVcTFjdlBmZmNjK3JXclp0MDhnVytidDI2Y3g1YnRXcFZsUytmZjFqT3NtWEx0SERoUXQxOTk5MWF0bXlaZkQ2ZmJycnBwck9lWjgyYU5abzBhWkx1dmZkZU9aM09jMTczU25DNzNicW1ZZ1ZKa2lWRGp3c0FBSXJRbkRsemxKU1VwTWNlZTB6Ly9kLy9YV0JTOVVPSER1bnBwNStXSkUyZE9sVmhZV0ZCcWhRby92cjI3YXVVbEJSOTl0bG5pb3FLdXFSejVlWGxLU2NuUitucDZUcDgrTENPSERtaUkwZU82UERod3pwNjlLaHExS2lodSsrKys3TFhab3pSRTA4OG9VcVZLbW5Ja0NHRjd2UEVFMC9JNlhUcXRkZGVPKy96SXJUWU1iaXdMTXVxTEVubHlsNnRpSWp3WU5lVHovejU4NVdXbHFZK2Zmb1UybDZ4WWtVOStlU1RTa3BLMHRxMWE5V2lSWXV6bnV2YmI3OVZpUklsMUs5ZnZ3THRFeWRPMUp0dnZpbGpqT2JObTZjbFM1WVUyR2ZNbURHcVhidjJHYStSbTV1cmh4OSsrSnpQYS9EZ3dicm5ubnZ5YlhPNzNmSjRQSktrSDM3NFFaOS8vcmxlZU9FRjNYcnJyWUY5dkY2djh2THlWS0pFaVhOZUkxamNZV0duejVVU0Y5eHFBQUFvWHJwMjdhbzllL1pvM0xoeDJyeDVzMGFOR2hWb1c3Tm1qWVlOR3liTHN2VGNjOCtkTWJTWVBuMjYwdFBUTDdxR2poMDdxazZkT2hkOVBCQXFqREhLenM0K1kzdlhybDAxZHV4WWZmLzk5MnJidG0yaCs3aGNMcm5kN3NEakhUdDI2SmxubmxGMmRyWnljbklDLy9mNy9XZThUbFJVbEdyVnFwVXZ1TGdjdGVua0tvSHg4ZkY2NzczMzFMMTc5d0tmZll3eFdyOSt2ZTY2NjY0elhodWh6M2JCUld4c2JJUmxqTXZwY3FsVXFWSzJXZ3JWNS9QcGd3OCtVTnUyYmRXd1lVTmxabWFlOFFYaWNEajA3TFBQRnRnK2NPQkFkZXZXVGF0V3JkSkxMNzJrVnExYUtURXhVZi84NXo4MVlNQ0FmQy9VSlV1V2FObXlaZXJUcDQrOFhxOFdMVnFrQVFNRzVPdkpVSzVjdWZPcS9mbm5uMWZ6NXMwTGJidjk5dHNMM1I0ZUhpNnYxeXRKR2pKa2lISnpjelZpeEFqRnhNVG8rdXRQTERFNmZmcDBUWm8wU1d2WHJqMnZPb0xCc2l4RlIwWEo1WExKNi9XNlltTmpJNU9UazgvOFd4VUFBSnhSZG5hMmxpMWJsbTliM2JwMTFhNWRPNVV0VzFZTEZ5NE1iTit4WTRkOFBwLzY5ZXVuek16TWZHMVhYMzIxbWpZOU1ZSnoxcXhaMnI5Ly8wWFhWTDE2ZFlJTC9DbWtwS1NvYTlldTU5eHYrUERoWjJ5NzQ0NDdOSExreU1EajMzLy9YZHUzYjFmbnpwMVZ1WEpsUlVaR0tpSWlJdkJmWkdTa1NwY3VyWmlZR01YRXhLaDA2ZEtGOXF5K0hMV2Q4dUNERDJycDBxWGF1M2R2Z2VEaTExOS9WVVpHaGxxMWFuWE9heU4wMlM2NGNEaktSQmpMY2pvY2x1MTZXeXhjdUZCLy9QRkhvQXVTMisxV3IxNjlBdTFaV1ZuNjRJTVAxTGx6WjlXc1dmamlGWFhyMXRVUFAveWdwNTkrV3JWcjE5YllzV04xNU1nUnpaZ3hRMHVXTE5HcnI3NnFyVnUzNnRDaFEvcmlpeS9VdG0xYkRSZ3dRTnUzYjlmczJiTzFmUGx5alJvMVNnN0gvMDFQc21yVktoMDllbFI1ZVhuU3lSZHZlUGlKbjkycE53UXhNVEdxVUtHQ2poMDdwa09IRHAyeHZ0TkZSRVFvTHk5UHhoZzVIQTZOR0RGQ1ZhdFcxWFhYWFhlSlA4a3J6eDBlTHFmRElhOHhEb2VqVElSRWNBRUF3TVU0ZHV4WXZsNFZwMXV4WW9WMGN2aXF5K1VLREptZE1HRkNnWDJiTldzV2VKL3kxVmRmbmZGNm8wYU4waGRmZktGdnZ2bEcwZEhSUmZRc2dOQjAxVlZYS1NrcEtmQTRPenRiMzM3N3JXNjU1WlpDOTkrK2ZidFNVMU5XeEtsUUFBQWdBRWxFUVZUemZhaXZYTGx5dm4zKytPTVBTZEtqano2cVNwVXE1V3RidUhDaG9xT2oxYVRKdVVkYkYyVnQwNmRQMTZ4WnN3b2M4OXBycitVYkRqSno1a3d0V3JSSWxtVXBOVFUxWHpoNnlzMDMzM3pPNGZ1d1A5djlEVm9sdlJHV0hDN0xjaWdpM0Q3QlJWNWVuaVpQbnF4dTNicXBaczJhK3U2Nzd6UjE2bFM5OU5KTHFscTFxaVFwS1NsSkhvOUhyVnExVXFkT25hU1RReW44Zm4rK25oUmVyMWV0V3JYU3FGR2pGQkVSb1VxVktpa3BLVWtyVjY2VVpWbDY3NzMzbEphV3BxbFRwd2E2YU5XcVZVdGp4b3pSNzcvL1hxQVh5Z2NmZktBTkd6WUVIcytkT3pmd0JtRDY5T241OWwyd1lJSEdqUnVuMWF0WG4vTTVSMFJFQko2N3krWFMzcjE3VmFWS0ZVMmJOazA3ZHV6SUY5cllYYmpiTFlmVEtTUExZU0x6SWlVZERYWk5BQUNFb29vVksrcUhIMzQ0Nno3WFhYZWQ3cjc3N3NEY0ZnQ0tSa1JFaERwMDZCQjQvTmxubjJucDBxWHEzTG16T25ic21HOWZ2OSt2ano3NlNOdTJiVlB2M3IwRG4xbisweDkvL0NHbjA2a0tGU29VYUV0S1N0SjExMTBYQ0JtdlZHMkppWWtGaG93VXh1LzM2NnV2dnBMVDZkU1lNV01DMjNOemMyVlpsdHh1dDlxMmJVdHdVUXpZNzIvUUh4WmhMRGtkRGtmZ2c3TWRmUERCQjBwUFQ5Y2pqendpWTR6ZWZ2dHRaV1JrQkY3Z1AvMzBrejc5OUZQZGVlZWQrVUtMdi96bEwyclVxRkcraVdRYU5HaWdmZnYycVh2MzdnV3U4K1dYWHlvdExVME9oME05ZS9Zc3RKYVpNMmRLa3Y3cnYvNUxmZnYyMWVUSmt5Vkp4NDhmVjl1MmJmWHNzODhHaG45Y3pBemUrL2Z2MS9idDIvWExMNzlJa25yMTZxVTllL2JJNC9ISXNpekZ4c2FxVnExYUlUVzVWdmpKSGhlV1paekc0N0x2aEJ3QUFJU0lSWXNXeVJoenh2YmR1M2NYK3UyblRxNGMxN2h4NDh0WUhWRDhHR09VbVptWmIxdUhEaDAwWjg0Y3paZ3hReTFidHN6WE5uZnVYRzNjdUZIRGhnMVRtVEpsbEpHUkVXaHp1OTJCSHRySnljbXFXTEhpSlUyc1g5UzFOV3pZVUEwYk50VCsvZnMxYmRvMFBmTElJeXBUcG95KytlWWJaV2RuQitiY216NTl1bzRkTzZaNzc3MVhUejMxVk9BY1BYdjJWSTBhTmZUS0s2OWM5SE9DdmRnd3VQQkh5T1d5MVZDUmpJd01UWnMyVGVYS2xkUFlzV04xN05neC9mYmJiM3JqalRjVUhoNnV0TFEwRFI4K1hMVnExZEtnUVlNQ3g3bGNMalZ1M0ZpelpzM1NEVGZjb0RadDJnVGFoZ3daRXBqNDhuUTVPVGw2L1BISDljQUREK2lHRzI0NGExMFZLMWJNOS9qVW00ZHp6UXR5K2pDVC8vU3ZmLzFMenozM25IVHlsNFlrWFh2dHRicnZ2dnRVcTFZdDFheFpNMStndEhMbHlyTmV5eTdDdzkxeU9CMlNzUnlXblBaSnhBQUFDRkdqUjQ4T3pJVlZtRldyVnVtbm4zNHF0SzFWcTFZRUY4QUZPbno0c0RwMzduekc5bmJ0MmhXNi9lV1hYOWJMTDcrY2I5c0REenlneHg1N1REb1pYTVRHeHRxdU5tT01ubi8rZVczYnRrMFBQZlNRZFBMTDRsbXpaaWtxS2tyeDhmR2FPbldxZFBLTDE5TWRQSGhRclZ1M3ZxVG5CSHV4WDNCaG5CRXl4dVd3SElFVU1OaWlvNk1EOHpyazVlVnA5ZXJWdXVtbW05U21UUnRsWjJkcjZOQ2h5czdPMXRTcFUrVnl1WlNabWFtY25Cemw1T1NvYytmT21qTm5qbDU0NFFYTm5qMWJNVEV4a3FSR2pScnB3SUVEQlhwRWJONjhXWkpVcjE0OWxTMWI5b3cxbFMxYnRzQXlRcWVHbFp3dExjM056VDNyejdWbHk1YWFPSEdpYXRldXJUMTc5dWloaHg3U1BmZmNvN3AxNndiMm1UOS92aG8zYmx3Z09MR3pFejB1bkRLV0hISTY3TFhHTGdBQUllamJiNzg5WXh0RFJZQ2lWNnBVS1kwYk42NUl6bFd0V2pYcFpBL3gxTlRVczY2RUdLemFQdjc0WTYxZXZWcVRKazBLTEVqd3hCTlBhTy9ldlJvNmRLanV1ZWNlR1dQVXFWTW5iZDI2TlhCOFdscWEwdFBUTHptTWdiM1lMcmp3T1JUbWt1V3dMRXR1R3cxRk9EVWNZL0xreWZycHA1OENReitHRGgycTFhdFh5K0Z3cUh2Mzd2TDVmSVVlbjVPVG83Rmp4K1liZXpWKy9QZ0NzM0xuNXViSzRYRG8rZWVmUDJzOVE0Y09WZGV1WGVYeitRb3NKL1Q4ODgvcnhSZGZsQ1QxNzkrL1FCMW5HNEpUdG16WlFHQnlxc3ZXa1NOSEF1MGJOMjdVYzg4OXArN2R1MnZvMEtGbnJkRk93c0pjSjN1YUdJY2wyU01SQXdBZ0JHM2J0azI3ZCs4KzUzNTc5KzdWNHNXTHo3clBqVGZlR0ZKRFQ0RmdjcnZkdXVtbW00cjBuUHYzNzVmUDU5T1hYMzZwK2ZQbkYyalB5Y25STjk5OGM5WVZPejcrK0dOVnIxNjlTR3RidDI2ZEprNmNxRDU5K2dSV005VEpudU9qUjQvV2d3OCtxT3pzYkwzNzdydmFzbVdMdnY3NmEyVm1aaW9xS2lyZkY4RW9QbXdYWExpTUo4OVNtTThZRTFnbHd5NDJiOTZzRHovOFVNT0hEdytrZnIxNzkxYXpaczFVdVhKbERSczJURGZjY0lPNmRPbWk1T1JrdmZubW0zcjExVmVWa0pDZ1YxNTVSZDkrKzYzMjdkc1htSzMzUDd0RkpTY25xMmZQbmhvd1lJRHV1KysrODZySjRYQUVsZ3phdDIrZkprMmFwTjY5ZXlzdUxrNDZMYkU4SlRVMTlieVhVRDAxZjBkS1NvcDBNbFFaT1hLa0tsZXVyTWNmZi95OHptRVhYbzlYZnVPWFpQbjlNdmE2c1FBQUNDRUxGaXpRakJrenpycFBXRmlZVnE1Y2VjNGhwUXNXTEFqMFJnVncvdnIxNjNkZWsrMy9wM256NXVXYmhOUGxjZ1dHWVJUbXd3OC8xRFhYWEJPWXc2OHdwVXVYTHZMYXZ2enlTeVVrSktoSGp4N2FzV05IWUVYRW5UdDNhdmp3NFJvMGFKQ2FObTBhbUlEVEdLTVZLMWFvUTRjT1dyNTh1U0lpSWdvc200clFacnZnUXBZelI1Ymw4L3Y5eXM3SkRYWTFBZW5wNlJvNmRLaGF0MjZ0OXUzYmE5T21UZHE5ZTdmYXRHbWp4TVJFR1dQazhYalVwRWtUZGVyVUtmQVBkY1dLRlZXMmJGa05IejVjdWJtNXFsaXhvbWJPbktsSmt5WVZ1SWJYNjVYWDY5WGt5Wk1EUFR6TzVkUk12WkwwL2ZmZlM1SWFOMjZzNXMyYlM0Vk16cmxyMXk2VktWTW1zRUxJMlpRc1dWSmx5cFRSN3QyN0EyUE1rcE9UOWNFSEh5Z3lNclJHVytUazVzcm44OGt5OHN2clp5bFVBQUF1MHNDQkF6Vnc0TUN6N2pOaHdnVEZ4c2FxUjQ4ZVY2d3U0TSttZHUzYStzdGYvbkplKzI3Y3VMSFE1VVVyVnF5b2h4OStXRHJadXlJdExTM2ZjUEIvL09NZnFsR2pSbUNmdExRMFpXWm1ubk1ZeHFYV05tTEVDR1ZtWnVyRkYxL1VtalZyTkhueTVNQ2NGanQyN0ZDVktsVUM4L3BWcjE1ZEZTcFUwT0xGaTlXK2ZYc3RXYkpFTFZ1MlpDV1JZc1oyZjVzNURrOU9oSEdjQ0M2eTdmUDVNaWtwU2NuSnlUcDgrTEJ1dlBGRzZlUWttS2VXQXp0OCtMQWtxVXlaTW9VZWYvcjJUcDA2cVZHalJ2bmFaODZjcVhuejV1bWxsMTRxMEV2aWxQSGp4NnRtelpycTFxMWJZTnZwM1N2MzdOa2pTWHJtbVdmMDl0dHZxMWF0V3ZtT3o4N08xcVpObStSd09IVG5uWGRxN2RxMTUzemVkZXJVMGViTm0vVS8vL00vV3JSb2taNS8vdm1RN0hhVms1TnpZaGlQWmZ5V3cxejRVaXNBQUVBNitVWExmNjRlY0xxc3JDeDk5TkZIZXVDQkI1U1dsbmJHL1J3T2gwcVZLbldacWdTS3Y3Smx5NnBMbHk3bnRhL2I3UzQwdURqZHFGR2o5TU1QUDJqR2pCbG5EQ1lHRGh5b1E0Y09hZHEwYVlGZTVKZWpOc3V5RkIwZHJSRWpScWgvLy83cTE2K2ZCZzBhcEVXTEZxbEhqeDRGNXRycjNMbXpac3lZb1Ztelptbi8vdjJCaVVkUmZOZ3V1UERsT0hLc0NIbjl4cS9zbkp4Z2x4TVFIeDh2djkrdjZ0V3JLeTR1VGxXclZsVzFhdFVDRTEzdTNMbFRrczVyRXBpcnI3NWFWMTk5ZGVEeG9rV0xOSC8rZk4xeXl5MEZBbzNUN2QyN1YyWExsczNYcGRJWUUwZ2JmL2poQjFXdFdsWFIwZEY2K09HSDlkWmJiNmxHalJvYVBIaXdhdGFzcVFVTEZpZ3ZMMCtkT25YU29rV0xBdWY0OU5OUDg5Vnp1c2FORyt1ZGQ5N1IyclZyOWZqamo2dHIxNjduOWZPeW01eWNYUGw4ZmhsaitlVDAyQ2NSQXdBZ3hLeGF0ZXFjUFM1MHNvdjVoeDkrZU1iMmN1WEthY0dDQlVWY0hmRG5jZWpRSWMyYk4rKzg5dDI0Y2VOWjJ6LzY2Q010WExoUVhicDBPZXZubVdIRGh1bHZmL3ViK3ZYckYxaDE4WExXRmgwZHJVbVRKcWx2Mzc0YU9YS2tTcFVxVldBT1AwbnEwYU9IWnN5WW9kZGZmMTNseXBVcjhybEFFSHkyQ3k1S0tpdkhXREUrdjk4b3gwYkJSYTlldlFwc08zNzhlR0FTbUI5KytFRk9wMVB4OGZGblBNZUVDUlBVcEVtVGZNdWlmdkhGRjNycHBaZGtqTkdDQlF2TytRLzRva1dMOG9VTy8vNzN2eFVURTZNalI0NW83ZHExdXYvKyszWC8vZmZyd1FjZlZQLysvZlhPTysvb25udnVVWFoydHFaTW1hSVdMVnJvbW11dXlYZk91TGc0elpzM1R4NlBSM2ZjY1VkZys3Rmp4N1JseXhZWlk5UzFhOWQ4M2IzbXpwMnI2T2hveGNmSHEzdjM3dWZ4RXd5dVV6MHVMQmwvdXAyNjhnQUFFR0lTRWhJMGZmcjBRdHM4SG8rZWZ2cHB1ZDF1N2QrL1gvZmZmLzhabDBoa1VrN2cwdXpZc1VPalI0OCtyMzFQclQ1WW1PWExsMnZpeEltS2o0L1g4T0hEejNxZSt2WHI2OVZYWDlVVFR6eWgvdjM3Ni8zMzMxZDBkUFJscTAyU1ltSmkxTDU5ZTAyYk5rMSt2MThwS1NrRjVzYUpqWTFWOCtiTjllT1BQK3F1dSs2UzIrMCtyMnNqZE5ndXVOZ2w1VlEzeG50aXFJaDlnZ3V2MTZ2dDI3ZHI0OGFOK3ZYWFgvWHJyNzlxNTg2ZG1qeDVzbXJVcUtIUFAvOWNMVnEwT092Y0QvLys5NysxWjg4ZXRXblRSbmw1ZVhyOTlkZjE2YWVmNnBaYmJ0R3p6ejZyYjc3NVJsdTNidFhkZDkrdDh1WExGemoramp2dVVQUG16ZlA5UWprMWRtdjY5T255ZUR6cTJyV3JZbUppOU9hYmI2cDM3OTRhTTJhTTNudnZQWTBhTlVxSER4L1dwRW1UOU5WWFh4VTQ5NFlORy9UdmYvOWJkOXh4aDR3eCt2cnJyelZ1M0RqNWZEN1ZyVnRYMjdkdno5ZTdZK0hDaFVwUFQ5ZjA2ZFB6emZSclY2Zm11SkJsK1krNTNRd1ZBUURnSWtWRlJhbCsvZm9GdG5zOEhvMGNPVkxIamgzVGxDbFR0SFRwVXMyYU5Vc05HalE0NjhSK0FDNU9peFl0Q3AwM3J6Q0xGeThPcklwNHV2WHIxMnZRb0VHNjZxcXJOSDc4K0xPdVBuaktEVGZjb09IRGgydlVxRkVhTkdpUUprMmFWR0EraWFLbzdaUXZ2dmhDMDZaTlU4ZU9IYlZtelJvTkdEQkFVNlpNeVRjc2Z1blNwVnF4WW9VazZaTlBQbEg3OXUyWm5MT1lzVjF3b1YyN2NreTl4Sk9UYzlvanVEaDY5S2h1dSswMjVlYm15cklzMWFsVFIwMmJObFhmdm4wVkZ4ZW5wNTkrV3RuWjJYcmtrVWNDeDV4WWVsT0I1Vkg5ZnIrT0hqMnFTcFVxYWNPR0RSbzFhcFNTazVQMStPT1BCM295eE1URWFQUG16YnJ6emp2VnZuMTd2ZkRDQzRHaEtLZFlsbFhnRjhPK2ZmdjA2YWVmNnNZYmJ3ek1qMUc1Y21XOStlYWJ1dXFxcTVTVWxLUkZpeFpwNE1DQnFsbXpaaUI4OFBsOGNqcWRnWE5VcWxSSnExZXYxdmp4NDdWbHl4WjE2dFJKUTRZTVVYcDZ1bnIyN0tuWnMyZnI3cnZ2bGs0T2pUazExOGZwVGkyZGV1cThkbUNNVVU1T3J2eCt2NHd4WG0zZmJwOVpYd0VBS0FaKyt1a25qUnMzVGx1M2J0V0lFU09VbUppb2hJUUVaV1ptYXRpd1laby9mNzRlZmZUUndNb0FwL3Z1dSsvazlYclBlTzVUcTV0OTk5MTNaLzJDcUU2ZE9xcGN1WElSUFNPZytQdnR0OS8wK09PUHkrVnlhZEtrU1FXK09QWDcvY3JOelMyMGQ5UWRkOXloYmR1MmFlYk1tWHI1NVpjMVlzU0l5MUxqcVRrQTI3VnJwOUdqUit1MzMzN1RRdzg5cFA3OSsrdmpqejlXaFFvVnRHelpNZzBkT2xSeGNYSHExNitmbm4zMldUMzY2S042NTUxM0Fpc3RJdlRaTDdnNDhVRXoyYktzeFBUMGRPWGw1UVc5cTArWk1tWDAxNy8rVlRWcTFGRFRwazBEM2FHV0xWdW1QbjM2YVAvKy9Sb3hZa1MrU1N0UFRSZ3phOVlzN2R1M1QrdlhyMWRXVnBicTFLa2poOE9oMHFWTDY1VlhYc21YQkY1Ly9mVzYvdnJydFduVEp1M1pzMGV6WjgrVzIrMVdlSGk0amg0OXFnTUhEaFJZYnNqdjkydmt5Skh5ZUR4NjRva244clZWcVZKRkw3NzRvaFlzV0tCdTNicnB3UWNmbEU1YjV2U05OOTdRdGRkZXE5VFVWSzFhdFVwMzNYV1hycjc2YXBVdlgxNkRCdzlXWW1LaWRESlFHVEZpaEY1ODhVVkpDaHpUb2tVTGJkNjhXUk1tVEFpOGtWaStmTGxxMUtoaHExbDh2VjVmWUhJd1k3UXoyUFVBQUJEcXZGNnZ0bTdkcWxXclZtblJva1hhc21XTEtsYXNxRGZmZkZNdFdyU1FUbjZKY3lyRW1EQmhnbnIyN0trYU5XcW9YYnQycWwyN3RxcFZxNmFhTld0cTZOQ2g1elU4K0Z3ZmpBWVBIcXg3N3JtbnlKNGpZSGMvL3Zpam1qVnJkbDc3R21NS2JGdXpabzJNTVpvNGNXTGdNOG44K2ZPMWNlTkdsU3haVWp0MjdGQk9UczRaQThHLy8vM3YyckZqaHc0Y09DQ1B4NU12NExqVTJyS3pzelYyN0ZqTm5UdFh6Wm8xMDVneFkrUjBPdFdnUVFNbEpTVnAzYnAxS2xldW5HYk9uS25YWDM5ZGxTcFYwbHR2dmFWeTVjckpHS05odzRicHZ2dnUwNUFoUS9JdGJJRFFaWjlQbDZleFpOWksxdTM3VXc4b0t5czc2TUdGSlAzMXIzL045L2k3Nzc3VDMvLytkMVdzV0ZHVEowOE9MRDk2U3BVcVZkU3JWeS9ObmoxYkN4WXNrTXZsMHZYWFg2K09IVHNxSWlKQzc3MzMzaG12VmI5K2ZkV3ZYMSszMzM1NzRGc0dsOHVsaGcwYkZ2Z0gyZWZ6S1NNalF3TUhEbFRWcWxYenRYMzIyV2Rhc0dDQnVuZnZycUZEaHdhMjMzYmJiVnEyYkprKy9mUlRmZkxKSndvTEMxT2pSbzNVdDI5ZmxTMWJWbSs4OFVhQm1tNjc3VFpGUjBkcnlwUXBHajkrdk5xMGFhUFdyVnNyUFQxZFI0OGUxZUhEaDJWWmxwbzNiNTZ2NTRrZDVPYmxLbm5maVoralpabFZ3YTRIQUlCUTlzVVhYMmpNbURHQlhoSjE2dFRSc0dIRDFLMWJ0MExmczNYdDJsVTMzM3l6NXM2ZHE3bHo1d2JlQTlXclYwOGZmUENCUHY3NDQwQVAxVXR4cGtrQ2dlTHFVcGNjdmYvKyszWGJiYmZsVy8wd016TlRzMmJOa2pGR0VSRVJhdGFzMlJrRFFhZlRxVmRmZlZVUkVSRUZ2clM4MU5xZWVlWVpMVnUyVFBmZWUyK2dWOGdwclZ1M1ZxdFdyVFIwNkZBdFhyeFlqUm8xVWxKU1V1QjNRTWVPSFJVV0ZxYVJJMGZxaFJkZVVKMDZkYzQ2RHlGdzBXTHJOTHFyZXIxRTA2bHJkL1BIdmhSalY5OSsrNjNKeWNtNTdOZngrWHhuYlU5TlRTMTB1OS92TjB1V0xMbE1WWVdPdzRlUG1GdnZ1TnRVcjVkb3FzVW5zS0E4QU9DS2lJdFBiQmRYcjFGS1F2UFc1c2VWcTRQOXoyR1J5Y3ZMTTYrOTlwcjUvUFBQelI5Ly9ISEJ4NmVrcEppdnZ2cks3TjY5KzdMVVYxejh1SEsxYWRiNlpoTlhML0ZvWEh4aXUyRGZ6eGNpTVRHeFhaTW1UVklhTjI1OE5ERXh0R3BYNExXYmVMUlo2NXR0KzlyTnljbTVJcDlETGtaUjFMWno1MDZ6ZVBIaXMrN3oyV2VmbVhIanhobVB4MU5vKzY1ZHU4eEhIMzJVYjl1U0pVdE15NVl0elcyMzNXWTJiTmh3U1RWZWpDTkhqNW83N3I3UHhNVW5ldVBxTlRyenhCNG93Slk5THB5NVpyMkpsRWxOUFdobFpkbDNIc1cyYmR0ZWtldWNtaS9qVEFxYnlGTW41OE5nS2FBVFBTNzJwZXlYTWNiazVqaldCcnNlQUFCQ1dWaFltSjU4OHNtTFByNWl4WXJxMHFWTGtkWUUvTm44NXp4NGRsSVV0Y1hGeFoxemZvcHpyV3hZclZxMVFsZUdSR2c2K3lmaUlObTkrK2ZkUnRhUjlJd01wZXhQRFhZNUNISDdVbEtWbnBFaFN6cTBmOWY2WGNHdUJ3QUFBQUJ3L213WlhFanlTLzUxa3JSNXk5WmcxNElRdCtHWFgwLyt5V3dJY2lrQUFBQUFnQXRrMStCQ2xyUmFrcGF2V0ZYb1RMUEErVERHNkx2dmY1UWsrUzJ0QzNZOUFBQUFBSUFMWTl2Z3dzaDhLV1B5VnF4YW85UURCNE5kRGtKVWF1b0JMVit4VXBJOFJ2NnZnMTBQQUFBQUFPREMyRGE0eVBWbWJ6ZlM1cnk4UEMxWXREalk1U0JFTFY3NnJUeGVyMlRNRmsrT2ozRkhBQUFBQUJCaWJCdGM3UGQ2TTR6MHZUSEd6UDFxUVpHczc0MC9GNS9QcDRXTGw4Z1lZNHlsVmY2c3NFUEJyZ2tBQUFBQWNHRnNHMXhvMTY0Y1k3UkNzbkwyN0UzV2xtM2JnMTBSUXN5TzMzZHExKzQ5c3FROEdhMU1UZjM1ZUxCckFnQUFBQUJjR1BzR0Y1TDg4djFzV2ViUThlUEh0ZmFuOWNFdUJ5SG01MTgzNldoYW1pUXJ3M2pObW1EWEF3QUFBQUM0Y0xZT0xwSzMvTHJKR08zTHpjdlQ4cFdyZGZ3NFg1amovT1RrNW1yRnFqWEt5c3FXNU4rL2UvdlBMSVVLQUFBQUFDSEkxc0dGSksrUi8yTkpXckZ5dFg3YnluQVJuSjlkdS9ab3liZkxKRW5HYUpva0pra0JBQUFBZ0JCazkrQkNXWWQ5SHhpWjNjZlMwL1hSSjdPQ1hRNUN4TlQzUDFKYTJqRVpZM1llUCtKOU45ajFBQUFBQUFBdWp1MkRpNE1ITjJYNmZXYWtKTytYWHkzUTVpMnNhSW16Mi9UYlZuMCs5MTh5Umo3Si84ckJnNXN5ZzEwVEFBQUFBT0RpMkQ2NGtDUi9sdTlma2xraFNhK01lME01T1RuQkxnazJsWk9Uby85NTgrMFREeXl6eHV0M2ZCWHNtZ0FBQUFBQUZ5OGtnb3ZrNUkxcHhtOCtrVEc1NnpiOG91OS9YQkhza21CVHE5YjhwRFVuVnFEeFdIN3pXZkxXRFNuQnJna0FBQUFBY1BGQ0lyaVE1RGZTQWlQdHlzek0xSXhaczVWMjdGaXdhNExOSEQ5K1hQK1kvYm1PSEQwcVNTa2VyKzl6U2Y1ZzF3VUFBQUFBdUhpaEVseG85NWFmZC9wbFhqWkd2dVVyVnVtek9WOEd1eVRZek9kenY5TGlwZC9LR1BsOFB0OUx5VHMyc2d3TkFBQUFBSVM0a0FrdUpHblBiejkvSXBtUFBCNlAvdWZOZDdSeXpkcGdsd1NiV0xmK1o3MzZ4a1I1UEI0Wll6N1pzL1dYRDRKZEV3QUFBQURnMG9WVWNDSEpjenpIODR5Uk5xZG5aSmkvRDNwRzIzYjhMbU5Nc090Q2tCaGp0SFBYYmcxNlpxVFMwek9NTVdhTDhmdWZsK1FKZG0wQUFBQUFnRXNYYXNHRkR1N2FkTUR2TllNdDZWRHFnWU42WVhTUy90akgvSXQvVmdjUEh0S29NV08xYy9jZVNWYTY4V3ZZbm0yLzdBcDJYUUFBQUFDQW9oRnl3WVVrLzU1dEd4WWFZOFlZWTdSaTFSbzlNZWdaSFUxTEMzWmR1TUtPSERtcWdVOE4xZmZMVjhnWUk1L2xlMkgzVnRlL21KQVRBQUFBQUlxUFVBd3VKTW16YTh2UGJ4ampmOTduOTJmOXRINkQ3dS85c0hidTJpMi9uOCtzeFozZjc5Zk8zWHZVcC85aldyMzJKM2w5L215Znp6eTNkL012NDZXMURCRUJBQUFBZ0dJa1ZJTUxTZEl1YjlZcjhwbG5aWlMrZWN0V1BUendTWDM2djE4b056Y3YyS1hoTXNuTHk5Tm5jK2Jxa2NlZTBpKy9icFNSc21TWkY3eVpCOGNGdXpZQUFBQUFRTkZ6QmJ1QVM3SjllNjQzTnZadFY0bXJqc2hodmJWOXgrK1JMeVdOMC95RmkvWEl3MzNVdEVsak9Sd2huYzNnSkwvZnIzVWJmdEhrS2RPMGFzMWFIVCtlZFNLME1CcVFsMzd3bi92Mjdjc0tkbzBBQUFBQWdLSVgyc0dGcE9UazVHd3ArY1BZdXRldWM4bjVmbVptVnFObFB5eDNMbCs1U2pmZDJFYTllOTJyT3JWcXFrU0pTRVZFUkFTN1hGeUFuSnhjWldWbmFldjJIWm8rNHgvNmVzbFNlYjArR1dQOHN2U3oxK2Q1T0hucnBsWEJyaE1BQUFBQWNQbUVmSEJ4U3ZLV1gzKytwbnE5N3VIaDduNUdWamV2MTF2LzYzOHYxYitYZnF2YU5XdW9YbnhkVlkrcnBtc3FsbGRVeVNpVktCRXB0OXNkN0xKeG1qeVBSMWxaV2NyTVBLN1VBd2YwKzg1ZDJyeGxxN1p0LzEwK24wODZzZnpwRm1OWmM0M1g5M2J5dGsyL0I3dG1BQUFBQU1EbFZXeUNDMGxLMmJsNXQyclZlcjZLSXQ2MVhNNE9EdWtodjkvZlpNdTI3ZHF5YmJzc1M0cU1pSlFyekNXWDA4VXdFcHZ4RzcrOFhxKzhIcSt5YzNKa2pBbTBHYU1OeHRKVVg1NjFLTm1SdVVmYnQrY0d0VmdBQUFBQXdCVlJySUlMNmNTOEYzdWxIVHJ4M3p1eE5lSWJPc1BDZTFvT3E2Mk1xWDQ4Tzh0dFpWbE9ZeG1IWkJXUDVNTElraVZ6SG52YW5QRmJ4dkxMTWo1SmVYNi9kanNzczB4KzN6OTNiZDI0SWRqVkFRQUFBQUN1dk9JWFhQeUg1TjkvKzBYU0w1SlV0bXpkNklqU3Jnb3VoNGt5VGtjSlM2NlFIeXNTNGRKdGxpVm50a2R6ZzEzTHBUTHk1WGw4L2l6TGIyVm1XYmtIam16Zm5oN3NtZ0FBdUZRK3IwK2JObThKZGhrSU1aczJiNUhId3lydndlVHhlSGp0RmpOYnRtMlgzeGpsNXVicDEwMmJsWlZ6WlZlanpNak1WT2J4NDFmMG1zVkZzUTh1VG5mbzBKWU1IVkpHc09zb1FvNG1UWm9NTThaRWIvNWwzVk5TY2VoMUFRQkE4WktkazZPSmIwMVJXRmhZc0V0QkNQRjRQRXJQS0U1dlcwTlBla1lHcjkxaXh1L05rOS9qMGVFalIvVDZoTWx5dUs3czM2MHhmaDFMNTNWOU1mNVV3VVZ4azVDUVVOc1lVMWRTWkpNbVRlSi8rdW1uemNHdUNRQUFuSkJuL0NsdXkwcnhHeE9SbGs0bnd2OWsvRWJXcVQ5THNoeldPWTc0a3pJbU5jK1lsR0NYOFdlU1ovd3BibG1wZmttOGRzK0QzOGl5TE10dmpMSDc2empNWWNLaTNJNlNQci9mbjM3czJIR2ZMRjh3NnJBc2sydGtkZ2ZqMnFHSzRDSzB0WlowaldWWmx0L3Y3eVNKNEFJQUFKdll0K1huYlZWck5iamY0UW9ySCt4YTdDamNaV3FWY0R2NytJM3g1SGowWHA1UHZJa3ZoTTh5aC9iOTl2TzJZTmZ4WjdKdnk4L2JZdU1iM3UweXpxdURYVXNvaUhTcFczaVlkWlBIWjFZZDkyaG1zT3M1RzllSnowOGpuQTdyaUZQK0YzM0cyaFNNT296UFpPY2RQL1JMTUs0ZHFnZ3VRbFQ5K3ZYZERvZWpnYVF3WTR3c3k2b2JHeHNibVp5Y25CM3MyZ0FBZ0NUSnYyZjd4azJTZ3ZMRzJPNFNFeE5sU2ZWY0RrZE9oTk83WmV2R24xY0V1eWJnSkgveWI3L3dvZkk4SlNZbWRuRTRyTVF3V2V0My9iTCttMkRYY3phSmlZa3hKenVINVB4Lzl1NDhMcXA2L1FQNDV6c3o3SWpndmlhV2xpdUJaYVZYclRTdDdMcGJ0bHFhWVdYOVhLNWVOYmZNdkdhNW9LVzVtNmJtbXFXSlNwYjdGaW9qTHVBR2VGMVNFVVZBR0ppWjgvMzk0Y3k1TXpBRHFNQU0rSG0vWHI2Y09ldkQ2RHljODV6djR1MkJJNmRqOWN3N3BVVFptRlhqQVdReW1RS0VFSzNFL3p4Vm9VSUZWb1dKaUlpSWlJaW9UR0hob3BUeTh2S3FEK0J4QUpCU1FrclpGTUNqcm82TGlJaUlpSWlJcUNpeGNGRkthYlhhVjRVUW5sTGVtVWhFQ09HcDArazZ1em91SWlJaUlpSWlvcUxFd2tVcDlNUVRUM2hvTkpyZTFxSUYvdGZxNG5XT1cwSkVSRVJFUkVSbENRc1hwWkRKWkhvUlFKN3hMSVFRVlVORFExOTBUVlJFUkVSRVJFUkVSWStGaTFKSW85Rzg3V3lkRU9LOWtvMkdpSWlJaUlpSXFQaXdjRkhLTkdyVXFCcUFNTnR1SWxhV1pTM0N3c0lxdXlJMklpSWlJaUlpb3FMR3drVXA0K25wMlF5QVdwZ1FRa0FJWWJ0SmVVVlJXcmtrT0NJaUlpSWlJcUlpeHNKRjZhSUZFQXFnZkQ3YitHbzBtcWM0U0NjUkVSRVJFUkdWQlN4Y2xDS2hvYUhsTkJyTnMwSUlEU3l0TGF5c3I0VVFHaUhFVTAyYU5Na3plQ2NSRVJFUkVSRlJhY1BDUlNraWhLZ0I0R2xINDF0WVdhWkZmVUlJVWF0RWd5TWlJaUlpSWlJcUJpeGNsQ0pTeWxjSzZDWmlGYURWYWp1VVFFaEVSRVJFUkVSRXhZcUZpOUpESTRSNEc0NEg1SVR0Y25ISGF3RHlia1JFUkVSRVJFUlVpckJ3VVVvMGFkS2ttUkFpNUM1MmVieHAwNmJOaWpFa0lpSWlJaUlpb21MSG1TZEtDWjFPZDFaS0dXcTdUQWpSRk1CMEFGNVN5c0VBRHRtdTEycTE1MHM4VUNJaUlpSWlJcUlpeE1KRkthSFg2MU1CcE5vdUN3a0o4ZGJwZENZcHBRN0EyWmlZbUtPdWk1Q0lpSWlJaUlpbzZMR3JDQkVSRVJFUkVSRzVMUll1aUlpSWlJaUlpTWh0c1hCQlJFUkVSRVJFUkc2TGhRc2lJaUlpSWlJaWNsc3NYQkFSRVJFUkVibUNFeDRBQUNBQVNVUkJWQkdSMjJMaGdvaUlpSWlJaUlqY0Znc1hSRVJFUkVSRVJPUzJXTGdnSWlJaUlpSWlJcmZGd2dVUkVSRVJFUkVSdVMwV0xvaUlpSWlJaUlqSWJiRndRVVJFUkVSRVJFUnVpNFVMSWlJaUlpSWlJbkpiTEZ3UUVSRVJFUkVSa2R0aTRZS0lpSWlJaUlpSTNCWUxGMFJFUkVSRVJFVGt0bGk0SUNJaUlpSWlJaUszeGNJRkVSRVJFUkVSRWJrdEZpNklpSWlJaUlpSXlHMnhjRUZFUkVSRVJFUkVib3VGQ3lJaUlpSWlJaUp5V3l4Y0VCRVJFUkVSRVpIYll1R0NpSWlJaUlpSWlOd1dDeGRFUkVSRVJFUkU1TFpZdUNBaUlpSWlJaUlpdDhYQ0JSRVJFUkVSRVJHNUxSWXVpSWlJaUlpSWlNaHRzWEJCUkVSRVJFUkVSRzZMaFFzaUlpSWlJaUlpY2xzc1hCQVJFUkVSRVJHUjIyTGhnb2lJaUlpSWlJamNGZ3NYUkVSRVJFUkVST1MyV0xnZ0lpSWlJaUlpSXJmRndnVVJFUkVSRVJFUnVTMFdMb2lJaUlpSWlJakliYkZ3UVVSRVJFUkVSRVJ1aTRVTElpSWlJaUlpSW5KYkxGd1FFUkVSRVJFUmtkdGk0WUtJaUlpSWlJaUkzSmJPMVFFUUVSRVIwWU5MU2ltMFdxMS9hR2hvb0t0am9hSWhwZlNYVWdvQVFrckpmOXQ3a0pxYWFraEtTaks0T2c1bm5uamlDVit6MmV3SkFFSUliMWZIUTJVZkN4ZEVSRVJFNUVwQlFvakpBTkpjSFFnVm1VQUFRUUEwUW9nSlFvaFVWd2RVMmdRRkJaME5DQWdZRlJzYmU4M1ZzZVRXcEVtVFI2U1VrNFFRbFhHbmNQR0lxMk9pc28rRkN5SWlJaUp5aFZRaGhBbUFKNEJtUWdoWHgwUEZRQWdSeW4vYmUvSzBUcWY3Q2NDZnJnNGtOdzhQai9ZQVhzMzk3eXFsL0svTGdxSXlqNFVMSWlJaUlpcHhlcjMrZUdob2FEOEFkVjBkQ3hVdEtXVTlyVmI3anBUU1ExR1VSVUtJczY2T3FSU3BLWVRvSzRUd3RSVDEzSTZVMGxzSUFTbmxNU25sSXN2aTJ5YVRhWjJMUTZNeWpJVUxJaUlpSW5JRmsxNnYvOVhWUVZEUkN3ME5mUTVBRHdEZVFvaTFlcjEraDZ0aktpMUNRME5EQWZRRTRPdnFXQW9paERnWEV4TVQ0ZW80Nk1IQVdVV0lpSWlJaUlpSXlHMnhjRUZFUkVSRVJFUkVib3VGQ3lJaUlpSWlJaUp5V3l4Y0VCRVJFUkVSRVpIYll1R0NpSWlJaUlpSWlOd1dDeGRFUkVSRVJFUkU1TFpZdUNBaUlpSWlJaUlpdDhYQ0JSRVJFUkVSRVJHNUxSWXVpSWlJaUlpSWlNaHRzWEJCUkVSRVJFUkVSRzZMaFFzaUlpSWlJaUlpY2xzc1hCQVJFUkVSRVJHUjIyTGhnb2lJaUlpSWlJamNGZ3NYUkVSRVJFUkVST1MyV0xnZ0lpSWlJaUlpSXJmRndnVVJFUkVSRVJFUnVTMFdMb2lJaUlpSWlJakliYkZ3UVVSRVJFUkVSRVJ1aTRVTElpSWlJaUlpSW5KYkxGd1FFUkVSRVJFUmtkdGk0WUtJaUlpSWlJaUkzQllMRjBSRVJFUkVSRVRrdGxpNElDSWlJaUlpSWlLM3hjSUZFUkVSRVJFUkVia3RGaTZJaUlpSWlJaUl5RzNwWEIwQUVSRVJFUkVSMGIxcTFLaVJ2NGVIeHlDTlJ0T2pnRTNMU3lrOUxhOWxDWVJHUllTRkN5SWlJaUlpSWlxMVBEdzg2bWkxMmw0QW1oUm1leWxsbHFJb2FjVWZHUlVWRmk2SWlJaUlpSWlvMUJKQ2VGanZiUlZGK1JyQXJ2eTJsMUtlT1g3OCtKa1NDNUR1R3dzWFJFUkVSRVJFVkNZSUlXSmlZbUkydVRvT0tsb2NuSk9JaUlpSWlJaUkzQllMRjBSRVJFUkVSRVRrdGxpNElDSWlJaUlpSWlLM3hjSUZFUkVSRVJFUkVia3RGaTZJaUlpSWlJaUl5RzF4VmhFaUlpSWlJcUlTRmh3YzdCMFVGRlExMStMcUFIUlNTZ0dnU2xoWVdCM2JsV2F6K1hwc2JPenRrb3F4WHIxNkFlWEtsUXZLdGRqNjNqZDNmRWFqMFhEOCtQRmtBRXB4eGRTb1VTTlBUMDlQWDl0bGlxS1VFMEpvTEs5OVEwTkRBMjNYcDZhbUdwS1NrZ3pGRlJNVlB4WXVpSWlJaUlpSVNsaFFVTkREUW9nVCtXeXlKUGNDalViekZJRG80bzNzZjhxVksvY1BJVVNrazlVZGhCQkp0Z3M4UFQzWGhJU0U5Q25PNG9wV3EzMU1DREUyMTdKQUtXVjFJUVNFRU9GQ2lKZHQxd2NFQkh3UDRNL2lpb21LSHdzWFJFUkVSRVJFSlN3bUppWStMQ3hNTDRRSUxjejJVc3JUZXIzK1NQRkhabmZPL1VLSUN3QnFGMkp6azZJb2Z4VjNpeEN6Mlp6bzRlSHhDZ0FmMitWQ0NPdmZUd040MnJwY1NwbHROQnFIRm1kTVZQdzR4Z1VSRVJFUkVWSEpVeFJGV1lnN045ZVFVdWJad0hhNWxQSlhBT2FTRERBbkp5ZFRTcm0za0RIbUtJcXl1N2hqT25ueVpJYVVjcTN0dVozOXNkaWZucDUrcmJqam91TEZ3Z1VSRVJFUkVaRUw1T1RrckpOUzNpeG9PeWxsaHFJb1cwb21xdjg1ZWZKa2pwUnl0NVF5cDZCdHBaVG5UU1pUVEVuRUphV2NDOEJzMDhyQzdvL05kb3FVTXVyaXhZdlpKUkVYRlI4V0xvaUlpSWlJaUZ3Z0t5dnJwaEJpciszTmRtNldkU2NCSkpaa2JEYjBBUEl0cmxoaS9Pbmt5Wk1GRmppS1FsWldWcXlVOGxRaFlrb0djS2c0Qnd1bGtzSENCUkVSRVJFUmtRc2tKU1ZsU3lsL2wxSXFzSFI5c0xMcElpSUJ4SmhNcGt1dWlGRlJsS01BL3M0ZFY2N1hSb1BCc0tDa1lqcDE2cFFCd0IrV3o4WlpUQUNRb0NoS1hFbkZSY1dIaFFzaUlpSWlJaUxYa0pZV0RjbjViR01Fc0xla1dqUGtaaGxzYzR1elZpRkNDRWdwRDhURnhmM3RjSVBpWVFTd1N3aVJrVjlyRlFDSFltTmpMNWRjV0ZSY1dMZ2dJaUlpSWlKeW5UZ2hoTnFhSXZjZ21FS0liQ2xsc1E5Nm1SK2owZmhUN21XNVdqWnNLdEdBN2pnSjRId0IyMnhtTjVHeWdZVUxJaUlpSWlJaUY0bUppVWxXRk9Xd281WURsdFlNTVhxOVBza2x3VmtjUDM0OFZrcDVJbmVNbHZoU3BaUUhTenFtbUppWU0xTEtlT3Y3M0RPZVNDbFRyMTY5dXJPazQ2TGl3Y0lGRVJFUkVSR1JDeW1Lc2lxZmRiTktOaHJIcEpUemJWNnJ5NFVRNXhSRk9ldUNrSXhTeWloSEt5eXppeXk0ZlBseVpzbUhSY1dCaFFzaUlpSWlJaUlYTXBsTXU2V1VWM0l2bDFLbTNMcDFhNE5yb3JLbjBXZzJBVWpQdlZ4S2VkeFY0MGlZVENhN3o4WjJRRk9UeVRUREZURlI4V0RoZ29pSWlJaUl5SVVzQTIvK1lPMktZV2t4QUFDYmtwS1NESzZPRDNkaVNwWlNIcmFOMFdLcnE4YVJPSDc4K0ZVQVViWmRXQ3lmWFV4c2JPeEZWOFJFeFlPRkN5SWlJaUlpSWhjem1VeExBS2hGQ2lsbGpoRGlWOWRHOVQrSER4L09BSERBT25VcjdzU1ljZnYyN2Q5ZEdaZWlLRE1kTE52bW1taW91TEJ3UVVSRVJFUkU1R0lwS1NuL2xWSWVzV25Sa0FBZ3p0VngyVEFyaXZJWGdFeWJHSDg5ZmZyMGRWY0dwZGZydHdKUXU2cElLVk9GRUh0ZEdSTVZQUll1aUlpSWlJaUlYT3p5NWN2WkFQNlEvM00wTFMzdFVpRjJMVEZTeW1nQWFaYlhVbEdVNzEwZEV3Q1RvaWpicmQxcmhCQ0pRb2lUcmc2S2loWUxGMFJFUkVSRVJLNW5CaEFyaE1pMjFBWGl6cDQ5bSticW9HeFp4bzFJdEx5OW9kZnI5N2s0Sk9CT3k0KzlsczhQQU00S0ljNjdPQ1FxWWl4Y0VCRVJFUkVSdVFHajBSZ0RJRkVJWVZBVVpZdXI0M0ZFVVpScGxwZS9BcEFGYkY0aWpFYmpXU25sZGR5SkwrYnc0Y05HVjhkRVJZdUZDeUlpSWlJaUlqZHcvUGp4YzRxaXhFc3BMOFhHeGthN09oNUhqaDQ5K2d1QUsxTEtQMXdkaTVYUmFEd0E0RENBTExQWlBNZlY4VkRSMDdrNmdJTFVlS1JKYlU4UDNTT3Vqc01kR2N6aUlXK05jbG9qaEVlVzBWd3Z1RUdvS01SdUQ1enM3T3pFdnhQajJGeXNER0orb1B2Ri9QQmdZdzZoKzhVY1VuYTVNaitZRkp3RTVKWGdCcUZ0WEhIK3dqQXA4cmRzay9RT2JoRDZuS3RqQVlCc0FKNkt2Q2lBZmVsRzdlUEJEVUpkSFJMelF4Rno2eHZkbXZWQ2Fubm94SThRYU9EcVdOeVJsQklhQ0EwQVNPR2F1Wk5MaWY4aVMvUktTdEludVRvUUtqck1EMVJFbUI4ZVVNSEJvY0h3bG91WlErZytNWWM0RUJvYStweEdvL2xKU3VrdHBleW0xK3QzdURxbXUrSDYvQ0FGRkFob2hOdGUzd3NKallSVUlOem5kbElENklTUXdpeUZ1M1FUWVg0b1FtN2Q0c0lEcUFXQkJnS2ltbytQRDNRNnJhdERvbExFYkRJankyQ0FJcVUzdkJFTWdFbWpER0Yrb1B2Qi9FRHdSckExaC9qNitFRExIRUozZ1Rta2pHTitvUHZBL0ZBODNMcHdZZVhyNDROUFBncEhhRWdUVjRkQ3Bjakp1RlA0OXZ0NVNFMXpxOEdZcVlneFA5QzlZSDRnSzE4Zkh3ejV2d0ZvMVBBeFY0ZENwUWh6eUlPQitZSHVCZk5EOFNnVmhRdXRUb3VHajlYSE0wODk2ZXBRcUpUeDhQQndkUWhVekpnZjZGNHhQeEFzT2FSUnc4ZVlRK2l1TVllVWZjd1BkSytZSDRvZVp4VWhJaUlpSWlJaUlyZkZ3Z1VSRVJFUkVSRVJ1UzBXTG9pSWlJaUlpSWpJYmJGd1FVUkVSRVJFcGRvVFR6emgwYXhaczNwM0poNGpvckttVkF6T1NVUkVSRVJFNUl6QllDam41ZVcxTEN3c3JJcVVjaW1BNWRldlg3OTQ4ZUxGSEFCbVY4ZEhSUGVIaFFzaUlpSWlJaW9UaEJCMWhSRGpwSlRES2xldS9GZmx5cFgvVUJUbEw3UFpISGY4K1BFTHJvNlBpTzROQ3hkRVJFUkVSRlNtQ0NGOEFUd25wWHhXbzlHa2FyWGFTMkZoWVNjQXJNM016Tng2NnRTcGRGZkhTRVNGeDhJRkVSRVJFUkdWR1ZKSzI3Y0NRSkNVTWtnSTBRUkFMeDhmbi9SbXpacXRNNWxNYzAwbTAvR1RKMDhhQUpoY0Z6RVJGWVNGQ3lJaUlpSWlLbE9FRUVDdUlvYjF0UkNpSElEM2REcmQyMXF0OW14WVdOZ2VSVkgyQWRBYmpjWVRtWXJMd2lZaUoxaTRJQ0lpSWlLaTR1QWpoUGdrTkRTMGEzR2ZTQWpoSmFXc1l5MVkyQ3dIOHJiQ3NOSUpJUnBJS1IvVGFEUnZDQ0grMW1xMUNScVRPZjUyRG1kZkpISW5MRndRRVJFUkVWR1JrVkthcEpTS0VNSUxRSS9jeFlSaU91YzlieStFRUZKS1h5bGxiUURsTlVLVElZUlMvRUVUVWFHeGNFRkVSRVJFUkVVbU96czd6dHZiZXhtQWgwdnd0SjRBV2dHb1lMc3dkMEhEdG9naTc2eThLYVZNQVBCZktlWEt0TFMwS01VeklBd0NMVXN1ZENJcUNBc1hSRVJFUkVSVVpPTGo0MVBxMWFzMzF0L2YzNmVrenFrb1NwQldxMTF0TFZ3NGFvRmgwMjNFQ0dBM2dMVm1zL21JbERJWndNMWp4NDdkQXFBRU53Z3RxYkNKcUpCWXVDQWlJaUlpb2lKMTl1elpiQURaSlhXK3hvMGJhM1E2blRvemlFMlJRZ29oc3FXVTZWTEtDd0IrQUxBeUppWW11YVJpSTZMN3g4SUZFUkVSRVJHVkJRS1dvb1dVTWdmQUdRQ3hVc3I5WnJONWIyeHNyQjRBNXd3aEtvVll1Q0FpSWlJaW9qSkJTdmszZ0UxU3l0OFVSWW5QenM2K2ZPclVxWFJYeDBWRTk0ZUZDeUlpSWlJaUt0V2tsQmxtcy9sOW85RjQ1dVRKa3ptdWpvZUlpaFlMRjBSRVJFUkVWS3BaaWhVblhCMEhFUlVQamFzRElDSWlJaUlpSWlKeWhvVUxJaUlpSWlJaUluSmJMRndRRVJFUkVSRVJrZHRpNFlLSWlJaUlpSWlJM0JZTEYwUkVSRVJFUkVUa3RsaTRJQ0lpSWlJaUlpSzN4Y0lGRVJFUkVSRVJFYmt0Rmk2SWlJaUlpSWlJeUcyeGNFRkVSRVJFUkVSRWJvdUZDeUlpSWlJaUlpSnlXeXhjdUluVTFOUmlPYTdaYkVaT1RrNnhIRHUzMU5SVUhEdDJETm5aMlNWeVBxTFNTRXFKcEtRazNMNTl1MURicDZTazROVlhYOFdmZi81WjdMSEJFdCtWSzFlSzdIZ0dnd0VaR1JsRmRqeWlzaXdpSWdJeE1UR3VEc09oNG9ndE9qb2FGeTlldEZ0Mjh1UkpyRnExQ3VucDZVVjZMaUlxR1ZldlhvV2lLQTdYWGJ0MkRWTEtBbzloTnB0aE5wdUxJVG9xelhTdURxQzAyTE5uRHdZUEhvd25ubmdDMzMvL1BZUVFUcmROVEV6RW9FR0RNSHo0Y0xSczJiTEFZMCtjT0JGNnZSNnJWcTJDUmxPMHRhUk5telpod29RSmlJNk9WcGRkdVhJRjU4K2Z6M2UvQ2hVcW9INzkrZ0NBRFJzMllQUG16WmcwYVJJQ0F3T2Q3ck52M3o2TUdUTUc2OWF0UTNCd2NCSCtGRVR1NTlDaFF3VVdCZjM5L1JFU0VtSzNMQ3NyQ3oxNjlNRGt5WlB4d2dzdkZIZ2VrOG1FaElRRTNMcDE2NzVqTG96Qmd3ZmoyTEZqK1Bubm4xRytmUG43T2xaT1RnNTY5T2lCSjU5OEV1UEhqeSt5R0luS3FwVXJWNko2OWVvSUN3dERmSHc4c3JLeTdtci9SbzBhd2N2TEN5a3BLY2pNek14M1d3OFBEMVNyVmkzUDhqVnIxcUIxNjlaNTFoVlZiRlptc3hralJveEF1M2J0OE5sbm53RUF6cDgvajQ4Ly9oaXRXclZDcjE2OTd1cjRSQVJrWm1iaXhvMGJ1SDc5T3E1Y3VZSy8vLzRiYVdscCtQVFRUKzN1TVpZdVhZb0xGeTVnMUtoUjZyTDQrSGlNR1RNRzA2Wk5RKzNhdFhIMTZsV2NPM2ZPNFhucTFxMkw2dFdyNTFsKy9mcDF2UHJxcTNqbGxWY3dmUGh3dTNXcHFhbDQ1NTEzVUxkdVhjeWVQVHZmZTU3OSsvZGorUERoV0xKa0NlclZxNmYrYkpjdlh5N3dNd2dPRG9aT3gxdmNzb2ovcW9XUW5aMk5iNzc1QnI2K3ZvaU9qc2JFaVJNeGF0UW90WGdocFVSV1ZoWThQVDJoMCttUWs1T0RpeGN2MmwwMFhMbHl4ZW1OUjZOR2pmRHp6ei9qcDU5K3dwTlBQdWx3bS9MbHl6dTh3TEE2ZGVvVTNuenpUYnp6empzWU5HaFF2ajlQVkZRVVpzeVlrZTgyYmR1MnhUZmZmS09lT3pZMkZtKy8vVGFtVDUrdUZqU0k3bFp3Y0xDM3Y3OS8zZVBIajU4QzRMZ2NYMHFNSGowYXljbkorVzdUc0dGRExGdTJyTVJpY3VadThrT1hMbDJ3ZS9kdXpKbzFTNzJaeUU5S1NncE9uanpwZFAxamp6MkczMzc3RFk4Ly9qZ3FWNjdzY0p0cTFhb3hyMUNobEtVY1VwQ0pFeWNpSVNFQkJvTUJPcDNPNllXNHdXQ0FwNmNuTkJvTlZxMWFoVnExYW1INjlPbjQvZmZmNGVmbjUzQ2Y3T3hzVksxYUZULy8vTFBkOHRXclYyUHk1TWxJUzB2RCsrKy9YeXl4V1IwNWNnU3BxYWw0NmFXWEFBRHA2ZWtZTkdnUTB0UFRzV3ZYTHJSdDI5YnVXRjI3ZHNYLy9kLy81Zk9KMFlNdU9EallPeUFnb0Y1c2JPekpzcFlmVENZVEZpeFlnS3lzTEJnTUJtUmxaU0V6TXhOcGFXbElUMDlIV2xvYVVsTlRZVEFZSE81ZnQyNWRkTzdjV1gyZmxKU0UwNmRQMjIyVGxaV0ZoSVFFdGVYMHZuMzc4T1dYWHpvODNyLys5Uys4OGNZYmlJdUx5N091WGJ0MldMMTZOUm8zYm95SEgzNVlYVDUzN2x5a3BLVGcvZmZmUjN4OHZOMCtGU3RXUk5XcVZkWDNodzRkZ3ErdnI5MytlcjBlbjM3NktieTl2UjNHSktWRWRuWTJObTdjaUJvMWFqamNoa28zRmk0S1llYk1tYmgwNlJMbXo1K1AyTmhZekp3NUUxSktqQjQ5R2tJSS9QMzMzK2pVcVJQKzg1Ly80TVVYWDNSNGpDVkxsbUREaGcyQUpma0lJYURWYXRYMTN0N2VtRDE3dHZyZWFEUkNxOVdxMWNqT25Udm5xVnphV3J0MkxRQ2dlL2Z1U0U5UFY0c20xcWFXVjY5ZVZjOERBQnFOQm52MjdIRjRyTndYQnM4Kyt5d1dMRmlBVHovOUZIMzY5TUh5NWN0UnAwNmRRbjEyUkxZQ0FnSXE2WFM2L1dGaFlXZWxsTXMwR3MxdmlxSmMxK3YxNlFCS1hadkFuajE3b2t1WExnN1hMVjI2VkcwQ1BXTEVDR2kxV2t5Y09MR0VJN3pETmo4VTVQbm5uMGRZV0JneU1qS2dLRXFCcmNCaVkyTXhkT2hRcHhjU3NPU2RxVk9uT2x4bk1CalFwVXNYakIwN3RzRFlpTXBhRHNuUGp6LytDQUJvMzc0OSt2WHI1N0FGUW1wcUt0cTFhNGVJaUFnOC9mVFRkdXVlZSs0NWZQSEZGdzZQdldMRkNtemN1TkZ1MlU4Ly9ZUXBVNmJnN2JmZnpyZG9VUlN4QWNEV3JWdFJyVm8xaElXRnFVV0wyN2R2WThhTUdYYjVaT1hLbGRpNWN5ZWFOV3VXYjB4RUFRRUJsYlJhN2U2d3NMQnpVc3BsVXNwSUljUzFzcEFmY25KeU1ILytmR2cwR3ZqNitzTEh4d2QrZm43dzkvZEh4WW9WRVJ3Y2pNREFRUFZQVUZBUUtsU29nRXFWS3FGaXhZb29WNjRjQUNBakl3Tjc5KzdGcFV1WGtKYVdocTFidDZybnNMYkczcmR2bi9xd3RWS2xTdW8xaEZYNzl1M1ZtTjU1NXgybk1ZOGJOODdoOHNtVEorZFo5dmJiYitPamp6N0NqUnMzQUFDN2QrL0drMDgrcVhaZHRXM3B2bVhMRnZYbnNXVjlTRU5sRndzWEJkaStmVHRXcmx5SlBuMzZJQ3dzREdGaFlkQm9OSWlJaUlDVUVtUEdqQ25VY1lZUEg2NFdIb1lORzRiVHAwOWp5cFFwRHA4eXhzVEVZTkNnUVdqVHBnMG1USmhRNExFek16T3haY3NXTkcvZUhBODk5QkFtVDU2TTFhdFgyMjNUc1dOSHdOS1NvbW5UcG9DbDJ1cUl3V0JBUUVDQTNiS0dEUnRpOGVMRjJMWnRHK3JVcVlOZmZ2bEZiWkZoWmUyTDl0WmJiK1U1NXNDQkEvSGFhNjhWK0xQUUEwRWpoSGdDUURNcDVUZ2hoRDRzTE95Z2xQS0FWcXM5ZVBqdzRiOWRIV0JoVmE1Y0dZMGFOWEs0TGlnb1NDMWNtTTFtcDkzTE5tN2NpSysrK3FyQWMwMmVQQmxUcGt4eHVyNXQyN1lPODRXai9HQXRvam9qcFVSY1hCeGF0MjVkNlBPdFdiUEc3Z25IOWV2WDhlZWZmK0xaWjUrMWU0cVNXMkdLS1VTNWxKa2NBc3Z2L0U4KytRU3dQTFNZTm0wYVpzNmNpUjQ5ZW1ESWtDRUFvQzY3Rzl1M2I4L1Rhc0hLWkRLaFpzMmE2dXVwVTZkaTllclZlT09OTnpCNDhPQmlqKzMyN2R2WXNtVUwzbjMzWFZ5N2RnMmZmUElKcmw2OWl2bno1K094eHg1VHQ5dTJiUnQyN05pQnNXUEhvbFdyVm5kMURub3dDU0UwQUo0QTBFeWowWXlYVWg0SkN3czdLSVQ0U3dpeHY3VGxoOXo2OWV1SC92MzczL1AreWNuSitPS0xMMkEwR3FFb2lsMXgwenIyeEp3NWM5Q2lSUXUwYXRVS1FnaUhSUUlBOFBMeXd1N2R1Kzg1bHZUMGROeTRjUU4xNnRTQmg0Y0g5dXpaZzZGRGg2cnJrNUtTRUJVVkJWaTZ0azJiTmcyd2RNbjM5ZlhOYzd6YzQrVlEyY1BDUlQ1aVkyTXhldlJvaElTRTRNTVBQMVNYdi9QT096QWFqWmcxYXhha2xPalhyMSsreHpsLy9yeGQwNjAzM25nRDQ4ZVB4L2p4NC9NVVBsSlRVekZvMENEVXFsVUxQWHYyeEtsVHA5UjEzdDdlRGxzNmJONjhHWm1abWVqUm93Y0FvSC8vL21yRmNlVElrVGgxNnBUYUhOVEh4d2VSa1pGUUZDWGZxcVR0eFU1MmRqYTh2THhRdTNadDlPblRCd0RRdEduVFBDMHpUcHc0Z1UyYk51R3R0OTVDeFlvVjdkYUZob2JtK3huUmcwTktLWVFRRUhmdTVBTUJQQ2VsYkNPRVNKVlNKb2VGaGYwbHBmd3hKeWRuNThtVEowdG1aTmw3RkI4Zjc3UUlrSmlZV0toak5HalFJTitMa01XTEY4TmdNTUJvTktKMzc5N3c5L2QzdUoyemNXVnk1NGMyYmRyWTlVdWRQWHMyR2pkdWpHZWZmZFpwREh2MjdNSGh3NGNSSGg0T0h4OGZ1L1BWcWxVTHI3MzJtbDJUOU96c2JBd1pNZ1RYcmwwcmNKeWZqaDA3cWpkUVJJVlJsbklJQU5TdVhWdTlXSjgwYVJKZWVPRUZQUG5razNqa2tVZlViWHIzN3Uyd1JXZDZlcnJUYTVCMjdkcGgwcVJKRHRjdFhib1V2L3p5Q3hJU0VqQm16QmdrSlNWaDNMaHhhbFB5ckt3cytQajRGRnRzbXpkdlJuWjJOanAwNklEMzNuc1AxNjVkZzFhclJkKytmZTIyeTg3T2hwUVNreWRQVnAvUzZuUTY3Tnk1MCtGeGlhd3MrU0ZBQ1BHY2xMS05sUElXZ0d0aFlXRi9BZmdwT3p2N2o5S1FINHBhM2JwMXNYZnZYbnp4eFJjNGZmcTBYWGZXbUpnWTlPdlhEMHVYTGtXOWV2V3dmdjM2QW8vbjYrdUx6WnMzNTl0cTh1MjMzOGJBZ1FOeDl1eFpmUDc1NTVnNWN5WXFWS2lBalJzM1lzcVVLZW80ZksxYnQ4YU9IVHV3ZlBseXJGKy9IbSs4OFFaOGZYM3g4c3N2UXdpQjJOaFlBTUJISDMzazhEeUZHZlNUU2pjV0xwelE2L1VZTkdnUXFsU3BndW5UcCtmcHY5bTNiMStrcDZjakxpN082Y2k1VmhNbVRIRFlCK3o2OWV0NWZrbkQwbzNqOHVYTCtQampqKzJXTjJ6WUVBc1dMTWl6L2JwMTYxQ2hRZ1U4Ly96ekFLQTJFNHVKaVVGY1hCdzBHZzBPSHo2TUYxNTRRYjNwMFdnMFRuL3gyL2FCUDNic0dBWVBIb3gvLy92ZjZOQ2hnN3I4a1VjZXNidHdBWURJeUVoczJyUUpIVHQyNU9DYzVKUVFRaUx2THhnTmdBb0FLZ2doSGhOQ3ZPUGw1WFVwTEN4c2xaUnlwY0ZnU05Cb05PbnVkcEd4ZS9kdTdOKy8zK0U2azhsVXFIRWI2dGV2NzNTN3lNaEl0ZWpwNmVtSjlQVDBQSG1oSUxuelE0c1dMZENpUlF0MS9aNDllOVNpaURNSERoeEFsU3BWSEJaWXZ2amlDeVFrSk5nVmNCUkZRVTVPRG5RNlhhRUgyR3ZhdEtsZC8zY2laOHBTRG9HbEtYYTNidDBBUzh1cWtKQVE5YjJWRU1MaE9CTDVEVUQzeHg5LzRCLy8rSWZEZGRZV0YzNStmcWhTcFFxKy9QSkwxSzFiRjdDTXlmWHV1KzlpNE1DQjZOaXhZNUhIWmpLWnNIVHBVcFFyVnc1MTZ0UkIxNjVkSVlUQXdvVUxNV2ZPSEhXNzZPaG96SjQ5RzNQbXpGRzdqa1JIUitQNzc3OTMrak1UV1RuSUQwRUFnb1FRandFb05ma2h0eU5IamppOEZ5aU14bzBiMi8zK3o4N090bXQ5N1doR01ZUEJrS2VBa2Z1K3gvcFpyMW16SnMvK0kwYU1VTGZQeXNwQ1hGd2NqRWFqdy9oME9oM0tsU3VIM2J0M28wT0hEamh4NGdRQ0F3UFZGdHZseXBYRDQ0OC9qdSsrKzg1aGk0c0xGeTVnM0xoeDhQVDBMUEN6b05LSmhRc0h6cDQ5aTQ4KytnZ21rd2w5K3ZUQm9VT0hIRzdYc21WTDlPL2ZYKzJQNVl3MXdXUmxaZUhtelp0M0hVK2xTcFdjZmdtUEh6K09VNmRPb1UrZlBua3VFdWJPblFzL1B6OWtabVppMGFKRitQSEhIKzJhY3pvYm1kZDJwb1RxMWF1amV2WHFHRGx5SkU2ZVBJbi8rNy8vSy9LWlQ0cWJWQ1E4dFVyZHNMQXdSUWdoeldhenRGejRTaUdFdEN4VHJLK0ZFTkprTWtuYjk1WmxpaEJDYWpRYUtZU1FScVBSYnIxR281RkdvOUZ1bSt6c2JLblJhTlQzR28xR1ptZG5LOVpsV3ExV2FqUWFlZnYyYmZXMVZxdVZHUmtaaWxhcmxWcXRWdXAwT3VuaDRTR3ZYcjBxdmIyOUZkd1pNRlU1ZlBpd3RBdytWV29Ib0xJZDROYks1blZOSWNRUUljVEh2cjYrY1ZMS3YwSkRRdzhJSWY2S2lZbkpXd2wwZ1E4KytNRHVpZUozMzMySEdqVnFvSHYzN3BnelowNmV3YWZ1eHExYnR6QnQyalQwN3QwYkN4WXNRSzlldmJCeTVVcDA2dFRKYWZlVTNQTExEMWJObXpmSGdnVUxrSkdSNGJBMWg4bGtRbXhzckZyNHlHM3c0TUYyVTdzdVdiSUVaODZjd2FoUm8vTE1TbUlkNkxoOCtmTDQ5Tk5QN2RaVnFsU3BVRDlUVVpPS2hMZUhmQ1MvL09Ba0g5aTlkNVFQY2kvWGFyVUs3dVJZcWRGb0ZOd3BJc3VjbkJ3bGQ1N1FhRFF5S3l0TEZwUXIwdExTMU5lNTg0Vk9wNU02blU1YThnVUFTQUFtbDN6UXhhUzA1NURDV3JKa0NaWXZYMzVYKy96akgvOVFieHJHakJtRGxpMWI0cFZYWGdFc0JjMXQyN2FoYXRXcW1ENTl1cnBQVmxZV2hnNGRDclBaWE9neEplNDJ0aTFidHVEU3BVdHFmdWpmdnorMmJ0MEtJWVRhbFJXV3NYbENRMFBSdkhsemRabDF2QzUzd21zTTkxVVc4NE5lcjhmeDQ4ZnZhZDhlUFhyWUZTNFNFaExVMXBqT1pHWm1Zc1dLRlhiTEhFMVRxaWlLWFM2eCt2dnZ1K3VaYytIQ0JjVEh4MlBreUpGWXNtU0p1dno2OWV0SVRFeEUxNjVkc1czYk5xZjdkKzNhRmZ2MjdVT2JObTN5blFtUlNpY1dMaHg0K09HSDBiWnRXenoyMkdQNXpyN3g1Sk5QWXU3Y3VZVSs3cTVkdS9EWlo1L0J3OE9qVU50TEtXRXltZkRERHovWS9USzN0VzdkT2dnaDh2UVQzN0JoQTQ0ZVBZbytmZnBnL3Z6NW1EOS9Qc0xEd3pGcTFDaTBiZHNXaXFMayt5VFUybFdrVXFWS21EOS9Qb1lORzRZZmYvd1J2cjYrQ0E4UEwvVFA3QTRFQUI4UDNWdENpRVlBb05WcXBjMHZMaW1saEVhamtiQjVrbWU1eWJOdUpDMzdxYStsbEZLbjA2bmJXN2V6L050YWp5OXRwbjVUajI4ejZKaDZMR3Z6ZSt1eWN1WEsyY1VqcFVTVktsWFVlS1NVQ0FzTFF3RVhGRG5XaXc0aGhDS2xWQ3o3S2tJSXhlYUNSRnJXS1VJSVJRaWhLSW9pcmErdCt3a2h6TmJsdHNjUVFxajdXNVpMbTlkMit3UHdsMUo2NVI3dndkbjRENWJQSEFWbnJBQUFJQUJKUkVGVTBWc0lFUVlnVkFqeEZvRHJvYUdocDdPTjhxOHNCYzduSlhhQjZPaG9QUHJvb3dCZzE3M3Nia2twTVhic1dGU3VYQm5kdW5YRGdnVUxVS2RPSGZUczJSTmp4NDdGMHFWTEhUNXR5TTFaZnJEMTBrc3ZZYzZjT2RpMGFaUERuTEI5KzNaa1pXV2hYYnQyRHZlM3ZiblpzR0VEOUhvOWF0ZXVqWVNFQkRSdDJoUWhJU0dvV0xFaUVoSVM4Si8vL0FjZUhoNllQbjI2MjNRUEVRQzhkSnJlUW9qNmNKSWZ0RnF0dXNCWmpyREo2M1k3TzhvVGxrSzBlaDR2THkvcGFOL0M1SXJ5NWN2bmlTMmZmQ0Z0eitHQVNRaGhzdm51eXR6ZmE4ditacHU4SVIzbERldHJ5LzYycjlWak9UdUg3WEd0NnkzN3k2TE1JVmxHR1pQdFpqa0VBTTZjT1lPUkkwZmkrZWVmVjFzNkRoa3l4T0gzODhhTkcyamZ2ajNTMDlOeC92eDUrUG41UVFpaHRvNnlQb2k0ZmZzMklpTWoxVUgxT25YcWhFNmRPdUhDaFF1b1diTW1OQm9OakVZamhnNGRpb1NFQkh6Ly9mY09aeks3MzlqOC9mMHhlL1pzaHc5ampFYWpYUXNSZzhFQXJWWnJ0NnlnRnE2dVVNYXZNZkxMR1VWNmpaSDd1c0hWMXhqdW1oLzY5ZXVIRHo3NG9FaU85ZWlqajJMZXZIbnErMlBIanVWNXFCQVlHSmluSmNVenp6eVQ1MWhDQ0hUcTFDblBjdXVBbjRYMTIyKy80YUdISGtLVEprM3Nsdi85OTk5WXVuUXBFaE1UVWF0V0xkajhuMWFscGFYaDJyVnJxRmV2SHBvMGFjTENSUm5Fd29VREdvMEdFeWRPeFBidDJ3SExTTnUyMC9FQXdNY2ZmK3p3UzFNWVc3WnNLZFNYcWFEUmNUTXlNaEFWRllWbm5ubkdibEM4czJmUFl2TGt5WGp6elRmVkM0K3FWYXRpd1lJRk1Kdk5pSXFLS25SWEVWakcxcGcrZlRybXpwMkxOOTk4RTFldlhzV3hZOGZ5N0hmaXhBbkFNdmZ5MmJObjg2d1BDUWxCbFNwVkN2eTVpNFdRSGxMQ3gvTExTK1Q2SlNhY3ZJYVUwdUU2NjNGeW44Vm12Y1BqV0g1SjJwLzhqbnVLSi9lTytiRnU2bWlYM010c1c5WFlyck11ZDNaUllMdmMwYko3N1g5by9keUVFRDVTeWdBaFJEVUJXZkNkZXpGU0ZBVnIxcXpCamgwNzFHV0ppWW00ZVBHaVhkY3daNFBqNVdmKy9QazRjT0FBZnZqaEI3dlByMy8vL3Zqamp6OHdkdXhZZlBQTk4wNHZ4cEJQZnNpdGR1M2FhTkdpQlZhdVhJbFhYMzAxVDR1cXRXdlhva3FWS3ZrTzFHblZ1WE5udEczYkZzZU9IVU5zYkN4bXpacUZ4TVJFVkt0V0RkZXVYWU8vdnorKy92cnJmS2QyZGdXTkVCNVN5c0xraHp6dmMzMG5VVUNleVBQZGQzYXNlOGdWZHU4ZHhWWFlmSkg3dSt0c3Qvenlock1jY2plNXc5SDI5NXREQVBoYStyMVhFMExlMnkveFluTGx5aFZJS2JGKy9YclVyVnNYano3NktMWnUzWXFjbkJ6ODhzc3YyTDE3TnpJeU1wQ1JrWUhidDI4akl5TkRuVUhNT3ZqM3A1OStpc1RFUktkUEpGOS8vZlU4eXpadDJnUnZiMi84KzkvL1JuUjBOS1pPbllySEgzKzhXR0xMeXNwQ2Ftb3FYbi85ZGZ6NjY2L3E4V3ZVcUlFdVhicWdXN2R1MkxGakIzNzQ0UWVFaFlWaDRNQ0JkbkZJS2UxYWVMa05YbU1VeVRXR3MyTzQ1QnJEemZLRHRXaG5PeVBoL2RKcXRYWURiK2ErcjFFVUpkL3JERnRTU29mM0JsbFpXWVdPUjBxSnlNaElod1dRcGsyYll0YXNXZWpZc1NNKy8veHphMkhOenZyMTZ6Rmx5aFNzWExteTBPZWswb1dGaTBMUWFEUjVtbGxuWm1haWN1WEs5M1M4WHIxNkZTb1JtRXo1dCtqZHRHa1REQVlEZXZic2FiYzhJaUlDTldyVXdBY2ZmS0NPeGd2TERBaTJVbEpTSEI3WFVkOHpuVTZIQVFNR0FBRDI3dDJMeno3N3pHbGN6bVkrbUR4NU1sNTQ0WVY4ZjZiaUlBRms1cGlXK0hsb0V6V1czNVpTU28zbEY3VFFhclZDU2ltczc2M2JLSXFpQVNDa2xPbzIxdmVXVWF2dGpxUFJhT3kyY1hRdWpVYWpycmY4clJGQ1FFcXBzVjJlNjFpYTNNZTIvSUxWQUhENEc4eHlUcTN0ZmpZWEljTDJmTGxqeXIxTnJtVzJNU0cvYlN3ai93T0F4bWFaTDREMnVYT1A5V0xEMGNXSzVXbEtDb0RMaXFLY0VrTE1qb21KMlJ0Y0wrUkplQWlYelh1Vm5aMk4rdlhybzNIanh1cXk1T1JrQkFVRjRZa25ubENYMWFsVHgrRVlOODVFUlVWaDNyeDVHREprQ0JvMmJHalhOTHBjdVhLWU9IRWl3c1BETVd2V0xIVzBmMGVjNVFkSDNuLy9mZlRyMXc4clY2NjBLNWJ1M3IwYmh3NGR3c0NCQS9POVdKSlM0dXJWcTBoTVRNUzVjK2NRSHgrUFk4ZU80ZUxGaTZoU3BZcmFQRDBxS2dvZmZ2Z2hmSHg4RUJJU2dyQ3dNTFJ1M1JvTkdqUW85T2RUMU83a0IvTWlINTA0Wi9tZTIzMy90VnF0N1hjWVVrcE43cHpoS0VjNFd1WW9UemhhWmptSDdmY0xsbHhSNk9OWnY1Zlc3N2lVVW12cDUrMzRjNUJTWjdOdG5weVI2L3R2M2M1NlBJMzFCcWVBbkNEeU8wZEI1N1hKSVMvY2F3NlJVcDRHTUZ1djErOEpiaERhQ2tLNmZMcXJLMWV1WU5hc1dkaTZkU3ZNWmpQZWZ2dHREQm8wQ0NOR2pNREdqUnRScjE0OUJBVUZJU2dvU0ozbTBQcTNUcWZEaHg5K2lDKysrQUl0V3JSQVFFQUFkRG9kUm84ZVhlQU52cGVYRjN4OGZIRDkrblY4K09HSGlJdUx3K1RKaysyS2xFVWQyN0pseSt3RytiVnEyclFwL1AzOU1XdldMT3pldlJzdnZmUVN0bTNiQnBQSnBONmdKQ2NuWTh5WU1VaEpTY0d5WmN0ZzA5ckFwY3JJTlVhZWJZcmdHZ1BXNjVkOHJqRmdrei95SEt1Z2ZHSlpsdnNhNHdVQUhybmlCZTcyR3NOTjhvT1Y5WjdBMmxySmFEUTZIU3NpTnlHRXc0ZXQ4Zkh4ZGkyYWNoZCt6R1p6dnVQbzVHWXRWdVkraGxYanhvMnhlL2R1TlpiY2haRWJOMjdnOHVYTFdMeDRNWllzV1lLY25Cd0lJUkFaR1luNjlldXJBL1IrL3ZublRsdGNVTm5Hd3NVOXVuNzllcDRuRW9YMTFWZGZPWjFheU5iNTgrZng3My8vMituNmRldldvWExseW5tZWhIYm8wQUZObWpTeG13YzlOMFZSMExWclY2ZnJIVDBsam95TVJNdVdMZEd1WGJzODB4OU5tREFCVVZGUmlJaUlzTHRwcytXcWl3eWhFVEFwdW9TalIvVTdDckY1V1dMOVJXNzczdTV2Njc5VlZsYVd3SjFteGVyMkpwTkoyUDZ0S0lxd3prWmhOQnFGb2lqcU9yUFpyTzVuZmEwb2lnZ0tDb0wxdGVYdldscXRkajhBZnpoNU9tTFRKL1dtbFBJM1JWRldLNHB5MW13Mlp5cUtjanMrUHY2bU8vUzVOUmdNNk5DaGc5MDB2M3E5SG84KytxamRkSUt3dExJcWpKMDdkMkwwNk5GbzI3WXQzbmpqRFlmYk5HdldET0hoNFpnN2R5NFVSY2t6dTQrVnMvemdTRmhZR0RwMjdJaFpzMmFoVmF0V2VPaWhoNUNSa1lISmt5Y2pPRGc0MzVaZmx5NWRRcytlUGRVbTZmNysvbWpjdURIKytjOS9vbVhMbG9pUGo0ZGVyOGVFQ1JQdzhjY2Y0K1RKazlpNmRTdCsvLzEzSER4NEVINStmaTR0WEFpTlFJNVpuRDE5NG9ITEQ3bmx5UThPMXNHYU42dzVBelo1dzVvUGtFL2VzQ3pMTjNmZ1RoY1loK3VGRURYTFNnNnhPblBtREtLaW90Q2xTeGRzMkxBQk5XclVnQkJDdlVqUFQyWm1KbDUrK1dVMGFOQUFGU3BVVUpmLytlZWYrT3l6ejV4ZUIrVGs1S0JuejU3bzNiczMzbjMzWFdSbFpTRWlJa0x0LzI0eW1hQW9TcEhIMXIxN2QvajUrV0h0MnJXQTVkL3Y0TUdEV0xObURYYnUzSW5telp0aitmTGx1SERoQXY3ODgwOTgvdm5uV0xObURUWnUzSWh2di8wV1ZhdFd4YWhSbzl5bWFBRmVZeFRiTllidHVydTV4dERwZFB1c2hZdXlrQitzcklWSWF6ZlJhZE9tWWZYcTFZWGExOS9mMzJFcjY5cTFhMlBFaUJIcSszUG56bUhxMUtucWU0UEJnSXlNakR4alZ6Z2E0MEtqMFdEVXFGRjIrMlZuWjJQNzl1MElDQWhRdDFtMWFoWEtsU3NIVDA5UGJOcTB5VzY2OUhMbHl0azkvRnl5WkFuOC9mM1JvMGNQdXpHNGV2YnNtV2VDQUZoYWZGdG5VYVN5aVlXTFFvcUppUUVBQkFVRjRjQ0JBMGhPVGxiN3N0OHRuVTVYcUFwbWZvTmc2dlY2bkR0M0R1SGg0WG1laEZxbk00T2wrV1h1dnVuVnExZEh0MjdkOFBiYmJ6czg5b29WSyt3dWdHQXAxSXdaTXdhZE8zZkd1SEhqN09JL2ZQZ3dvcUtpOE1vcnJ4VHFKb2xLVEVIOTJXRVpzSy9RbkEzb1dsZ2hJU0grbG42cmdQMEZoQVNRQ1NCTlVaUmpVc3FGeWNuSnYxMitmRGx2K2Q0TlpHUmt3R1F5SVNBZ0FGdTJiRkVINkwxKy9UbzBHbzA2a0ZYZHVuWHRCc0xLejU0OWV6QjgrSEEwYmRvVUV5Wk15TGRWVm5oNE9LNWN1WUlsUzViZzl1M2JHRFpzbU4xM01yLzg0TXpnd1lOeDZOQWhmUExKSjVnM2J4N0dqUnVINU9Sa3pKa3pKOTk4VmJObVRRd2JOZ3dWSzFiRUk0ODhncG8xYTlyRi9zY2ZmNmpkeUFDZ1VhTkdhTlNvRVFZTkdnUzlYcS9PWkVBdWwyZWNEV2RLT20vWUNna0o4U3NMT2NSVzQ4YU5zWDc5ZXRTb1VRTWJOMjRFTEorWm8rYlN0V3JWUXN1V0xmUGNzR3pldkRuUHpZbTN0emYyN3QzcjhKelcxbHJWcTFmSHl5Ky9qTTZkTzl2ZENFUkVST0RvMGFPWVBIbHlrY1ptdllHeGtsS3EwekhPblRzWGp6MzJHTDc3N2p0czNyd1pRNGNPUlVSRUJEcDM3b3prNUdSVXExWU55NWN2djZzbndGU3MzUElhd3pMMkJaQXJQd2doMVB3QVlNbTFhOWQrS1EzNXdjbzZ1TDl0VjNNUER3K01IejgrMy8wMmJOamdkREJQUHo4L1BQMzAwK3I3M0dQUFpHUmtJQ2NuSjAvWHM0TEdta2xJU01BNzc3d0RXTVlOdExhNmhLWFY5cWxUcDZBb0NpcFZxb1JodzRiWm5kOTJJUERJeUVnRUJnYXF5Nnd0VUpzMGFlS3dxNGc3RHQ1TFJZdlp2NUIrL3ZsblJFWkdxdS9Ed3NMdzhzc3YzOU94Q2p0b1gzNTk5ZGF0V3dlTlJ1TzAxVVJxYWlwKytlVVhkT3JVQ1Y5OTlSVmVmLzExZE8vZUhaMDZkVUpFUkFTZWV1b3BWS3RXTGMvVG1JeU1ERlNxVkFsOSt2U3hXMjRkN3lOM0VjUm9OT0kvLy9rUEFnTURNV1RJRU1CU2FSMHhZZ1NlZXVxcGZKL1UwZ05MNEg4WEZHa0E5QUNpQVJ5UVVrYnI5ZnE3RzhuSkJTNWR1Z1JZdWw5Tm56NGRTVWxKNnRNQTZ3QlN0MjdkUXJ0MjdRcFZ1RmkvZmowbVRacUVPblhxWU5xMGFZVjZtamhxMUNpa3A2ZGo3ZHExaUl1THc2UkprOVFCTHd2S0Q0NVVxRkFCVTZkT3hmdnZ2NC91M2Jzak96c2JZOGVPZFhoeFlHdnYzcjBJQ0FpQTBXaEVmSHg4bnBsVXpwOC9qOXUzYnp2dGMyL3RzaFlhR3VxeW1VV28xQ24xT2NSVzdnY0ZBRkNsU2hVc1dyUUlsU3BWVW0rK1JvMGFoUW9WS3FCdjM3N1lzR0VEaGc0ZHF0NTBmUDMxMTBoUFQ3YzdocFJTZmVpU20rMjJ1VnVJYmQ2OEdULzk5QlBlZXVzdGgrUGpGRVZzVmhxTkJ0OSsreTF5Y25Ld2J0MDZqQnc1RWpWcTFNQ0tGU3R3NWNvVmFEUWFlSGw1WWRteVplamR1emRpWW1Mc1poa2h5czNhYmMzeVZ6cUFHRXQraUpaU0hpaHQrY0hxNHNXTGdLWFlhS1hWYXZIaWl5L211MS91V1VndVhyeUkrUGg0WEw1OEdXbHBhWGEvbTYxVG94NDhlQkNabVpsSVNVbkJQLzd4anp4ZHdHMEg1MHhOVGNYRER6K00rZlBucStQYmVYcDZxdU5NQ0NHUWtaR2hyck50NFdHVms1UGpkUFpFbzlHSXhNUkVYTHAwU1oweWZjQ0FBUTRmN3BqTjVpSWRBNFRjRHdzWGhUUnc0RUM4K2VhYk1KbE1DQW9LUXMyYU5hSFg2K0h0N1kycVZhdmkyV2VmelhmZ3lhU2tKR2cwR2d3Y09CQnQyclRCMnJWcjhkWmJiNkY2OWVvWU0yWU1UQ1lUeG80ZGE5ZG42K2JObTlpNGNTTk9uejV0TjZ2SXJWdTNzRzNiTnJScTFjcXVpWld0cUtnb2ZQdnR0Mmpac2lVcVZxeUlDeGN1SUMwdERUNCtQaGc1Y2lSR2pCaUJ1TGc0UkVSRW9GcTFhamh4NGdTQ2dvS1FrcEtDK2ZQbkl6azVXVzN5QlV1elUzOS9mN3ZLTEFBc1hib1VTVWxKK1BycnI5VXFzTFVZTW5QbVREUnYzaHoxNjllL2owK2V5aUFwcFl3RnNOWm9ORzVXRk9XaWo0OVB5dUhEaHd2WFdkTU5KQ1ltQW9ENmhMSkhqeDU1THY2dGhieUNMRisrSE5PbVRVT0RCZzB3YTlZc0xGaXdBTC8vL3J1NjN2cGtZOGFNR1hhekdJV0VoT0Nycjc3Q2xDbFRzSHIxYWt5Y09CR3paODh1Vkg1d0ppc3JDK1hMbDBkeWNqSzh2YjBMVlVDWk9YT213N25mWVNsaVd2dmxEaDgrM09GMHExWmZmZlVWQ3hkVVdLVStoeFJFQ0lHSkV5ZkMxOWNYdzRjUGg4RmdRR3hzTEJZdlhvektsU3VqZmZ2MjJMeDVNN3AyN1lyejU4OWozNzU5ZHQwM1BEMDk0ZVBqb3piN3ZubnpwbDFMMFpTVUZJZmRPcmR2MzQ3UFAvOGNMVnEweURNd1psSEZac3RzTmlNaUlnS2JObTJDajQ4UHdzUEQwYVZMRjZ4ZXZSb3paODVFdzRZTmtaQ1FnSVlORytMRkYxL0VsMTkraVJVclZzRFB6NitJUG1rcWF5eGpWc1FDV0tzb3lsYWowZmpmc3BBZlltTmo0ZUhoNGJDTHhOMDRkT2dRdnZubUcvWDl1SEhqN05aN2UzdGo5dXpaYU5PbURhNWV2V28zanBjamtaR1JkdDFMN2tWVVZCUXFWcXlJL2Z2M1k4dVdMVWhKU2NIMTY5ZHg0Y0lGR0F3R2JOeTRFZjcrL2xpNGNDRUFZTXlZTVdqWXNHR2U0MnpidGcyTEZ5KytyMWpJdmJGd1VVaVZLbFhLYzFFZEZSV0ZIVHQyWVBQbXpaZzJiVnErKzgrZVBSdW5UcDNDTDcvOGd1UEhqK09ubjM3Q2l5KytpT3JWcStPMTExN0RwNTkraXZEd2NDeGN1QkNlbnA0WU5HZ1Ftalp0aXREUVVJU0hoK1BpeFl2cVJjVEdqUnZWL3FuT2JOaXdBUTBiTm5UWW5hVlZxMWFZTTJjT2xpMWJwaFliVnE1Y2laMDdkMkxuenAwSUR3L0huRGx6MUg3dnFhbXBPSHo0TUY1ODhVVzdxVnlQSFR1R2VmUG1vV2ZQbm5sYVlvd2VQUm85ZXZUQXFGR2pzR3paTXFlVlZIcXczTGh4STZWaXhZb3RqeDQ5R3VlT2ZVZ0w2K0RCZzZoYXRXcWhwOXFhTkdtUzAzWHQyclhENmRPbk1XellNUGo3KzZObHk1WjJUMVF5TWpJd2QrNWN0R2pSd3E2QVdhVktGV2kxV2d3ZlBoeU5HalhDYzg4OUJ4UXlQK1NXa0pDQStmUG5JeW9xQ29HQmdSZzRjQ0JXclZxRlVhTkdZZVhLbGVqVHB3L2F0R25qOEFuSHFsV3I4aXlMajQvSHFsV3JzRy9mUGxTb1VBRlhyMTVGNWNxVlVhNWNPYno3N3J0bzJiSWxuNHJRUFNrck9hUWdXcTBXOCtiTnc3UnAwOUM3ZDIvNCsvdWplL2Z1Q0FrSkFRQjg4TUVIZVBQTk54RVJFWUVkTzNhZ1pjdVdhZzRBZ09lZmZ4N2UzdDdZdFdzWEJnOGVqQTBiTm1EMjdObjQ0WWNmTUdMRUNQVHExU3RQZDQvSXlFaU1IejhlWVdGaG1ESmxpdFB2NlAzR2x2dFl0V3ZYeHNjZmY0d3VYYnJnN05tekNBOFBSMUpTRWlaTm1nUVBEdzhNR2pRSVJxTVJBd2NPUk0rZVBURmt5QkRNbURFajMzRzg2TUYwNDhhTmxNcVZLejhYRXhOenJDemxCN1Baak45Ly94MnRXclc2Nyt2cHJsMjdxcTB4Rnk1Y2lJWU5HNkpseTVZNGUvWXNObS9lalBEd2NIaDVlU0V6TXhOdDI3WjFPQk9Sclo0OWUrYkpKZkh4OFJnd1lBRGVldXN0OU8zYjErbSszMzc3TFg3NzdUZTExWm5CWUZBSFBtL1RwZzAyYmRxRW1qVnJZdFNvVWZEejgxTzdncFF2WHg2K3ZyN0l6TXkwKzNQMTZsV1lUQ1lzVzdZTWp6Lyt1TjAxRTVVTkxGemt3enJHaExPK1hIRnhjUTRya2RZQmRLejdYN3AwQ2R1M2I4ZXdZY01naEZBdi9xMkQyelJ0MmhUZmYvODlMbHk0QUU5UFR4aU5SaHc2ZEFqQndjRjQ0b2tuOE82NzcyTEpraVZxa2VQbm4zOUc5ZXJWblRaQjM3VnJGK0xpNHZENTU1K3J5N1JhcmQwc0pVMmFOTUZYWDMybHZqOXg0Z1FhTldvRUlRVDY5dTJMblR0M1l1clVxWGp1dWVmdysrKy93MncyMnczWWVmRGdRWXdZTVFKMTY5YkY0TUdEa1o2ZWpsdTNicWwvcDZXbElUUTBGSHYyN01HY09YT2NEaUJJRDVhTEZ5OW1YYng0OFVRaE5uVmJtWm1aMkxsenAxM3p6T3pzYktTbXB0cHRaenZhdDIyZmJPdW8xOWFiZ21yVnF0bjFVVzNSb29YZGQvdnExYXVZTzNjdW5ucnFLWFRyMXMxaFRMWVhEUVhsQnl1ejJZdzllL2JnNTU5L3h0NjlleUdFUUxkdTNUQmd3QUFFQlFXaGUvZnVtRGR2SGxhdlhvMGhRNGFnV3JWcTZOaXhJMTU2NmFVOFQzeE1KaE5PbkRpQlBYdjJZUHYyN2NqTXpNUnJyNzJHZi8zclgxaTBhQkYyN05pQkZTdFdZTU9HRFlpSWlNRDQ4ZVBSdG0xYlBQMzAwMmpXckJtc0E2d1JGYVFzNUpEOFNDblZhNFRBd0VEMDdOa1QrL2Z2eDgyYk43RnYzejRjT0hBQXp6enpER3JXcklrZVBYcGd5WklsOFBiMnh0eTVjKzBLaXp0MzdzVHc0Y1B4M252djJkM282SFE2ZE8zYUZhTkhqMFowZERUR2pCa0RJUVMrKys0Ny9QampqMmpkdWpXKyt1b3JoMFdCb29vdHQ5ZGVldzE2dlI0alI0N0U5dTNiOGNJTEwrQ2JiNzVCcFVxVnNHYk5Hdmo2K3NMRHd3T1ZLMWZHbDE5K2ljR0RCK1BkZDkvRndvVUw4MjNGUlE4ZVMzNDQ2dW80aXRvZmYveUJHemR1T0N3aVhMaHdJZDk5TXpJeUhDNWZ0R2dSWnMrZWpmZmZmeDh0VzdaRVZsWVdJaU1qc1hQblRreWNPQkY2dlI1U1NqejExRk41OXJYdHl1N3A2V21YWTZLam96RjI3RmhVcVZJRi9mcjF5N2QxMUpreloxQ3JWaTAxUHp6Ly9QTjJZMXhFUjBmRHo4OFBmbjUrK1BEREQzSDA2SjEvMms4Ly9WVGRSZ2dCYjI5ditQbjV3V1F5d1d3MlkvdjI3WGo0NFlmei9WeW9kR0xoSWgvV3ZwMXo1ODdGczg4K3F5NlhVcXJUL1kwYU5RcTNidDNDcjcvK2l2VDBkR1JtWnFxRFlWbjNYN2h3SVFJQ0F0UkJNNnRWcXdZaEJKWXRXNGJVMUZUMUJzYkh4d2ZidDIvSDc3Ly9qcXlzTFBXY24zenlDYzZkTzRlRWhBUkVSMGZqL1BuekdEQmdnTlBCTzQ4ZE80WmF0V3JaamNIeDBFTVBZZE9tVGFoZXZicmRCWW1pS0RoeTVBak9ueit2em82ZzFXcng1WmRmUWtvSlgxOWZiTm15QmQ3ZTNuWTNRdE9tVFVOYVdob01CZ05hdFdybGNEeU9nSUFBQkFRRTRNY2ZmOFR6enovUHlpZVZDYnQzNzhhdFc3Znd6My8rVTEyMlpzMGFyRm16SnMrMjF1L2c4dVhMa1pLU0FwMU9oNE1IRHdJQWdvT0Rpenkyd3VTSG8wZVA0cmZmZnNQMjdkdHg4K1pONkhRNi9QT2YvOFI3NzcxbkY1Ty92eitHREJtQ045NTRBMHVYTHNXR0RSdXdhTkVpTEZxMENOV3JWMGZmdm4zUm9VTUhqQnc1RWtlT0hBRUF0RzdkR2dNSERrU0xGaTN5REtDbjFXclJyVnMzZE8zYUZZY09IY0xtelpzeGNlSkUzTHAxQzVVcVZjSVhYM3lScHlzYTBZTWdQVDBkUzVZc1FVcEtpanJvNzdGang3QjI3VnBFUmtiaXBaZGV3b0FCQS9ERkYxL2c5T25UNmhoVzBkSFI2TkNoQTQ0Y09ZTFhYMzhkWGJwMFFidDI3WER1M0RsTW1qUUpBd1lNd0NPUFBJSkRodzVoMTY1ZDZteG1yVnExd3FKRmkzRGd3QUdjUFhzV0V5Wk13S2xUcDlDM2IxOTg5TkZIZHJtanFHT3p0c3F3Tlhqd1lPemF0UXRoWVdINC92dnZjZjc4ZWNURXhDQTlQUjN6NTgrM3UzRnEzYm8xeG84Zmo5dTNiN05vUVE4RWc4R0FHVE5tb0dYTGxuanl5U2Z6ckN2TVdGYTIzeFZGVVRCOStuU3NXTEVDL2Z2M1IzaDRPR0I1aUxwaXhRcU1HalVLLy8zdmZ6RnYzankwYjk4ZWdZR0JTRXRMdzIrLy9RWmZYMThrSmliQ1pES3BYVkhOWmpNdVhMaUFvMGVQSWpJeUVvY09IVUw5K3ZYeDdiZmZxa1dML2Z2MzQ4aVJJL0R6ODROT3A0T2lLTkRyOVlpTmpVWHYzcjBMOVRtRWg0Y2pPenNiL3Y3KzZoOC9Qei80K1Bpb2hZLzE2OWRqeXBRcGFwY1NLbnRZdU1oSC9mcjEwYmR2WDZ4YnR3NDdkdGpQY2xXK2ZIbjA2dFVMblR0M2h0Rm94TGZmZnF1MnpQRDE5Y1diYjc2cFR2SDN3UWNmb0gzNzltckJvRktsU2hneVpBZ1dMMTZzRG5wcHEwS0ZDaGd3WUlBNktKNUdvOEhVcVZPaDAra3dZc1FJNkhRNnU1bERjaHN3WUFEZWYvOTl1eHVIb1VPSDRzc3Z2OFNYWDM2WnB3V0p2NzgvZXZic2FkZTAzSG9EYytQR0RjVEd4cUpObXpaMkJZLysvZnRqeDQ0ZHFGaXhvdnFuUW9VS0NBb0tRb1VLRlJBWUdBaWRUb2VrcENUMDZ0VUxNMmJNd0lJRkMrN3lYNERJL2J6d3dndElUazYyYTIzMTBrc3Y1WGtTTW1QR0RQWDFwVXVYOE1jZmYwQktpWExseW1IdzRNSEZNcHZHdW5YckNzd1BhV2xwYXF1TS92MzdvM3YzN3ZtT0xWRzllblVNSHo0Y0gzMzBFVFp0Mm9TTkd6Y2lKU1VGYmRxMGdiKy9QL3IyN1l0WFgzMFZUei85ZEtIR3hCQkNvSG56NW1qZXZEbEdqeDZOa3lkUDR1TEZpeXhhMEFQTHg4Y0hTNWN1aGRsc1JraElDRnExYW9XaFE0Zml5cFVyR0Q5K1BEcDI3QWdBbURWckZqWnQyb1RSbzBlalJZc1dXTFJvRVI1Ly9IRmtaR1JnOGVMRjJMQmhBenc4UFBEV1cyK2haczJhZU9xcHAvRGlpeS9pK3ZYckNBd014TC8rOVMvMW5BOC8vREFlZnZoaERCbzBDTGR2MzhiY3VYUHozQlFWUjJ5T0NoY2ZmZlFSM25ubkhUUnIxZ3l3VEs5KzdkbzErUHI2SWpRMEZNT0hEN2ZiM25hR0FxS3k3dGF0V3dnS0NzTElrU1B6clBQeThySWIrOHFSSDMvOFVYMWdBZ0IvL2ZVWFZxMWFoZUhEaDl0TjV3N0x6SW16WjgvR29rV0xrSldWcFJZMXZMeTgxRUYwUFR3ODhQenp6NnNQVnlNaUl0U1oxQjU1NUJHTUd6Y09IVHQydExzSFVSUUZpeGN2dG52SUdSZ1lpTzdkdXhkNndnSnJmaUJ5VzhIMVFwNEpidmo0M3lGUHRaSTdkdTJSN3M1c05rdWowVmhzeDFjVVJTNWN1RkQrOHNzdnhYWU9SNUtUazJWaVl1STk3NzlyMXk2WmxwWldwREVWeHY2RDBiSjVxM1l5dUdIb3plQUdvWTQ3MkZLcFZkcnlRM0c3bS94dzVzd1pxU2pLUFovcjl1M2I5N3l2dTJCK29PQUdvYzlaYzhqK2c5RXUvZjlvTkJydHZwUHA2ZW5TWkRMbDJVNVJGSG4xNmxXbng4akt5cnFyOHhvTWhnTDNLWTdZYnQ2OEtjK2NPWE5Yc2JvYjVwQ3l6WjN5UTFHN2RPbFN2dXNWUlpGSGp4NTF1czZXd1dDUVVWRlJNams1dWNEeld1K1RIT1dQc29iNW9YaXd4VVVSMG1nMFRwdG5Gd1hyK0JNbHpkSEFwSGVqZGV2V1JSb1BFZVYxTi9taFhyMTY5M1V1WDEvZis5cWZpT3psN2xybHJCdUVFTUxwREdZNm5TN1BjUXBTbUZaU3hSRmJZR0Jnb1FjM0pxS2k1V2lhWTF0Q0NJZXRvL0MvYVdaVlhsNWVhTisrZmFIT1c5ejNTVlQyOFg4UEVSRVJFUkVSRWJrdEZpNklpSWlJaUlpSXlHMnhjRUZFUkVSRVJFUkVib3VGQ3lJaUlpSWlJaUp5V3l4Y0VCRVJFUkVSRVpIYll1R0NpSWlJaUlpSWlOd1dDeGRFUkVSRVJFUkU1TFpZdUNBaUlpSWlJaUlpdDhYQ0JSRVJFUkVSRVJHNUxSWXVpSWlJaUlpSWlNaHRzWEJCUkVSRVJFUkVSRzZMaFFzaUlpSWlJaUlpY2xzc1hCQVJFUkVSRVJHUjIyTGhnb2lJaUlpSWlJamNGZ3NYUkVSRVJFUkVST1MyV0xnZ0lpSWlJaUlpSXJmRndnVVJFUkVSRVJFUnVTMFdMb2lJaUlpSWlJakliYkZ3UVVSRVJFUkVSRVJ1aTRVTElpSWlJaUlpSW5KYkxGd1FFUkVSRVJFUmtkdGk0WUtJaUlpSWlJaUkzQllMRjBSRVJFUkVSRVRrdGxpNElDSWlJaUlpSWlLM3hjSUZFUkVSRVJFUkVia3RGaTZJaUlpSWlJaUl5RzJ4Y0VGRVJFUkVSRVJFYmt2bjZnQUt3Mnd5SSs3VUdYaDVlYms2RkNwRlRzYWRndEZvZEhVWVZNeVlIK2hlTUQrUWxkbGt4c200VTY0T2cwb1o1cEFIQS9NRDNRdm1oK0pSS2dvWFdRWUQ1aXhZQkU4UFQxZUhRcVdJMFdoRVducTZxOE9nWXNiOFFQZUMrWUdzc2d3R2ZQdjlQSGg0ZUxnNkZDcEZtRU1lRE13UGRDK1lINHFIV3hjdUZDR3ZhU0QrVnFUMHZwWEdmM3k2UjFKZXpaSHliMWVIUVVXTCtZR0tCUFBEQXl0SEtuOTdpanM1SkRVdHpkWGhVR25GSEZJbU1UOFVRSkVRQWhwSVFBSUtOTUxWRWJrbjVvY2k1ZTcveXpRUDFXdmNRS1B6cU9McVFLajBNZ3ZsK29XNDJKTUFGRmZIUWtXSytZRXRkTGZMQUFBWFIwbEVRVlR1Ry9QREE0MDVoTzRiYzBpWnhmeVFEMStkOHB5SFRqTkFRR2h6VE9hWm1TYk5EbGZINUk2WUg0cVd1eGN1aUlpSWlJaUl5RTJFaG9ZT0ZFSk1BeUNrbElQMWV2ME1WOGRFWlI5bkZTRWlJaUlpSWlJaXQ4WENCUkVSRVJFUkVkSC90M2Z2UVY3VjllUEhYK2V6RnhZSVRYN0t4WVFmQVFhN0tLQ1FwWW1hbG1uQm1EZEVzaG9STDZVVEUrWmtvcFhoQlM4ak5hYWtQNlFKR2NKYkNvNk9vT09OY1ZRUU1OSmQ2WnQrU2N6TEx6QUJ6VjEyOTNOK2Z3VDdZOTFGd0sveWVlTStIak1NK3pubmZNNitQanZPNEQ3bm5QY2hXY0lGQUFBQWtDemhBZ0FBQUVpV2NBRUFBQUFrUzdnQUFBQUFraVZjQUFBQUFNa1NMZ0FBQUlCa0NSY0FBQUJBc29RTEFBQUFJRm5DQlFBQUFKQXM0UUlBQUFCSWxuQUJBQUFBSkV1NEFBQUFBSklsWEFBQUFBREpFaTRBQUFDQVpBa1hBQUFBUUxLRUN3QUFBQ0Jad2dVQUFBQ1FMT0VDQUFBQVNKWndBUUFBQUNSTHVBQUFBQUNTSlZ3QUFBQUF5Ukl1QUFBQWdHUUpGd0FBQUVDeWhBc0FBQUFnV2NJRkFBQUFrQ3poQWdBQUFFaVdjQUVBQUFBa1M3Z0FBQUFBa2lWY0FBQUFBTWtTTGdBQUFJQmtDUmNBQUFCQXNvUUxBQUFBSUZuQ0JRQUFBSkFzNFFJQUFBQklsbkFCQUFBQUpFdTRBQUFBQUpJbFhBQUFBQURKRWk0QUFBQ0FaQWtYQUFBQVFMS0VDd0FBQUNCWndnVUFBQUNRTE9FQ0FBQUFTSlp3QVFBQUFDUkx1QUFBQUFDU0pWd0FBQUFBeVJJdUFBQUFnR1FKRndBQUFFQ3loQXNBQUFBZ1djSUZBQUFBa0N6aEFnQUFBRWlXY0FFQUFBQWtTN2dBQUFBQWtpVmNBQUFBQU1rU0xnQUFBSUJrQ1JjQUFBQkFzb1FMQUFBQUlGbkNCUUFBQUpBczRRSUFBQUJJbG5BQkFBQUFKRXU0QUFBQUFKSWxYQUFBQUFESkVpNEFBQUNBWkFrWEFBQUFRTEtFQ3dBQUFDQlp3Z1VBQUFDUUxPRUNBQUFBU0pad0FRQUFBQ1JMdUFBQUFBQ1NKVndBQUFBQXlSSXVBQUFBZ0dRSkZ3QUFBRUN5aEFzQUFBQWdXY0lGQUFBQWtDemhBZ0FBQUVpV2NBRUFBQUFrUzdnQUFBQUFraVZjQUFBQUFNa1NMZ0FBQUlCa0NSY0FBQUJBc29RTEFBQUFJRm5DQlFBQUFKQXM0UUlBQUFCSWxuQUJBQUFBSkV1NEFBQUFBSklsWEFBQUFBREpFaTRBQUFDQVpBa1hBQUFBUUxLRUN3QUFBQ0Jad2dVQUFBQ1FMT0VDQUFBQVNKWndBUUFBQUNSTHVBQUFBQUNTSlZ3QUFBQUF5Ukl1QUFBQWdHUUpGd0FBQUVDeWhBc0FBQUFnV2NJRkFBQUFrQ3poQWdBQUFFaVdjQUVBQUFBa1M3Z0FBQUFBa2lWY0FBQUFBTWtTTGdBQUFJQmtDUmNBQUFCQXNvUUxBQUFBSUZubHBSNEFBQUNBOUZSWFYvZnUxS25Ub0syMzVYaytNTXV5TENLeVBNOEhEaDgrL0tpdDkyZFo5dGNWSzFhOHZzdUg1Vk5OdUFBQUFLQ055c3JLWG9WQzRZOWJiOHZ6dkV0RVpCRVJoVUxoZTFtV25iTDEvc2JHeHRFUklWendzY3BLUFFBQUFBQnBPdWlnZy82UlpkbStlWjVIbG1XUjUzbXIvVnUyYmY3N3RSVXJWdlFwMmJCOGFsbmpBZ0FBZ0hibGVmNS90dnE2dmYxYnY3eDlGNDFGQnlOY0FBQUEwSzVpc1hoM251ZWJkdURRK3VibTVnVzdZQ1E2SU9FQ0FBQ0FkalUzTjc4ZUVjLy9aejNPOW0zZTkzeFpXZG1ydTNJMk9nN2hBZ0FBZ0haVlZWVnRqSWhuOG5idUU5bXlLYy96dkZnc1B0M1EwTEMyRkRQeTZTZGNBQUFBMEs1bHk1WTE1bm0rSk11eWpiR05kUzZ5TEh1L1VDZzhXMXRidXlPM2xNQk9FeTRBQUFEWXBrS2g4R3hFL1BORERsbmYxTlMwWkJlT1JBY2pYQUFBQUxCTnk1Y3ZmeVhQOHhYdHJYT3grVEdvejYxY3VYSjFTWWFqUXhBdUFBQUErRERGWXJGNDE3WjI1bmwrZTBTMHZZY0VQaWJiWGhvV0FBQUFJbUsvL2ZicnZQZmVlNytWWlZtM0QreGF2MkxGaWg0UllYMExQakd1dUFBQUFPQkR2ZmJhYSs5SHhCL2IyVFZQdE9DVEpsd0FBQUN3STJadi9WalVQTStMRWJITlcwamc0eUpjQUFBQXNGM0ZZdkcvc2l4N2JhdE5xeVBpYnlVY2lRNml2TlFEQUFDVXdyNEREdWhUV1ZFK29OUnpzUHRxYUdqNDd6Zit1Kzd2cFo0RGRwVU5HelpzMkhQUFBWOHNGQXA5NGo5WFhMeTRkdTNhLzF2cXVmajBFeTRBZ0E2blg3L2gvYUlpLzMxaytlQlN6OEx1cTFOVjVhdjkrZzAvYmZYcTV6MEdrZzVoOWVyVjljT0dEZHY2di9kWE42OTlBWjhvNFFJQTZIaXFvbDlrTVRpTHJGZVh6cDJqckx5czFCT3hHMmx1YW83MzYrdWptT2RWVVJYOU5sOHVEeDNGUHpZLytqVExzdXoxVWc5RHh5QmNBQUFkVnBmT25XUHlqODZQbXVwQnBSNkYzVWh0M2FxNGNjYXQ4YzZHRGFVZUJYYTVQTStmM3Z3VWtiSmlzZmhzcWVlaFl4QXVBSUFPcTZ5OExHcXFCOFdYRHhsWjZsSFl6VlJVVkpSNkJDaUpRcUhRSEJIMUVWR3grV3Y0eEFrWEFBQUE3SXo2VWc5QXgrSnhxQUFBQU95d0xNdnl6ZXRjd0M0aFhBQUFBQURKRWk0QUFBQ0FaQWtYQUFBQVFMS0VDd0FBQUNCWndnVUFBQUNRTE9FQ0FBQUFTSlp3QVFBQUFDUkx1QUFBQUFDU0pWd0FBQUFBeVJJdUFBQUFnR1FKRndBQUFFQ3loQXNBQUFBZ1djSUZBQUFBa0N6aEFnQUFBRWlXY0FFQUFBQWtTN2dBQUFBQWtpVmNBQUFBQU1rU0xnQUFBSUJrQ1JjQUFBQkFzb1FMQUFBQUlGbkNCUUFBQUpBczRRSUFBQUJJbG5BQkFBQUFKRXU0QUFBQUFKSWxYQUFBQUFESkVpNEFBQUNBWkFrWEFBQUorL3ZmLy82UjM5dlkyUGl4enJLMTJ0cmFlUFBOTnorMjh6VTBOR3h6MzN2dnZmZXhmUjhBZGovQ0JRQkFvaDUrK09FNDZhU1Q0cGxubnZsSTcvL3hqMzhjVTZaTWFiUDlwcHR1aWtNT09TVGVldXV0N1o0anovTzQ3YmJib3JhMnR0WDJIL3pnQnpGdDJyU1cxL1gxOVhIbW1XZkduWGZlR1htZXQzdXVPKzY0STY2NDRvbzIyOTk4ODgwNDZhU1RZc0dDQlczMjFkZlh4N2h4NCtLNjY2N2I3cXdBZkRvSkZ3QUFpVHJ5eUNPalQ1OCtjZTIxMSs3MDFSTWJObXlJcFV1WFJxOWV2ZHJzVzc1OGVmVHMyVE42OXV5NTNmTXNXYklrYnI3NTVsaTVjbVhMdG5YcjFzVzc3NzRiZ3djUGJ0bFdLQlJpNE1DQmNjMDExOFQ1NTUvZmJoUlp0MjVkM0h2dnZURjc5dXhXMjN2MjdCbURCdytPSzYrOE1wNTc3cmxXKzI2NjZhWjQvZlhYbzdxNmVvYy8rMjRvR3paczJCZUdEaDNhdGRTREFLU292TlFEQUFCMFpIUG16SWtaTTJac2MzOVRVMU0wTlRYRmtVY2VHVm1XdFh0TWRYVjF6Snc1czlXMlJ4OTlOSnFhbXVMb280K09WYXRXeGFwVnExcjJ2ZmppaXpGdzRNQjJyM0NJaURqa2tFTmFnc2Q5OTkwWFZWVlZNWHIwNkpiOWYvM3JYeU1pV29XTHlzckttREpsU2d3ZE9qU3V2dnJxbURCaFF0eDc3NzFSV1ZuWmNzeTU1NTRiUzVjdWpSdHZ2REdxcTZ2amkxLzhZa1JFWkZrV2wxOStlWXdmUHo1dXYvMzJHRGx5WkVSRVBQMzAwekYzN3R5WU1HRkNxKy8vS1pEMTY5ZXZVK2ZPbmZmcTFLblR0N0lzT3l2THN1cm01dWF2Uk1TTHBSNE9JRFhDQlFCQUNUVTJOa1pEUThOSHZoVml6cHc1VVY5ZjMyYjdQZmZjRTMzNjlJa2hRNGJFckZtejRyYmJib3VJaU9ibTVtaHNiSXhYWG5rbHJybm1tbmJQT1czYXRPalZxMWU4ODg0NzhkaGpqOFdZTVdQaU01LzVUTXYrTGJlTmJCMHV0aGd6Wmt3TUdqUW8xcTlmM3lwYVJFU1VsWlhGVlZkZEZlUEdqWXRMTDcwMDVzK2ZINnRXcllxMzMzNDdJaUxHang4ZisreXpUenoyMkdQUjFOUVVWMTk5ZGV5MzMzNVJVMU1UanozMldFUkVEQmd3SVByMjdmdVJmbGFsZHRCQkIrMFRFVFVSTVN3aWpvNklVVm1XZGQrOGUyT0p4d05JbG5BQkFGQmlXWmJGVjcvNjFYam5uWGQyNm4xZHUzYU5SWXNXeFpvMWExcHRyNnVyaTlyYTJ2anVkNzhiRVJFVEpreUlDUk1tUkd5KzlXTFdyRmx4MzMzM1JZOGVQVDcwL0MrLy9ISTBOamJHL2ZmZkh3OCsrR0RMOWkyM3JaeDg4c2s3Tk9mNDhlUGovUFBQajRpSTNyMTd4OVZYWHgxNzdybG5WRlZWeFl3Wk0yTHAwcVhiZk8vNjlldmpKei81U2N2ckN5NjRJTTQ4ODh3ZCtyNHBxS21wcWF5c3JQeGFvVkQ0ZGtTTXlQTjh2eXpML2xkRWxIM2cwTHhRS0xTL09BaEFCeWRjQUFDVTBNQ0JBMlAwNk5IUjFOUVV4eHh6ekU2OTk2cXJyb3FERHo0NFB2LzV6N2ZhdnVYcWlzNmRPN2Q1ejlLbFM2TmZ2MzdialJZUkVaLzczT2RpMHFSSnJiWTFORFRFNzM3M3V4ZzJiRmdjZGRSUk96VG5rQ0ZEV3IwKzdMRERXcjYrK2VhYm8xZ3N0dG8vZWZMa1dMOStmY3ZuMkZwWjJRZC8zMDlPK2RDaFF6dEZ4S0JDb2ZEZExNdk95TEpzNzlpODBPbldmMit4K1JhZ3JGZ3N0bjh2RUVBSEoxd0FBSlRRcUZHall0U29VUkVSTVhmdTNKMTY3Nzc3N2h2ZHVuVnJ0YTJ1cnE3bHRvcUlpRmRlZVNWZWVPR0ZsdGUxdGJWeHdBRUhiSE45aXkyT08rNjQ2TldyVjN6dmU5OXJ0ZjJSUng2SmlJaHg0OGJGc2NjZXU4T3pybGl4SXVycTZscGVmL3ZiMzQ0dVhicEVvVkNJUXFIdGV2Rlpsa1Y1K1c3enY2cGxCeHh3d0pDS2lvcmhXWllka3VmNTRSRlJrMlZaUlo3bjdUNWxaY3Q2SmR0NkFnc0EvOTl1ODY4QkFNQ24yZnIxNjNmNlZwRk9uVHExQ1JjMzNIQkRsSmVYUjFOVFUwUkVQUGZjYy9HYjMvd21Zdk5DbjgzTnpiRnExYXB0cm0reHhSRkhITkZtallxSWlJVUxGMGFoVUlpYW1wcnR6dHVsUzVlV2N5eGJ0aXp1dnZ2dXFLK3ZqNDBiTjhZeHh4d1RYYnAwYWZkOXhXSnhtd3VScHFhcUxQL0d3UWNmUENuUDg1cUkyRGZQODY1WmxtWHRCWXZ0ZkthS0xNdE9HRDU4K0JjLzZabmhmeUxMc3NFUjBUa2lWRGQyR2VFQ0FDQUJMNzMwVXZ6d2h6K01xcXFxSFRxK29hRWhUanp4eEpneVpVckx0dm56NThmeTVjdGo0c1NKTFU4WkdUdDJiSXdkT3pZaUlpNjU1SkpZdkhoeFBQTElJOUdwVTZlZG52Rzk5OTZMcDU1NktvckZZcHh3d2duYlBYN3ExS254elc5K015SWlKazZjR0JNblRvd0ZDeGJFNVpkZkhoRVJkOTU1WjB0VTJkcW1UWnNpei9QNHlsZSswbWJmWnovNzJYamdnUWQyZXZaUDBHY2lZbUJFZkc3ekwzUFp6bHhGc2RXVkYxVlpsbDI1dXdRYmlJaC9aVmxXM0lIajRIOU11QUFBU01pOGVmT2lUNTgrMnoxdTNMaHhiYmE5L1BMTE1XalFvRGp6ekRQYlBCNzEvZmZmanllZWVDS09QdnJvanhRdFl2T1RTaG9hR21MRWlCRlJXMXNidi83MXI5dGRjMkxCZ2dXeFlNR0M3WDZPa1NOSHhrOS8rdE0yMjZkTm14WUhIbmhnZk90YjMycXo3NlBPL2ttcGI4N3VlV241OGg4Tkh6NThaRVJNeWJLc2YwVDAzUHkwa1BLdEk4YldYMjk5cTBpV1paRmxXWE9lNXk5RXhQc2wrU0N3azdJc1c5UGMzUHh5cWVlZ1l4QXVBQUFTVWxkWEYydlhydDN1Y2UrLzMvYjMyMU5QUFRWT1BmWFVkdGVHV0xObVRkVFgxOGVpUll2aTBVY2YzZVo1ZS9mdUhYZmZmWGViN1EwTkRURm56cHdZTUdCQVhISEZGVEZtekpoWXUzWnRISGZjY2EyT2UvZmRkK09wcDU2S2tTTkh4b0VISHZpaG42Ri8vLzdSdjMvL1Z0dFdyMTRkRFEwTmtlZDVISFhVVWJISEhudDg2RGtTa1QvLy9QUExxcXVyZjFCWldkbXRXQ3gyS3hRSy96dkxzdU95TEJ1VFpWbXYrRUM0K09CVkdYbWUxK2Q1ZmxHZTUvKzE2OGVIblZjc0Z2KzljdVhLZjVaNkRqb0c0UUlBSUNGVHAwNXRkN0hLRDNydnZmZmFiTnR5aGNPVzlTMjIxck5uei9qRkwzNnh6Zk10WDc0ODdyLy8vdGh2di8zYTNUOS8vdnhZdDI1ZFRKbzBLWHIwNkJHbm5ISktUSjgrUFE0NzdMQldjZUhhYTYrTjlldlh4MFVYWGJUZHo5Q2VXMjY1SlNvcUttTFZxbFZ4NnFtbnhpOS8rY3M0OU5CRFA5SzVkckZpWFYzZEd4SHh4dWJYeXlMaVR4RlJNWFRvME9QTHk4dlBpSWpESW1MUGlPaVNaVmtodGdvWVdaWTFSOFEvVnF4WXNicVVId0lnUmNJRkFFQkM1czZkKzVGdkZma3dsWldWTVdUSWtCZ3dZRUNiZllzWEw0NkZDeGZHb1ljZUd0T21UV3V6ZiszYXRYSHp6VGZIb0VHRDR2ampqNCtJaVBQT095K2VmUExKbUR4NWN2ejJ0NytOcXFxcW1EVnJWanp3d0FOeDRZVVh4c0NCQTNkcXZvaUltVE5ueHFKRmkrTGNjOCtOMGFOSHh5V1hYQklYWEhCQmpCMDdOaVpObXJURDYzOGtwbkhseXBVTEltTEJpQkVqZWpjM04zODF5N0pEOHp3L09NdXlBeUtpVzBSa0hvY0tzRzNDQlFCQVFoNTk5TkhZYTYrOXRudmNoZzBiZHVxOHYvLzk3MlBXckZreGV2VG9PTys4ODZKWHIxNFJFZkhRUXcvRnozLys4eGcxYWxSTW16WXRLaW9xMnJ6M2lpdXVpSTBiTjhaRkYxM1VjalZJdDI3ZDRycnJyb3R6emprbnpqMzMzQmcrZkhqTW1UTW54bzRkRytQSGo5K3AyZGF0V3hmWFgzOTlMRnEwS0k0OTl0ZzQ2Nnl6b3F5c0xHYk9uQm0zM0hKTHpKbzFLNVlzV1JKVHAwNk5tcHFhblRwM1NwWXRXL1pHUk13ZE1XTEVYUkhSdTdtNXVYK1daVWZuZVg1Q2xtWDlTajBmUUtxRUN3Q0FoTnh6enozdHJsSHhRVysvL2ZaT25mZTg4ODZMM3IxN3g0d1pNK0toaHg2SzAwNDdMWHIwNkJIVHAwK1ByMy85NnpGMTZ0UjJ2Kys4ZWZOaThlTEZjZnJwcDhkQkJ4M1VhdC9nd1lQalp6LzdXVng2NmFYeHdnc3Z4SUVISGhnWFhuamhoODd4eGh2L3VaT2lXQ3hHVTFOVDNIVFRUWEhYWFhmRnBrMmI0dXl6ejQ2enp6NjdaY0hQOHZMeU9QLzg4MlBZc0dGeDJXV1h4VmxublJYejU4K1BIajE2N05SblQ4MnlaY3NhSStMVnpYOGVqNGhmREJzMnJLYSt2djdWVXM4R2tDTGhBZ0FnQVgzNzlvMExMcmdnVGpubGxPaldyZHQyajErd1lFSHNzODgrTzN6K1FxRVFKNTU0WW56akc5K0lQL3poRHpGNzl1ell0R2xUOU8vZlAzNzFxMSsxR3kwV0xsd1kxMTkvZmRUVTFNU2tTWk5hN2Z2TFgvNFNkOTU1Wnl4Y3VERDIzbnZ2MkgvLy9lUHBwNStPazA0NktiNy8vZS9IbURGam9yS3lzdFY3WnMyYUZiZmVlbXRVVlZYRlpaZGRGbGRlZVdWMDY5WXRqanp5eURqcnJMUGFMTlM1eGVHSEh4NXo1ODZONWN1WDcvYlJZaHZ5UC8vNXp5K1dlZ2lBVkxtUERnRG9jUG9OSG41VVpQa2Y5K2pXcmRjdE4wNlBMeDh5c2lSek5EUTB4SDMzM2ZleG5Hdi8vZmVQZ3c4K09HTHo0cHhmK3RLWFdtN2phTSthTld2aXFxdXVpaVZMbHNRWHZ2Q0Z1UGppaTJQWXNHRXQrLy8xcjMvRjhjY2ZIejE3OW95Wk0yZEc5KzdkNDhVWFg0ekZpeGZId3c4L0hHdldySWs5OXRnalRqLzk5UGpPZDc0VFhidDJqV1hMbHNYMDZkT2pycTR1dW5idEdpTkdqSWd2Zi9uTE1XclVxSGp3d1Fkanhvd1pjZkxKSjhjWlo1d1I1NXh6VG16WXNDRU9QL3p3R0RKa1NIVHYzajNLeXNwYWJrWEo4enp5UEk5aXNSakZZakdhbTV1anNiRXhtcHFhNHJqampvdnUzYnQvTEQrM2orS1pKYy9Gank2OE9QNjVidDA3a2NlSnExOTYvdkdTRFFQUUFiamlBZ0NnUkJvYUdtTDI3TmtmeTduR2pCblRFaTUyUko4K2ZXTEdqQm54d0FNUHhBMDMzQkIvKzl2ZldvV0x2ZmJhS3laUG5oeUhIMzU0N0xQUFBqRjU4dVI0NG9rbklpS2l1cm82cGt5WkVzY2ZmM3gwN3R5NTVUMGpSb3lJMjIrL1BSNS8vUEc0NDQ0NzRza25uNHlsUzVmRzhPSERZOUNnUVhIRUVVZkV4UmRmSElWQ0llNisrKzZZTjI5ZVBQNzQ0L0hzczgvR3UrKyt1ME56OStyVkswNDc3YlNkK3RrQXNIdHp4UVVBME9Ha2NzVkZLdjc5NzM5SGx5NWRQdlNZdDk5K08vNzBwei9GMTc3MnRlalhiOGZXa1h6MTFWZGozYnAxTFd0ajFOZlhiL1BKSUhtZVIxTlRVeFNMeFphckxiYklzcXpsVDFsWldjc2FHS1hpaWd1QVhjc1ZGd0FBSGR6Mm9rVkVSUGZ1M1dQaXhJazdkZDYrZmZ0RzM3NTlXMTUvMk9OTXN5eHI5NGttQUZBbzlRQUFBQUFBMnlKY0FBQUFBTWtTTGdBQUFJQmtDUmNBQUFCQXNvUUxBQUFBSUZuQ0JRQUFBSkFzNFFJQUFBQklsbkFCQUFBQUpFdTRBQUFBQUpJbFhBQUFBQURKRWk0QUFBQ0FaQWtYQUFBQVFMS0VDd0FBQUNCWndnVUFBQUNRTE9FQ0FBQUFTSlp3QVFBQUFDUkx1QUFBQUFDU0pWd0FBQUFBeVJJdUFBQUFnR1FKRndBQUFFQ3loQXNBQUFBZ1djSUZBQUFBa0N6aEFnQUFBRWlXY0FFQUFBQWtTN2dBQUFBQWtpVmNBQUFBQU1rU0xnQUFBSUJrbFpkNkFBQ0FVbWx1YW83YXVsV2xIb1BkVEczZHFtaHNiQ3oxR0FBZGhuQUJBSFJZNzlmWHg0MHpibzJLaW9wU2o4SnVwTEd4TVRaczNGanFNUUE2RE9FQ0FPaHdOdVhGTnlxejdJMWlubGU5czJGRHFjZGhkNVhuYjIzSzh6ZEtQUWJBcDExVzZnRUFBRXFnMEhmZ2tNR0Y4b29lcFI2RTNWZHpWbHk3cG01bGJVUVVTejBMQUFBQUFBQUFBQUFBQUFBQUFBQUFBQUFBQUFBQUFBQUFBQUFBQUFBQUFBQUFBQUFBQUFBQUFBQUFBQUFBQUFBQUFBQUFBQUFBQUFBQUFBQUFBQUFBQUFBQUFBQUFBQUFBQUFBQUFBQUFBQUFBQUFBQUFBQUFBQUFBQUFBQUFBQUFBQUFBQUFBQUFBQUFBQUFBQUFBQUFBQUFBQUFBQUFBQUFBQUFBQUFBQUFBQUFBQUFBQUFBQUFBQUFBQUFBQUFBQUFCSiszOVZMcU0vR0k4dVlBQUFBQUJKUlU1RXJrSmdnZz09IiwKCSJUaGVtZSIgOiAiIiwKCSJUeXBlIiA6ICJmbG93IiwKCSJVc2VySWQiIDogIjY0MDMwMzQwMyIsCgkiVmVyc2lvbiIgOiAiMTkiCn0K"/>
    </extobj>
    <extobj name="ECB019B1-382A-4266-B25C-5B523AA43C14-2">
      <extobjdata type="ECB019B1-382A-4266-B25C-5B523AA43C14" data="ewoJIkZpbGVJZCIgOiAiNDU1NTYyODg3MTU1IiwKCSJHcm91cElkIiA6ICI3MTgyNDI4MzAiLAoJIkltYWdlIiA6ICJpVkJPUncwS0dnb0FBQUFOU1VoRVVnQUFCQzRBQUFLbENBWUFBQUFFaUsySEFBQUFBWE5TUjBJQXJzNGM2UUFBSUFCSlJFRlVlSnpzM1hkOFZIVysvL0gzbVpsTUVrZ2dLRTBJRUhvQUNRRnBTaEdSb2lpb2NNWDdVMW1GWlJWRTFGVnBJcWdvYUJCRkxvZ0tZa09FWGZHS3VOSmtRVkdSS3FBQzBxUkZRcWdoQ1dsVHZyOC9nTGxrRTNwZ3pzVFg4L0h3SVhPK3Azd21uQWt6Ny9rV0NR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Cd3VWakJMZ0FBQUFBSU5aVnFYbHZGSGVhcUdldzZFTHB5YzNOM3B1emN2THVvejh1OWlVdDF1ZTdOUzBGd0FRQUFBRnlBeXJVU1lzTmMxblJaaWc5MkxRaHBlNVJ0M2JOcjEvcGRSWFhDdUxqRU9FV1k5N2szY1ltSy9ONjhWSzVnRndBQUFBQ0VrakFwVnBiaUxWa1ZJeU1qNVhJNWcxMFNRb2pQNjFOMlRvNzh4a1FvUW5HU2l1N0RZWVRpVHQyYkpTSWo1ZVRleEFXNHJQZm1KU0s0QUFBQUFDNUNpY2hJUGRyL0lTVW1YQnZzVWhCQ05tM2Vvb2x2VFZGYWV2cGx1MGFKeUVnOStkZ0ExYTlYOTdKZEE4WFBsYmczTHhiQkJRQUFBSEFSbkM2bjZ0V3RyWmJObXdhN0ZJU1lzTEN3eTNwK3A4dXArdlhxY20vaWdsM3VlL05pT1lKZEFBQUFBQUFBd0prUVhBQUFBQUFBQU5zaXVBQUFBQUFBQUxaRmNBRUFBQUFBQUd5TDRBSUFBQUFBQU5nV3dRVUFBQUFBQUxBdGdnc0FBQUFBQUdCYkJCY0FBQUFBQU1DMkNDNEFBQUFBQUlCdEVWd0FBQUFBQUFEYklyZ0FBQUFBQUFDMlJYQUJBQUFBQUFCc2krQUNBQUFBQUFEWUZzRUZBQUFBQUFDd0xZSUxBQUFBQUFCZ1d3UVhBQUFBQUFEQXRnZ3VBQUFBQUFDQWJSRmNBQUFBQUFBQTJ5SzRBQUFBQUFBQXRrVndBUUFBQUFBQWJJdmdBZ0FBQUFBQTJCYkJCUUFBQUFBQXNDMkNDd0FBQUFBQVlGc0VGd0FBQUFBQXdMWUlMZ0FBQUFBQWdHMFJYQUFBQUFBQUFOc2l1QUFBQUFBQUFMWkZjQUVBQUFBQUFHeUw0QUlBQUFEQUZlZjFlcFdjbkJ6c01oQ0Mzbi8vZlUyZlB2Mk03VC8rK0tQNjlldW53NGNQbi9jNWZUNWZFVldIeThFVjdBSUFBQUFBMklQWDZ6M25QcFpsS1NNalE0Y09IU3EwL1pwcnJsSEpraVhQZVo2K2Zmc3FKU1ZGbjMzMm1hS2lvaTZxWHZ3NXJWeTVVdUhoNGVyVnExZWg3UWNQSHRUcTFhdVZtNXQ3em5NWlkvVEVFMCtvVXFWS0dqSmtTS0g3UFBIRUUzSTZuWHJ0dGRjdXVYWmNISUlMQUFBQUFOcXlaWXZ1dmZmZWMrNTMxVlZYcVhmdjNtZjhFRGR1M0RqZGROTk5Nc1lvT3p2N2pPZnAycldyeG80ZHErKy8vMTV0MjdZdGRCK1h5eVczMjMwQnp3TEZWVVpHaGw1Ly9YWDE2ZE9uU005cldaYmk0K1AxM252dnFYdjM3cXBkdTNhK2RtT00xcTlmcjd2dXVxdElyNHNMUTNBQkFBQUFRRldyVnRXNzc3NGJlUHpRUXc5cDhPREIyclp0bTM3NTVSY05IanhZa2hRV0ZxYlkyRmcxYjk0ODMvRlpXVm5xM2J0MzRIRktTb3E2ZHUxNnp1c09Iejc4akcxMzNIR0hSbzRjZVpIUENNVkpTa3FLNXM2ZHEzdnV1YWRBMjFOUFBhV2RPM2NHSG1kbVprcVMrdlhySjVmci96N3lObWpRUUMrKytHS0I0eDk4OEVFdFhicFVlL2Z1TFJCYy9QcnJyOHJJeUZDclZxMksrQm5oUWhCY0FBQUFBRkJrWktRYU4yNmNiMXV0V3JXVW1abXBuVHQzRm1pTGlZbko5emdqSXlQZjQ2dXV1a3BKU1VtQng5bloyZnIyMjI5MXl5MjNGSHI5N2R1M0t6VTFOZDhIeE1xVksxL1NjMEx4c1cvZlBrbFNwVXFWQ3JUVnIxOWZWMTExVmVEeDd0MjdkZmp3WVRWczJGQWxTcFFJYks5V3Jab2thZnIwNlpvMWExYUI4N3oyMm12NWVoTE5uRGxUaXhZdGttVlpTazFOMWNLRkN3c2NjL1BOTitjTFIzQjU4Qk1HQUFBQUlFbmF0V3VYVWxOVHBaTmQ1RGR2M3F5OWUvY3FJeU5ESzFldWxFNkdDYkd4c2VjOFYwUkVoRHAwNkJCNC9ObG5uMm5wMHFYcTNMbXpPbmJzbUc5ZnY5K3Zqejc2U051MmJWUHYzcjFWdFdyVkluOXVDRzIvLy82N0pPbldXMjlWWGw2ZUpBVkNycSsrK2lwZmtEWjM3bHl0WGJ0V0F3WU1LRFRvU0V4TVBLOGhTSDYvWDE5OTlaV2NUcWZHakJrVDJKNmJteXZMc3VSMnU5VzJiVnVDaXl1QW56QUFBQUFBU2RLTUdUTTBaODRjdWQxdUdXTTBhZElrK1h3KytYdytQZm5razhyTnpkWGYvdlkzUGZ6d3cyYzlqekVtMEYzL2xBNGRPbWpPbkRtYU1XT0dXclpzbWE5dDd0eTUycmh4bzRZTkc2WXlaY3JrNjczaGRyc1ZIaDVleE04VW9lYm5uMy9XdGRkZXExNjllbW5xMUtrS0N3dlRndzgrS0Vubk5SbnM2Um8yYktpR0RSdHEvLzc5bWpadG1oNTU1QkdWS1ZORzMzenpqYkt6czNYcnJiZEtKM3RtSER0MlRQZmVlNitlZXVxcHdQRTllL1pValJvMTlNb3JyeFR4czhTWkVGd0FBQUFBQ0dqWHJwMWVmZlZWTlczYVZKTW5UOWE2ZGV1MGZQbHlUWjA2OWJ3blJqeDgrTEE2ZCs1ODFtc1U1dVdYWDliTEw3K2NiOXNERHp5Z3h4NTc3QUtmQllvVHI5ZXJkZXZXcVUrZlB1clFvWU5tejU2dDhQQndkZWpRUVJzM2J0U1NKVXZ5N2YvcnI3OUtrcFl0VzZZeVpjcmthNnRVcVpJYU5td29ZNHllZi81NWJkdTJUUTg5OUpBazZhZWZmdEtzV2JNVUZSV2wrUGg0VFowNlZaSzBmLy8rZk9jNGVQQ2dXcmR1ZlptZk5VNUhjQUVBQUFBZ244ek1UQmxqenZoTjlxRkRoM1QvL2ZmbjIyYU1DZnk1VktsU0dqZHVYSkhVY21wZUF2eDVyVjY5V3BtWm1ZV3VQdk92Zi8xTGMrZk9MYkE5SWlKQ0V5ZE9MTEM5UzVjdWF0aXdvVDcrK0dPdFhyMWFreVpOVXJseTVhU1R5NTd1M2J0WFE0Y08xVDMzM0NOampEcDE2cVN0VzdjR2prOUxTMU42ZXZwNURaZEMwU0c0QUFBQUFKRFBiNy85SmttcVVLR0NMTXRTVGs1T3ZuYWZ6NmVEQncrcWUvZnVxbEtsaWlRcEx5OVBiNzMxbG5SeWVNZE5OOTBVaE1wUkhGMTMzWFZLU2twUzllclY4MjAvZnZ5NEVoSVNOR1RJa0RNZU8yWEtGTTJmUDErZmYvNTVZTnU2ZGVzMGNlSkU5ZW5UUjlkZmYzMWd1OFBoME9qUm8vWGdndzhxT3p0Yjc3NzdyclpzMmFLdnYvNWFtWm1aaW9xSzB1Yk5teVZKOWVyVnV5elBGWVVqdUFBQUFBQ1F6Ly8rNy8rcVJvMGFLbFdxbENwVnFxUk5temFwUjQ4ZTJyOS92MXEwYUJIWXIwT0hEb0hIUHA5UGJkcTBLYkFTU0w5Ky9iUjY5ZW9Mcm1IZXZIbXFVS0ZDRVR3YmhEcTMyNTF2b2xkSjJyaHhvMjY5OVZZWll3SnpVaFRtK1BIak9uTGtTTDV0WDM3NXBSSVNFdFNqUncvdDJMRkROV3ZXbENUdDNMbFR3NGNQMTZCQmc5UzBhZFBBQkp6R0dLMVlzVUlkT25UUTh1WExGUkVSVVdEWlZGeGVCQmNBQUFBQUFyWnUzYXJrNU9UQVpJUWRPM1pVZEhTMGpoNDlHaGp6WHhpbjA2bTZkZXNXMmxhN2RtMzk1UzkvT2EvcmI5eTRzZENsS3ZIbmR2VG9VUzFldkZpTEZpM1N1blhyWkl4UlhGeWMycmR2WCtoUWtWTjI3TmdoajhjVDJLZDgrZklhTVdLRU1qTXo5ZUtMTDJyTm1qV2FQSGx5WUU2TEhUdDJxRXFWS3JJc1M1SlV2WHAxVmFoUVFZc1hMMWI3OXUyMVpNa1N0V3paa3BWRXJqQisyZ0FBQUFBQzZ0U3BvMjdkdXVudXUrK1dKRm1XRmVoT1AzdjI3SXM2WjlteVpkV2xTNWZ6MnRmdGRoTmNJSjlkdTNhcFo4K2U4dmw4aW82T1ZuUjB0T0xqNC9YV1cyOXA2OWF0NnRldjN4bVB6Y25KVVc1dXJ0NTQ0dzFKVXZQbXpkV3laVXRGUjBkcnhJZ1I2dCsvdi9yMTY2ZEJnd1pwMGFKRjZ0R2poeXBXckpqdkhKMDdkOWFNR1RNMGE5WXM3ZCsvbjhsaWc0RGdBZ0FBQUVCQVNrcUsyclJwby9uejV4ZG8rODh1OS8vSjYvVnE0OGFOYXRTb1ViN3RodzRkMHJ4NTg4N3IraHMzYnJ6QWlsSGNWYXhZVWUzYnQxZm56cDNWdW5WckRSdzRVRzYzV3pvWnRDMVpza1R6NXMxVDllclZDOHc5TVg3OGVNMlpNNmZBeWlPU0ZCMGRyVW1USnFsdjM3NGFPWEtrU3BVcXBmNzkreGZZcjBlUEhwb3hZNFplZi8xMWxTdFhqdmxiZ29EZ0FnQUFBRURBbmoxN05IMzY5RUxiRGg0OGVOWmowOUxTMUtkUEg3Mzg4c3ZxMUtsVFlQdU9IVHMwZXZUbzg3cSszKysvd0lwUjNFVkVST2lWVjE0NVk3dlg2OVdubjM2cW5UdDNhc3FVS2FwVHA4NTVuenNtSmtidDI3Zlh0R25UNVBmN2xaS1NvcGlZbUh6N3hNYkdxbm56NXZyeHh4OTExMTEzQlVJVFhEa0VGd0FBQUFBQ1dyUm9vVmRmZmJYUXRqNTkrcHoxMkZQQlJ2bnk1UXVjYzlLa1NlZDEvY1dMRjU5MWxRamdQN2xjTHIzeHhodnEwNmVQQmd3WW9ILzg0eCs2NnFxcnp1dllMNzc0UXRPbVRWUEhqaDIxWnMwYURSZ3dRRk9tVEZHdFdyVUMreXhkdWxRclZxeVFKSDN5eVNkcTM3NDlrM05lWVk1Z0Z3QUFBQURBUG5KemM1V2FtbHJvZng2UFI1SVVIaDR1blZ5eDRYUy8vLzY3SkFXV1NBV3VsTktsUzJ2U3BFa2FQSGh3dnRBaU96djdqTWZNbXpkUEw3MzBrdHExYTZmUm8wZHJ3b1FKeXMzTlZmLysvWldhbWlwSldyWnNtWVlPSGFxNHVEZ2xKU1VwTnpkWGp6NzZxSGJ0Mm5WRm5oZE9vTWNGQUFBQWdJQWZmdmpockJOcHRtN2RXakV4TVNwVHBveW1USm1pakl3TWhZV0ZLUzh2VDlPblQxZmx5cFYxOWRWWDV6dm14eDkvVkxObXpjN3Irc2FZUzM0TytITzY1cHBybEptWnFhU2tKRVZGUlNrM04xZno1czFUMWFwVjgrMlhuWjJ0c1dQSGF1N2N1V3JXckpuR2pCa2pwOU9wQmcwYUtDa3BTZXZXclZPNWN1VTBjK1pNdmY3NjY2cFVxWkxlZXVzdGxTdFhUc1lZRFJzMlRQZmRkNStHREJtaWJ0MjZCZTM1L3BrUVhBQUFBQUFJYU5XcWxZWVBIMTVvMjlOUFB4MzQ4N1BQUHF1eFk4ZHExS2hSMHNuVlI2cFZxNmJubm51dXdIRXNoNG9ySlR3OFhQLzg1ejhsU1E2SFEzRnhjUm8wYUZDK2ZaNTU1aGt0VzdaTTk5NTdyeDUvL1BGOFM1dTJidDFhclZxMTB0Q2hRN1Y0OFdJMWF0UklTVWxKS2xldW5IUnllZUN3c0RDTkhEbFNMN3p3Z3VyVXFhUDQrUGdyL0N6L2ZBZ3VBQUFBQUVoU1lHNkowei9JbmU3MFNUdmJ0V3VuZHUzYW5mT2NFeVpNa0U0YlhuSXVYYnAwS2ZCQkV6amQyMisvZmNhMnFsV3JhdTNhdFdjOS92SEhIOWZ0dDkrdW0yKyt1ZEIyeTdMVW9rVUxsUzlmdmtDd29aUDMvdlRwMDdWczJUSkNpeXVFNEFJQUFBQ0FkSmJBNGxLY2IyQUJYQ2x4Y1hHS2k0czc2ejdkdTNjL2EzdTFhdFhVcTFldklxNE1aOExrbkFBQUFBQUF3TFlJTGdBQUFBQUFnRzBSWEFBQUFBQUFBTnNpdUFBQUFBQUFBTFpGY0FFQUFBQUFBR3lMNEFJQUFBQUFBTmdXd1FVQUFBQUFBTEF0Z2dzQUFBQUFBR0JiQkJjQUFBQUFBTUMyQ0M0QUFBQUFBSUJ0RVZ3QUFBQUFBQURiSXJnQUFBQUFBQUMyUlhBQkFBQUFBQUJzaStBQ0FBQUFBQURZRnNFRkFBQUFBQUN3TFlJTEFBQUFBQUJnV3dRWEFBQUFBQURBdGdndUFBQUFBQUNBYlJGY0FBQUFBQUFBMnlLNEFBQUFBQUFBdGtWd0FRQUFBQUFBYkl2Z0FnQUFBQUFBMkJiQkJRQUFBQUFBc0MyQ0N3QUFBQUFBWUZzRUZ3QUFBQUFBd0xZSUxnQUFBQUFBZ0cwUlhBQUFBQUFBQU50eUJic0FBQUFBSUJUNXZENXQzckpONGVIaHdTNEZJV1RUNWkzeWVEeVg5Um8rcjArYk5tKzVyTmRBOFhNbDdzMkxSWEFCQUFBQVhJVHNuQnk5L2U1N2NvZTVnMTBLUW9qSDQxRjZSc1psdlVaMlRvNG12alZGWVdGaGwvVTZLRjZ1eEwxNXNRZ3VBQUFBZ0F2Z3Q4d0JoNndVdnpFUng5THQrU1kvdUl3c1kxbVNaQ3hqSkN2WUJkbVRNYWw1eHFRVTVTbnpqRC9GYloyNE45UFMwNHZ5MU1XQzhSczVISmFNMzhoSXNoemNtNFc2RFBmbXBlSnZDZ0FBQUxnd2pxcTFHc1E3WEdIbGcxMklIYm1kL2xvUllZNWVEc3NLeThyenZaZm5jMndQZGsxMjVMUDhoL1p1L25tVEpIOFJucFo3OHl3aW5hcnZEdE85TWxabVpwN3ZFNTl4N0FsMlRYWjBtZTdOUzBKd0FRQUFBS0RJSkNZbXRuTTRIRE9OTVJIR21MdldyMS8vVGJCckFuVGkzcnp6NUwyNTMrZnovYitmZi81NVJiQnJ3dmxoVlJFQUFBQUFBR0JiQkJjQUFBQUFBTUMyQ0M0QUFBQUFBSUJ0RVZ3QUFBQUFBQURiSXJnQUFBQUFBQUMyUlhBQkFBQUFBQUJzaStBQ0FBQUFBQURZRnNFRkFBQUFBQUN3TFlJTEFBQUFBQUJnV3dRWEFBQUFBQURBdGdndUFBQUFBQUNBYlJGY0FBQUFBQUFBMnlLNEFBQUFBQUFBdGtWd0FRQUFBQUFBYkl2Z0FnQUFBQUFBMkJiQkJRQUFBQUFBc0MyQ0N3QUFBQUFBWUZzRUZ3QUFBQUFBd0xZSUxnQUFBQUFBZ0cwUlhBQUFBQUFBQU5zaXVBQUFBQUFBQUxaRmNBRUFBQUFBQUd5TDRBSUFBQUFBQU5nV3dRVUFBQUFBQUxBdGdnc0FBQUFBQUdCYkJCY0FBQUFBQU1DMkNDNEFBQUFBQUlCdEVWd0FBQUFBQUFEYklyZ0FBQUFBQUFDMlJYQUJBQUFBQUFCc3l4WHNBZ0FBQUlxclNqV3ZyZUlPYzlVTWRoMElYYm01dVR0VGRtN2VIZXc2L215dXFWNnZXbmg0ZVBWZzE0R2lsZXN4MTBhNGpVTlNSSTVIVGVMaUV5T0NVWWZ4NWgzYnZYM1RCa24rWUZ3L0ZCRmNBQUFBWEFaeGNZbHhDalB2eXpMeHdhNEZvU3M4d3IwbkxpN3hubDI3MXU4S2RpMS9GbkZ4aVhHS01QK1FUTlZnMTRLaTVaSENJeVMzMzZpY1R4b2x5M2lDVVlmbENzdXFXcnZSNDN1MmJmaFhNSzRmaWdndUFBQUFMb2NJeGNsU3ZDV3JZb25JU0RsZHptQlhoQkRpOC9xVW5aTWp2ekVSaWxDY0pJS0xLeVZDY1pKVngyRlpNWkVSRWJ4Mml4Ty9WL0xseWJMa0xGR3l4TldXNDhwK0hEYkdLQ3NyV3o2ZjMrZHdtUWFTQ0M3TzA1OHF1Q2hidG01MFJHbFhCWmZEUkJtbm80UWxsenZZTmVIL0dIbnp2RDUvbHVXM01yT3MzQU5IdG05UEQzWk5BQUJjcWhLUmtYcnlzUUdxWDY5dXNFdEJDTm0wZVlzbXZqVkZhZW04SFFxV1V0SFJHdGovSVY2N3hjajY5ZXYwL252VFZDcTZsSHIvOWErcVVlUEtqdVRMeU14VTBtc1R0T04zY3NnTFZleURpMnExcjYxbk9SMTNHbG10TEV0eGtoVmhTV0V5Y3NreVRFNXFJNVp4K2QwdWVZM2tLYVd3bk9pNkNic2xMZmM3OU1YZXpULy9HdXo2QUFDNEdFNlhVL1hyMVZYTDVrMkRYUXBDVEZoWVdMQkwrRk1MQ3d2anRWdk1aQi9Qa01PeUZCN3UxclgxNnlraEllR0tYdjlvV3BxaVNwYThvdGNzTG9wamNPR29VRE9oYkVTWTZXREo4WmhsV1Mwa3lUclo2SGE3NVhRNjVYUTRaRG1zczU4SlY1UXhSajZmWHo2ZlR4NVBub3pEMFVCU0Y0ZjBVclg0Um11Tlh4TnlQTDVGQjNiK2VwQ0piQUFBQUFEZ3o2RllCUmVWYXlYRU9oM1cvUTZIN3JZc1J4TkpjanFkcWx1bmx1clVxcVhxY2RWMFRjWHlpaW9acFJJbEl1VjJNMUxFVHZJOEhtVmxaU2t6ODdoU0R4elE3enQzYTl2MkhkcXliWnM4SHU5MXhtRStLQkhoM0ZBdFBtRzJKOC83OGI3Zk4rMEpkczBBQUFBQWdNdXIyQVFYc1RYcTFYYTVyQ21XZElNc3kxMjZWQ24xdUxPcnV0elNVUlVyVkZDcDZHaEZSZEV0SjVSa0hqK3VqUFFNN1Q5d1VJc1dMOUUvUDV2ak9KcVcxdGl5ZEswNzNOMjVjcDBHai8yeGRlT0dZTmNKQUFBQUFMaDhpa0Z3Y1YxWTlYalBMVWJXeDVabGxZcU1qRlRqUmdrYVB2anZpcTliUjViRmNKQlFGVld5cEtKS2x0UTExMVJVWXNLMTZuN0g3WHI1MVRlMGNzM2FzT3pzN0xaaER0ZDNWZXNtOU5uajlNN1ZwazE1d2E0WEFBQUFBRkQwUW50eXl2cjEzWEYxUGYwbHg4Y095eXBWdDNZdGpYbGhoRDZZTWtuMTR1c1NXaFFqbG1XcGRxMmFlbWZTZUNXOTlKenExNnNyaDhNUjdYQTRQcXptZHoxV3FWS2xFc0d1RVFBQUFBQlE5RUk2dUlqemhmMWREc2NMc2xTcVhueGR2ZkhxR04xK2F5ZTVYTVdnSXdrS0ZSYm1VcGZPSGZWNjBtZ2xOR3dnU3lyaGtHTkVXS215VHdTN05nQUFBQUJBMFF2VjRNSlpOYjdSdzViRGVzWHBjTVEwYlpLb1R6NmNxcnAxYXN2cGRBYTdObHhtRG9kRGRXclYxQWRUSnF2WmRZM2xkRGxLT1N6SDZHcDFFaDZSeEEwQUFBQUFBTVZJS0FZWFZwWDRSaDBjMGlpSHc2SDJON2JSbStOZlZhbm82R0RYaFN1c2RLbG92VDN4ZGQzU3NZT2NUcWNzcC9WUzlib0p0NFhvZlEwQUFBQUFLRVRJZmNDclZLZk8xVTVaTDBvcVZ5VzJzcDRaL0tUS2xyMDYyR1VoU0dKS2w5YmdKd2VxZHEyYWtsR01jVmd2VktwUlB6YllkUUVBQUFBQWlrYW9CUmZPTUVma1NNdFNzK2lvS0d2eUcrTVVWNjBxazNEK2lWbVdwU3F4c1JvLzlpVkZSMGRibHF4RWQ1aHJLRU5HQUFBQUFLQjRDS25nSWk0KzRYNUwxaU51ZDVpZUhmcTA2c1hYQ1haSnNJbTZ0V3ZyaFdlSEtOenRsdVZ3L0sxcW5ZWjlnbDBUQUFBQUFPRFNoVXh3VWFubXRWVXNXVTlibHB3dG16VlZwdzQzQmJzazJFekg5amZweGphdEpNbmxjRGlHVmF1YlVEM1lOUUVBQUFBQUxrMm9CQmRXbU5QUldWS3RxSklsOWQ4OWV5aW1kT2xnMXdTYmlZb3FxWjQ5N2xLWm1CaFpsaFZyeVhHSEpNWVJBUUFBQUVBSUM0bmdJamEyUVJuTGFmMUZsaFhST0RGQjdVNThxdzRVY0gzTFptcld0SWtraGNsU3p5cDE2MTRUN0pvQUFBQUFBQmN2SklLTHNKSldCMHRXUzBsNjZyRUJpb2lJQ0haSnNLbklpQWc5MnErdkpNbXkxTlJ5aEhjSWRrMEFBQUFBZ0l0bi8rQ2lWcTF3WXpsZmxCVFdwWE5ISlRSc0VPeUtZSFBYMXErbjIyL3RMRWxoVG1PTlVLMWE0Y0d1Q1FBQUFBQndjV3dmWE1TNVNqNW9XVmFkbU5LbDFmZkJYc0V1QnlHaS8wTjlWQ1ltUnJLc1d0WENvdm9HdXg0QUFBQUF3TVd4ZTNEaGtzeTlrdFNpZVZQVnJsVWoyUFVnUk1SVnE2bzJyYStYSkZreWY1WGtESFpOQUFBQUFJQUxaK3Znb21xdCtuVXR5eEVYSHU1V3E1Yk5WYkpreVdDWGhCQVJHUkdoVmkxYnFFUmtwQ3hqeFZhdTArRGFZTmNFQUFBQUFMaHd0ZzR1NUFocllvektSWldNVW90bTF3VzdHb1NZeElTR0tsT21qQ1JUS3N4eVhSL3NlZ0FBQUFBQUY4NjJ3VVZjWEZ5RVpabVdrb21JcTFaVk5hckhCYnNraEpqcWNWVlZyV3Fzak9TV3BlWVZLaVRRWlFjQUFBQUFRb3h0ZzR0c1o2bFNsdVZvYlZtV2Rkc3RIZVYwTWtVQkxvekw1VkxuRHUxbFdaWWxxWGxrWkY2NVlOY0VBQUFBQUxnd3RnMHVYQzVkYTFtcTczYTcxZVdXanNFdUJ5R3FVNGYyQ2c4UGwyVlpkVTFZQkd2cEFnQUFBRUNJc1c5d1lWbTNTM0kxYjlwRTVjcVdEWFk1Q0ZIbHk1VTlOVCtLUzA3VE9kajFBQUFBQUFBdWpHMkRDMWxxSmttdFdyYlFpWjcrd0lXekxFdHRXNTJjbDlOUzQyRFhBd0FBQUFDNE1IWU5MbHdPWXlWSVVyMzR1c0d1QlNFdW9lR0psVkF0WXpXMDhUMFBBQUFBQUNpRUxUL0VWWTZQcnlGTHBVcVdMS0dLRmNvSHV4eUV1R3V1cWFDU0pVcklzbFE2dGthOW1zR3VCd0FBQUFCdy9td1pYRGlOTzBHU3lwY3RxeElsSW9OZERrSmNoRHM4RUlDNVhNNG13YTRIQUFBQUFIRCs3QmxjV0k3R2tsUytmSG1WaUxSZmNMRng0MFlkUDM3OGpPM3o1czNUZ1FNSHp1dGNodzRkMGtjZmZhUk5temFkOVh4ejVzdzU1N244ZnI4MmJkcWt0TFMwODdyMnVmejQ0NC82OU5OUEwraVlYMzc1UmUrLy83NThQbCtSMUZBVTNPRnVWYXAwalNUSk9GeE5nMTBQQUFERlRVcEt5bG5iOC9MeWxKV1ZkY1hxQWY2c3ZGNnZrcE9UZzExR29TNjFOanQ5dnNDVjV3cDJBWVh4eXpSeXlGTDVjbVVWYWJQZ0lqYzNWNDg5OXBnU0VoSTBmdno0QXUzNzkrL1g2TkdqVmJ0MmJiMzc3cnR5dWM3K0l4NHpab3hXcjE2dDIyNjdyZEQyN2R1M2ErVElrZnJyWC85Nnp0cHljbkxVcTFjdlBmZmNjK3JXclp0MDhnVytidDI2Y3g1YnRXcFZsUytmZjFqT3NtWEx0SERoUXQxOTk5MWF0bXlaZkQ2ZmJycnBwck9lWjgyYU5abzBhWkx1dmZkZU9aM09jMTczU25DNzNicW1ZZ1ZKa2lWRGp3c0FBSXJRbkRsemxKU1VwTWNlZTB6Ly9kLy9YV0JTOVVPSER1bnBwNStXSkUyZE9sVmhZV0ZCcWhRby92cjI3YXVVbEJSOTl0bG5pb3FLdXFSejVlWGxLU2NuUitucDZUcDgrTENPSERtaUkwZU82UERod3pwNjlLaHExS2lodSsrKys3TFhab3pSRTA4OG9VcVZLbW5Ja0NHRjd2UEVFMC9JNlhUcXRkZGVPKy96SXJUWU1iaXdMTXVxTEVubHlsNnRpSWp3WU5lVHovejU4NVdXbHFZK2Zmb1UybDZ4WWtVOStlU1RTa3BLMHRxMWE5V2lSWXV6bnV2YmI3OVZpUklsMUs5ZnZ3THRFeWRPMUp0dnZpbGpqT2JObTZjbFM1WVUyR2ZNbURHcVhidjJHYStSbTV1cmh4OSsrSnpQYS9EZ3dicm5ubnZ5YlhPNzNmSjRQSktrSDM3NFFaOS8vcmxlZU9FRjNYcnJyWUY5dkY2djh2THlWS0pFaVhOZUkxamNZV0duejVVU0Y5eHFBQUFvWHJwMjdhbzllL1pvM0xoeDJyeDVzMGFOR2hWb1c3Tm1qWVlOR3liTHN2VGNjOCtkTWJTWVBuMjYwdFBUTDdxR2poMDdxazZkT2hkOVBCQXFqREhLenM0K1kzdlhybDAxZHV4WWZmLzk5MnJidG0yaCs3aGNMcm5kN3NEakhUdDI2SmxubmxGMmRyWnljbklDLy9mNy9XZThUbFJVbEdyVnFwVXZ1TGdjdGVua0tvSHg4ZkY2NzczMzFMMTc5d0tmZll3eFdyOSt2ZTY2NjY0elhodWh6M2JCUld4c2JJUmxqTXZwY3FsVXFWSzJXZ3JWNS9QcGd3OCtVTnUyYmRXd1lVTmxabWFlOFFYaWNEajA3TFBQRnRnK2NPQkFkZXZXVGF0V3JkSkxMNzJrVnExYUtURXhVZi84NXo4MVlNQ0FmQy9VSlV1V2FObXlaZXJUcDQrOFhxOFdMVnFrQVFNRzVPdkpVSzVjdWZPcS9mbm5uMWZ6NXMwTGJidjk5dHNMM1I0ZUhpNnYxeXRKR2pKa2lISnpjelZpeEFqRnhNVG8rdXRQTERFNmZmcDBUWm8wU1d2WHJqMnZPb0xCc2l4RlIwWEo1WExKNi9XNlltTmpJNU9UazgvOFd4VUFBSnhSZG5hMmxpMWJsbTliM2JwMTFhNWRPNVV0VzFZTEZ5NE1iTit4WTRkOFBwLzY5ZXVuek16TWZHMVhYMzIxbWpZOU1ZSnoxcXhaMnI5Ly8wWFhWTDE2ZFlJTC9DbWtwS1NvYTlldTU5eHYrUERoWjJ5NzQ0NDdOSExreU1EajMzLy9YZHUzYjFmbnpwMVZ1WEpsUlVaR0tpSWlJdkJmWkdTa1NwY3VyWmlZR01YRXhLaDA2ZEtGOXF5K0hMV2Q4dUNERDJycDBxWGF1M2R2Z2VEaTExOS9WVVpHaGxxMWFuWE9heU4wMlM2NGNEaktSQmpMY2pvY2x1MTZXeXhjdUZCLy9QRkhvQXVTMisxV3IxNjlBdTFaV1ZuNjRJTVAxTGx6WjlXc1dmamlGWFhyMXRVUFAveWdwNTkrV3JWcjE5YllzV04xNU1nUnpaZ3hRMHVXTE5HcnI3NnFyVnUzNnRDaFEvcmlpeS9VdG0xYkRSZ3dRTnUzYjlmczJiTzFmUGx5alJvMVNnN0gvMDFQc21yVktoMDllbFI1ZVhuU3lSZHZlUGlKbjkycE53UXhNVEdxVUtHQ2poMDdwa09IRHAyeHZ0TkZSRVFvTHk5UHhoZzVIQTZOR0RGQ1ZhdFcxWFhYWFhlSlA4a3J6eDBlTHFmRElhOHhEb2VqVElSRWNBRUF3TVU0ZHV4WXZsNFZwMXV4WW9WMGN2aXF5K1VLREptZE1HRkNnWDJiTldzV2VKL3kxVmRmbmZGNm8wYU4waGRmZktGdnZ2bEcwZEhSUmZRc2dOQjAxVlZYS1NrcEtmQTRPenRiMzM3N3JXNjU1WlpDOTkrK2ZidFNVMU5XeEtsUUFBQWdBRWxFUVZUemZhaXZYTGx5dm4zKytPTVBTZEtqano2cVNwVXE1V3RidUhDaG9xT2oxYVRKdVVkYkYyVnQwNmRQMTZ4WnN3b2M4OXBycitVYkRqSno1a3d0V3JSSWxtVXBOVFUxWHpoNnlzMDMzM3pPNGZ1d1A5djlEVm9sdlJHV0hDN0xjaWdpM0Q3QlJWNWVuaVpQbnF4dTNicXBaczJhK3U2Nzd6UjE2bFM5OU5KTHFscTFxaVFwS1NsSkhvOUhyVnExVXFkT25hU1RReW44Zm4rK25oUmVyMWV0V3JYU3FGR2pGQkVSb1VxVktpa3BLVWtyVjY2VVpWbDY3NzMzbEphV3BxbFRwd2E2YU5XcVZVdGp4b3pSNzcvL1hxQVh5Z2NmZktBTkd6WUVIcytkT3pmd0JtRDY5T241OWwyd1lJSEdqUnVuMWF0WG4vTTVSMFJFQko2N3krWFMzcjE3VmFWS0ZVMmJOazA3ZHV6SUY5cllYYmpiTFlmVEtTUExZU0x6SWlVZERYWk5BQUNFb29vVksrcUhIMzQ0Nno3WFhYZWQ3cjc3N3NEY0ZnQ0tSa1JFaERwMDZCQjQvTmxubjJucDBxWHEzTG16T25ic21HOWZ2OSt2ano3NlNOdTJiVlB2M3IwRG4xbisweDkvL0NHbjA2a0tGU29VYUV0S1N0SjExMTBYQ0JtdlZHMkppWWtGaG93VXh1LzM2NnV2dnBMVDZkU1lNV01DMjNOemMyVlpsdHh1dDlxMmJVdHdVUXpZNzIvUUh4WmhMRGtkRGtmZ2c3TWRmUERCQjBwUFQ5Y2pqendpWTR6ZWZ2dHRaV1JrQkY3Z1AvMzBrejc5OUZQZGVlZWQrVUtMdi96bEwyclVxRkcraVdRYU5HaWdmZnYycVh2MzdnV3U4K1dYWHlvdExVME9oME05ZS9Zc3RKYVpNMmRLa3Y3cnYvNUxmZnYyMWVUSmt5Vkp4NDhmVjl1MmJmWHNzODhHaG45Y3pBemUrL2Z2MS9idDIvWExMNzlJa25yMTZxVTllL2JJNC9ISXNpekZ4c2FxVnExYUlUVzVWdmpKSGhlV1paekc0N0x2aEJ3QUFJU0lSWXNXeVJoenh2YmR1M2NYK3UyblRxNGMxN2h4NDh0WUhWRDhHR09VbVptWmIxdUhEaDAwWjg0Y3paZ3hReTFidHN6WE5uZnVYRzNjdUZIRGhnMVRtVEpsbEpHUkVXaHp1OTJCSHRySnljbXFXTEhpSlUyc1g5UzFOV3pZVUEwYk50VCsvZnMxYmRvMFBmTElJeXBUcG95KytlWWJaV2RuQitiY216NTl1bzRkTzZaNzc3MVhUejMxVk9BY1BYdjJWSTBhTmZUS0s2OWM5SE9DdmRnd3VQQkh5T1d5MVZDUmpJd01UWnMyVGVYS2xkUFlzV04xN05neC9mYmJiM3JqalRjVUhoNnV0TFEwRFI4K1hMVnExZEtnUVlNQ3g3bGNMalZ1M0ZpelpzM1NEVGZjb0RadDJnVGFoZ3daRXBqNDhuUTVPVGw2L1BISDljQUREK2lHRzI0NGExMFZLMWJNOS9qVW00ZHp6UXR5K2pDVC8vU3ZmLzFMenozM25IVHlsNFlrWFh2dHRicnZ2dnRVcTFZdDFheFpNMStndEhMbHlyTmV5eTdDdzkxeU9CMlNzUnlXblBaSnhBQUFDRkdqUjQ4T3pJVlZtRldyVnVtbm4zNHF0SzFWcTFZRUY4QUZPbno0c0RwMzduekc5bmJ0MmhXNi9lV1hYOWJMTDcrY2I5c0REenlneHg1N1REb1pYTVRHeHRxdU5tT01ubi8rZVczYnRrMFBQZlNRZFBMTDRsbXpaaWtxS2tyeDhmR2FPbldxZFBLTDE5TWRQSGhRclZ1M3ZxVG5CSHV4WDNCaG5CRXl4dVd3SElFVU1OaWlvNk1EOHpyazVlVnA5ZXJWdXVtbW05U21UUnRsWjJkcjZOQ2h5czdPMXRTcFUrVnl1WlNabWFtY25Cemw1T1NvYytmT21qTm5qbDU0NFFYTm5qMWJNVEV4a3FSR2pScnB3SUVEQlhwRWJONjhXWkpVcjE0OWxTMWI5b3cxbFMxYnRzQXlRcWVHbFp3dExjM056VDNyejdWbHk1YWFPSEdpYXRldXJUMTc5dWloaHg3U1BmZmNvN3AxNndiMm1UOS92aG8zYmx3Z09MR3pFejB1bkRLV0hISTY3TFhHTGdBQUllamJiNzg5WXh0RFJZQ2lWNnBVS1kwYk42NUl6bFd0V2pYcFpBL3gxTlRVczY2RUdLemFQdjc0WTYxZXZWcVRKazBLTEVqd3hCTlBhTy9ldlJvNmRLanV1ZWNlR1dQVXFWTW5iZDI2TlhCOFdscWEwdFBUTHptTWdiM1lMcmp3T1JUbWt1V3dMRXR1R3cxRk9EVWNZL0xreWZycHA1OENReitHRGgycTFhdFh5K0Z3cUh2Mzd2TDVmSVVlbjVPVG83Rmp4K1liZXpWKy9QZ0NzM0xuNXViSzRYRG8rZWVmUDJzOVE0Y09WZGV1WGVYeitRb3NKL1Q4ODgvcnhSZGZsQ1QxNzkrL1FCMW5HNEpUdG16WlFHQnlxc3ZXa1NOSEF1MGJOMjdVYzg4OXArN2R1MnZvMEtGbnJkRk93c0pjSjN1YUdJY2wyU01SQXdBZ0JHM2J0azI3ZCs4KzUzNTc5KzdWNHNXTHo3clBqVGZlR0ZKRFQ0RmdjcnZkdXVtbW00cjBuUHYzNzVmUDU5T1hYMzZwK2ZQbkYyalB5Y25STjk5OGM5WVZPejcrK0dOVnIxNjlTR3RidDI2ZEprNmNxRDU5K2dSV005VEpudU9qUjQvV2d3OCtxT3pzYkwzNzdydmFzbVdMdnY3NmEyVm1aaW9xS2lyZkY4RW9QbXdYWExpTUo4OVNtTThZRTFnbHd5NDJiOTZzRHovOFVNT0hEdytrZnIxNzkxYXpaczFVdVhKbERSczJURGZjY0lPNmRPbWk1T1JrdmZubW0zcjExVmVWa0pDZ1YxNTVSZDkrKzYzMjdkc1htSzMzUDd0RkpTY25xMmZQbmhvd1lJRHV1KysrODZySjRYQUVsZ3phdDIrZkprMmFwTjY5ZXlzdUxrNDZMYkU4SlRVMTlieVhVRDAxZjBkS1NvcDBNbFFaT1hLa0tsZXVyTWNmZi95OHptRVhYbzlYZnVPWFpQbjlNdmE2c1FBQUNDRUxGaXpRakJrenpycFBXRmlZVnE1Y2VjNGhwUXNXTEFqMFJnVncvdnIxNjNkZWsrMy9wM256NXVXYmhOUGxjZ1dHWVJUbXd3OC8xRFhYWEJPWXc2OHdwVXVYTHZMYXZ2enlTeVVrSktoSGp4N2FzV05IWUVYRW5UdDNhdmp3NFJvMGFKQ2FObTBhbUlEVEdLTVZLMWFvUTRjT1dyNTh1U0lpSWdvc200clFacnZnUXBZelI1Ymw4L3Y5eXM3SkRYWTFBZW5wNlJvNmRLaGF0MjZ0OXUzYmE5T21UZHE5ZTdmYXRHbWp4TVJFR1dQazhYalVwRWtUZGVyVUtmQVBkY1dLRlZXMmJGa05IejVjdWJtNXFsaXhvbWJPbktsSmt5WVZ1SWJYNjVYWDY5WGt5Wk1EUFR6TzVkUk12WkwwL2ZmZlM1SWFOMjZzNXMyYlM0Vk16cmxyMXk2VktWTW1zRUxJMlpRc1dWSmx5cFRSN3QyN0EyUE1rcE9UOWNFSEh5Z3lNclJHVytUazVzcm44OGt5OHN2clp5bFVBQUF1MHNDQkF6Vnc0TUN6N2pOaHdnVEZ4c2FxUjQ4ZVY2d3U0TSttZHUzYStzdGYvbkplKzI3Y3VMSFE1VVVyVnF5b2h4OStXRHJadXlJdExTM2ZjUEIvL09NZnFsR2pSbUNmdExRMFpXWm1ubk1ZeHFYV05tTEVDR1ZtWnVyRkYxL1VtalZyTkhueTVNQ2NGanQyN0ZDVktsVUM4L3BWcjE1ZEZTcFUwT0xGaTlXK2ZYc3RXYkpFTFZ1MlpDV1JZc1oyZjVzNURrOU9oSEdjQ0M2eTdmUDVNaWtwU2NuSnlUcDgrTEJ1dlBGRzZlUWttS2VXQXp0OCtMQWtxVXlaTW9VZWYvcjJUcDA2cVZHalJ2bmFaODZjcVhuejV1bWxsMTRxMEV2aWxQSGp4NnRtelpycTFxMWJZTnZwM1N2MzdOa2pTWHJtbVdmMDl0dHZxMWF0V3ZtT3o4N08xcVpObStSd09IVG5uWGRxN2RxMTUzemVkZXJVMGViTm0vVS8vL00vV3JSb2taNS8vdm1RN0hhVms1TnpZaGlQWmZ5V3cxejRVaXNBQUVBNitVWExmNjRlY0xxc3JDeDk5TkZIZXVDQkI1U1dsbmJHL1J3T2gwcVZLbldacWdTS3Y3Smx5NnBMbHk3bnRhL2I3UzQwdURqZHFGR2o5TU1QUDJqR2pCbG5EQ1lHRGh5b1E0Y09hZHEwYVlGZTVKZWpOc3V5RkIwZHJSRWpScWgvLy83cTE2K2ZCZzBhcEVXTEZxbEhqeDRGNXRycjNMbXpac3lZb1Ztelptbi8vdjJCaVVkUmZOZ3V1UERsT0hLc0NIbjl4cS9zbkp4Z2x4TVFIeDh2djkrdjZ0V3JLeTR1VGxXclZsVzFhdFVDRTEzdTNMbFRrczVyRXBpcnI3NWFWMTk5ZGVEeG9rV0xOSC8rZk4xeXl5MEZBbzNUN2QyN1YyWExsczNYcGRJWUUwZ2JmL2poQjFXdFdsWFIwZEY2K09HSDlkWmJiNmxHalJvYVBIaXdhdGFzcVFVTEZpZ3ZMMCtkT25YU29rV0xBdWY0OU5OUDg5Vnp1c2FORyt1ZGQ5N1IyclZyOWZqamo2dHIxNjduOWZPeW01eWNYUGw4ZmhsaitlVDAyQ2NSQXdBZ3hLeGF0ZXFjUFM1MHNvdjVoeDkrZU1iMmN1WEthY0dDQlVWY0hmRG5jZWpRSWMyYk4rKzg5dDI0Y2VOWjJ6LzY2Q010WExoUVhicDBPZXZubVdIRGh1bHZmL3ViK3ZYckYxaDE4WExXRmgwZHJVbVRKcWx2Mzc0YU9YS2tTcFVxVldBT1AwbnEwYU9IWnN5WW9kZGZmMTNseXBVcjhybEFFSHkyQ3k1S0tpdkhXREUrdjk4b3gwYkJSYTlldlFwc08zNzhlR0FTbUI5KytFRk9wMVB4OGZGblBNZUVDUlBVcEVtVGZNdWlmdkhGRjNycHBaZGtqTkdDQlF2TytRLzRva1dMOG9VTy8vNzN2eFVURTZNalI0NW83ZHExdXYvKyszWC8vZmZyd1FjZlZQLysvZlhPTysvb25udnVVWFoydHFaTW1hSVdMVnJvbW11dXlYZk91TGc0elpzM1R4NlBSM2ZjY1VkZys3Rmp4N1JseXhZWlk5UzFhOWQ4M2IzbXpwMnI2T2hveGNmSHEzdjM3dWZ4RXd5dVV6MHVMQmwvdXAyNjhnQUFFR0lTRWhJMGZmcjBRdHM4SG8rZWZ2cHB1ZDF1N2QrL1gvZmZmLzhabDBoa1VrN2cwdXpZc1VPalI0OCtyMzFQclQ1WW1PWExsMnZpeEltS2o0L1g4T0hEejNxZSt2WHI2OVZYWDlVVFR6eWgvdjM3Ni8zMzMxZDBkUFJscTAyU1ltSmkxTDU5ZTAyYk5rMSt2MThwS1NrRjVzYUpqWTFWOCtiTjllT1BQK3F1dSs2UzIrMCtyMnNqZE5ndXVOZ2w1VlEzeG50aXFJaDlnZ3V2MTZ2dDI3ZHI0OGFOK3ZYWFgvWHJyNzlxNTg2ZG1qeDVzbXJVcUtIUFAvOWNMVnEwT092Y0QvLys5NysxWjg4ZXRXblRSbmw1ZVhyOTlkZjE2YWVmNnBaYmJ0R3p6ejZyYjc3NVJsdTNidFhkZDkrdDh1WExGemoramp2dVVQUG16ZlA5UWprMWRtdjY5T255ZUR6cTJyV3JZbUppOU9hYmI2cDM3OTRhTTJhTTNudnZQWTBhTlVxSER4L1dwRW1UOU5WWFh4VTQ5NFlORy9UdmYvOWJkOXh4aDR3eCt2cnJyelZ1M0RqNWZEN1ZyVnRYMjdkdno5ZTdZK0hDaFVwUFQ5ZjA2ZFB6emZSclY2Zm11SkJsK1krNTNRd1ZBUURnSWtWRlJhbCsvZm9GdG5zOEhvMGNPVkxIamgzVGxDbFR0SFRwVXMyYU5Vc05HalE0NjhSK0FDNU9peFl0Q3AwM3J6Q0xGeThPcklwNHV2WHIxMnZRb0VHNjZxcXJOSDc4K0xPdVBuaktEVGZjb09IRGgydlVxRkVhTkdpUUprMmFWR0EraWFLbzdaUXZ2dmhDMDZaTlU4ZU9IYlZtelJvTkdEQkFVNlpNeVRjc2Z1blNwVnF4WW9VazZaTlBQbEg3OXUyWm5MT1lzVjF3b1YyN2NreTl4Sk9UYzlvanVEaDY5S2h1dSswMjVlYm15cklzMWFsVFIwMmJObFhmdm4wVkZ4ZW5wNTkrV3RuWjJYcmtrVWNDeDV4WWVsT0I1Vkg5ZnIrT0hqMnFTcFVxYWNPR0RSbzFhcFNTazVQMStPT1BCM295eE1URWFQUG16YnJ6emp2VnZuMTd2ZkRDQzRHaEtLZFlsbFhnRjhPK2ZmdjA2YWVmNnNZYmJ3ek1qMUc1Y21XOStlYWJ1dXFxcTVTVWxLUkZpeFpwNE1DQnFsbXpaaUI4OFBsOGNqcWRnWE5VcWxSSnExZXYxdmp4NDdWbHl4WjE2dFJKUTRZTVVYcDZ1bnIyN0tuWnMyZnI3cnZ2bGs0T2pUazExOGZwVGkyZGV1cThkbUNNVVU1T3J2eCt2NHd4WG0zZmJwOVpYd0VBS0FaKyt1a25qUnMzVGx1M2J0V0lFU09VbUppb2hJUUVaV1ptYXRpd1laby9mNzRlZmZUUndNb0FwL3Z1dSsvazlYclBlTzVUcTV0OTk5MTNaLzJDcUU2ZE9xcGN1WElSUFNPZytQdnR0OS8wK09PUHkrVnlhZEtrU1FXK09QWDcvY3JOelMyMGQ5UWRkOXloYmR1MmFlYk1tWHI1NVpjMVlzU0l5MUxqcVRrQTI3VnJwOUdqUit1MzMzN1RRdzg5cFA3OSsrdmpqejlXaFFvVnRHelpNZzBkT2xSeGNYSHExNitmbm4zMldUMzY2S042NTUxM0Fpc3RJdlRaTDdnNDhVRXoyYktzeFBUMGRPWGw1UVc5cTArWk1tWDAxNy8rVlRWcTFGRFRwazBEM2FHV0xWdW1QbjM2YVAvKy9Sb3hZa1MrU1N0UFRSZ3phOVlzN2R1M1QrdlhyMWRXVnBicTFLa2poOE9oMHFWTDY1VlhYc21YQkY1Ly9mVzYvdnJydFduVEp1M1pzMGV6WjgrVzIrMVdlSGk0amg0OXFnTUhEaFJZYnNqdjkydmt5Skh5ZUR4NjRva244clZWcVZKRkw3NzRvaFlzV0tCdTNicnB3UWNmbEU1YjV2U05OOTdRdGRkZXE5VFVWSzFhdFVwMzNYV1hycjc2YXBVdlgxNkRCdzlXWW1LaWRESlFHVEZpaEY1ODhVVkpDaHpUb2tVTGJkNjhXUk1tVEFpOGtWaStmTGxxMUtoaHExbDh2VjVmWUhJd1k3UXoyUFVBQUJEcXZGNnZ0bTdkcWxXclZtblJva1hhc21XTEtsYXNxRGZmZkZNdFdyU1FUbjZKY3lyRW1EQmhnbnIyN0trYU5XcW9YYnQycWwyN3RxcFZxNmFhTld0cTZOQ2g1elU4K0Z3ZmpBWVBIcXg3N3JtbnlKNGpZSGMvL3Zpam1qVnJkbDc3R21NS2JGdXpabzJNTVpvNGNXTGdNOG44K2ZPMWNlTkdsU3haVWp0MjdGQk9UczRaQThHLy8vM3YyckZqaHc0Y09DQ1B4NU12NExqVTJyS3pzelYyN0ZqTm5UdFh6Wm8xMDVneFkrUjBPdFdnUVFNbEpTVnAzYnAxS2xldW5HYk9uS25YWDM5ZGxTcFYwbHR2dmFWeTVjckpHS05odzRicHZ2dnUwNUFoUS9JdGJJRFFaWjlQbDZleFpOWksxdTM3VXc4b0t5czc2TUdGSlAzMXIzL045L2k3Nzc3VDMvLytkMVdzV0ZHVEowOE9MRDk2U3BVcVZkU3JWeS9ObmoxYkN4WXNrTXZsMHZYWFg2K09IVHNxSWlKQzc3MzMzaG12VmI5K2ZkV3ZYMSszMzM1NzRGc0dsOHVsaGcwYkZ2Z0gyZWZ6S1NNalF3TUhEbFRWcWxYenRYMzIyV2Rhc0dDQnVuZnZycUZEaHdhMjMzYmJiVnEyYkprKy9mUlRmZkxKSndvTEMxT2pSbzNVdDI5ZmxTMWJWbSs4OFVhQm1tNjc3VFpGUjBkcnlwUXBHajkrdk5xMGFhUFdyVnNyUFQxZFI0OGUxZUhEaDJWWmxwbzNiNTZ2NTRrZDVPYmxLbm5maVoralpabFZ3YTRIQUlCUTlzVVhYMmpNbURHQlhoSjE2dFRSc0dIRDFLMWJ0MExmczNYdDJsVTMzM3l6NXM2ZHE3bHo1d2JlQTlXclYwOGZmUENCUHY3NDQwQVAxVXR4cGtrQ2dlTHFVcGNjdmYvKyszWGJiYmZsVy8wd016TlRzMmJOa2pGR0VSRVJhdGFzMlJrRFFhZlRxVmRmZlZVUkVSRUZ2clM4MU5xZWVlWVpMVnUyVFBmZWUyK2dWOGdwclZ1M1ZxdFdyVFIwNkZBdFhyeFlqUm8xVWxKU1V1QjNRTWVPSFJVV0ZxYVJJMGZxaFJkZVVKMDZkYzQ2RHlGdzBXTHJOTHFyZXIxRTA2bHJkL1BIdmhSalY5OSsrNjNKeWNtNTdOZngrWHhuYlU5TlRTMTB1OS92TjB1V0xMbE1WWVdPdzRlUG1GdnZ1TnRVcjVkb3FzVW5zS0E4QU9DS2lJdFBiQmRYcjFGS1F2UFc1c2VWcTRQOXoyR1J5Y3ZMTTYrOTlwcjUvUFBQelI5Ly9ISEJ4NmVrcEppdnZ2cks3TjY5KzdMVVYxejh1SEsxYWRiNlpoTlhML0ZvWEh4aXUyRGZ6eGNpTVRHeFhaTW1UVklhTjI1OE5ERXh0R3BYNExXYmVMUlo2NXR0KzlyTnljbTVJcDlETGtaUjFMWno1MDZ6ZVBIaXMrN3oyV2VmbVhIanhobVB4MU5vKzY1ZHU4eEhIMzJVYjl1U0pVdE15NVl0elcyMzNXWTJiTmh3U1RWZWpDTkhqNW83N3I3UHhNVW5ldVBxTlRyenhCNG93Slk5THB5NVpyMkpsRWxOUFdobFpkbDNIc1cyYmR0ZWtldWNtaS9qVEFxYnlGTW41OE5nS2FBVFBTNzJwZXlYTWNiazVqaldCcnNlQUFCQ1dWaFltSjU4OHNtTFByNWl4WXJxMHFWTGtkWUUvTm44NXp4NGRsSVV0Y1hGeFoxemZvcHpyV3hZclZxMVFsZUdSR2c2K3lmaUlObTkrK2ZkUnRhUjlJd01wZXhQRFhZNUNISDdVbEtWbnBFaFN6cTBmOWY2WGNHdUJ3QUFBQUJ3L213WlhFanlTLzUxa3JSNXk5WmcxNElRdCtHWFgwLyt5V3dJY2lrQUFBQUFnQXRrMStCQ2xyUmFrcGF2V0ZYb1RMUEErVERHNkx2dmY1UWsrUzJ0QzNZOUFBQUFBSUFMWTl2Z3dzaDhLV1B5VnF4YW85UURCNE5kRGtKVWF1b0JMVit4VXBJOFJ2NnZnMTBQQUFBQUFPREMyRGE0eVBWbWJ6ZlM1cnk4UEMxWXREalk1U0JFTFY3NnJUeGVyMlRNRmsrT2ozRkhBQUFBQUJCaWJCdGM3UGQ2TTR6MHZUSEd6UDFxUVpHczc0MC9GNS9QcDRXTGw4Z1lZNHlsVmY2c3NFUEJyZ2tBQUFBQWNHRnNHMXhvMTY0Y1k3UkNzbkwyN0UzV2xtM2JnMTBSUXN5TzMzZHExKzQ5c3FROEdhMU1UZjM1ZUxCckFnQUFBQUJjR1BzR0Y1TDg4djFzV2ViUThlUEh0ZmFuOWNFdUJ5SG01MTgzNldoYW1pUXJ3M2pObW1EWEF3QUFBQUM0Y0xZT0xwSzMvTHJKR08zTHpjdlQ4cFdyZGZ3NFg1amovT1RrNW1yRnFqWEt5c3FXNU4rL2UvdlBMSVVLQUFBQUFDSEkxc0dGSksrUi8yTkpXckZ5dFg3YnluQVJuSjlkdS9ab3liZkxKRW5HYUpva0pra0JBQUFBZ0JCazkrQkNXWWQ5SHhpWjNjZlMwL1hSSjdPQ1hRNUN4TlQzUDFKYTJqRVpZM1llUCtKOU45ajFBQUFBQUFBdWp1MkRpNE1ITjJYNmZXYWtKTytYWHkzUTVpMnNhSW16Mi9UYlZuMCs5MTh5Umo3Si84ckJnNXN5ZzEwVEFBQUFBT0RpMkQ2NGtDUi9sdTlma2xraFNhK01lME01T1RuQkxnazJsWk9Uby85NTgrMFREeXl6eHV0M2ZCWHNtZ0FBQUFBQUZ5OGtnb3ZrNUkxcHhtOCtrVEc1NnpiOG91OS9YQkhza21CVHE5YjhwRFVuVnFEeFdIN3pXZkxXRFNuQnJna0FBQUFBY1BGQ0lyaVE1RGZTQWlQdHlzek0xSXhaczVWMjdGaXdhNExOSEQ5K1hQK1kvYm1PSEQwcVNTa2VyKzl6U2Y1ZzF3VUFBQUFBdUhpaEVseG85NWFmZC9wbFhqWkd2dVVyVnVtek9WOEd1eVRZek9kenY5TGlwZC9LR1BsOFB0OUx5VHMyc2d3TkFBQUFBSVM0a0FrdUpHblBiejkvSXBtUFBCNlAvdWZOZDdSeXpkcGdsd1NiV0xmK1o3MzZ4a1I1UEI0Wll6N1pzL1dYRDRKZEV3QUFBQURnMG9WVWNDSEpjenpIODR5Uk5xZG5aSmkvRDNwRzIzYjhMbU5Nc090Q2tCaGp0SFBYYmcxNlpxVFMwek9NTVdhTDhmdWZsK1FKZG0wQUFBQUFnRXNYYXNHRkR1N2FkTUR2TllNdDZWRHFnWU42WVhTUy90akgvSXQvVmdjUEh0S29NV08xYy9jZVNWYTY4V3ZZbm0yLzdBcDJYUUFBQUFDQW9oRnl3WVVrLzU1dEd4WWFZOFlZWTdSaTFSbzlNZWdaSFUxTEMzWmR1TUtPSERtcWdVOE4xZmZMVjhnWUk1L2xlMkgzVnRlL21KQVRBQUFBQUlxUFVBd3VKTW16YTh2UGJ4ampmOTduOTJmOXRINkQ3dS85c0hidTJpMi9uOCtzeFozZjc5Zk8zWHZVcC85aldyMzJKM2w5L215Znp6eTNkL012NDZXMURCRUJBQUFBZ0dJa1ZJTUxTZEl1YjlZcjhwbG5aWlMrZWN0V1BUendTWDM2djE4b056Y3YyS1hoTXNuTHk5Tm5jK2Jxa2NlZTBpKy9icFNSc21TWkY3eVpCOGNGdXpZQUFBQUFRTkZ6QmJ1QVM3SjllNjQzTnZadFY0bXJqc2hodmJWOXgrK1JMeVdOMC95RmkvWEl3MzNVdEVsak9Sd2huYzNnSkwvZnIzVWJmdEhrS2RPMGFzMWFIVCtlZFNLME1CcVFsMzd3bi92Mjdjc0tkbzBBQUFBQWdLSVgyc0dGcE9UazVHd3ArY1BZdXRldWM4bjVmbVptVnFObFB5eDNMbCs1U2pmZDJFYTllOTJyT3JWcXFrU0pTRVZFUkFTN1hGeUFuSnhjWldWbmFldjJIWm8rNHgvNmVzbFNlYjArR1dQOHN2U3oxK2Q1T0hucnBsWEJyaE1BQUFBQWNQbUVmSEJ4U3ZLV1gzKytwbnE5N3VIaDduNUdWamV2MTF2LzYzOHYxYitYZnF2YU5XdW9YbnhkVlkrcnBtc3FsbGRVeVNpVktCRXB0OXNkN0xKeG1qeVBSMWxaV2NyTVBLN1VBd2YwKzg1ZDJyeGxxN1p0LzEwK24wODZzZnpwRm1OWmM0M1g5M2J5dGsyL0I3dG1BQUFBQU1EbFZXeUNDMGxLMmJsNXQyclZlcjZLSXQ2MVhNNE9EdWtodjkvZlpNdTI3ZHF5YmJzc1M0cU1pSlFyekNXWDA4VXdFcHZ4RzcrOFhxKzhIcSt5YzNKa2pBbTBHYU1OeHRKVVg1NjFLTm1SdVVmYnQrY0d0VmdBQUFBQXdCVlJySUlMNmNTOEYzdWxIVHJ4M3p1eE5lSWJPc1BDZTFvT3E2Mk1xWDQ4Tzh0dFpWbE9ZeG1IWkJXUDVNTElraVZ6SG52YW5QRmJ4dkxMTWo1SmVYNi9kanNzczB4KzN6OTNiZDI0SWRqVkFRQUFBQUN1dk9JWFhQeUg1TjkvKzBYU0w1SlV0bXpkNklqU3Jnb3VoNGt5VGtjSlM2NlFIeXNTNGRKdGxpVm50a2R6ZzEzTHBUTHk1WGw4L2l6TGIyVm1XYmtIam16Zm5oN3NtZ0FBdUZRK3IwK2JObThKZGhrSU1aczJiNUhId3lydndlVHhlSGp0RmpOYnRtMlgzeGpsNXVicDEwMmJsWlZ6WlZlanpNak1WT2J4NDFmMG1zVkZzUTh1VG5mbzBKWU1IVkpHc09zb1FvNG1UWm9NTThaRWIvNWwzVk5TY2VoMUFRQkE4WktkazZPSmIwMVJXRmhZc0V0QkNQRjRQRXJQS0U1dlcwTlBla1lHcjkxaXh1L05rOS9qMGVFalIvVDZoTWx5dUs3czM2MHhmaDFMNTNWOU1mNVV3VVZ4azVDUVVOc1lVMWRTWkpNbVRlSi8rdW1uemNHdUNRQUFuSkJuL0NsdXkwcnhHeE9SbGs0bnd2OWsvRWJXcVQ5THNoeldPWTc0a3pJbU5jK1lsR0NYOFdlU1ovd3BibG1wZmttOGRzK0QzOGl5TE10dmpMSDc2empNWWNLaTNJNlNQci9mbjM3czJIR2ZMRjh3NnJBc2sydGtkZ2ZqMnFHSzRDSzB0WlowaldWWmx0L3Y3eVNKNEFJQUFKdll0K1huYlZWck5iamY0UW9ySCt4YTdDamNaV3FWY0R2NytJM3g1SGowWHA1UHZJa3ZoTTh5aC9iOTl2TzJZTmZ4WjdKdnk4L2JZdU1iM3UweXpxdURYVXNvaUhTcFczaVlkWlBIWjFZZDkyaG1zT3M1RzllSnowOGpuQTdyaUZQK0YzM0cyaFNNT296UFpPY2RQL1JMTUs0ZHFnZ3VRbFQ5K3ZYZERvZWpnYVF3WTR3c3k2b2JHeHNibVp5Y25CM3MyZ0FBZ0NUSnYyZjd4azJTZ3ZMRzJPNFNFeE5sU2ZWY0RrZE9oTk83WmV2R24xY0V1eWJnSkgveWI3L3dvZkk4SlNZbWRuRTRyTVF3V2V0My9iTCttMkRYY3phSmlZa3hKenVINVB4Lzl1NDhMcXA2L1FQNDV6c3o3SWpndmlhV2xpdUJaYVZYclRTdDdMcGJ0bHFhWVdYOVhLNWVOYmZNdkdhNW9LVzVtNmJtbXFXSlNwYjdGaW9qTHVBR2VGMVNFVVZBR0ppWjgvMzk0Y3k1TXpBRHFNQU0rSG0vWHI2Y09ldkQ2RHljODV6djR1MkJJNmRqOWN3N3BVVFptRlhqQVdReW1RS0VFSzNFL3p4Vm9VSUZWb1dKaUlpSWlJaW9UR0hob3BUeTh2S3FEK0J4QUpCU1FrclpGTUNqcm82TGlJaUlpSWlJcUNpeGNGRkthYlhhVjRVUW5sTGVtVWhFQ09HcDArazZ1em91SWlJaUlpSWlvcUxFd2tVcDlNUVRUM2hvTkpyZTFxSUYvdGZxNG5XT1cwSkVSRVJFUkVSbENRc1hwWkRKWkhvUlFKN3hMSVFRVlVORFExOTBUVlJFUkVSRVJFUkVSWStGaTFKSW85Rzg3V3lkRU9LOWtvMkdpSWlJaUlpSXFQaXdjRkhLTkdyVXFCcUFNTnR1SWxhV1pTM0N3c0lxdXlJMklpSWlJaUlpb3FMR3drVXA0K25wMlF5QVdwZ1FRa0FJWWJ0SmVVVlJXcmtrT0NJaUlpSWlJcUlpeHNKRjZhSUZFQXFnZkQ3YitHbzBtcWM0U0NjUkVSRVJFUkdWQlN4Y2xDS2hvYUhsTkJyTnMwSUlEU3l0TGF5c3I0VVFHaUhFVTAyYU5Na3plQ2NSRVJFUkVSRlJhY1BDUlNraWhLZ0I0R2xINDF0WVdhWkZmVUlJVWF0RWd5TWlJaUlpSWlJcUJpeGNsQ0pTeWxjSzZDWmlGYURWYWp1VVFFaEVSRVJFUkVSRXhZcUZpOUpESTRSNEc0NEg1SVR0Y25ISGF3RHlia1JFUkVSRVJFUlVpckJ3VVVvMGFkS2ttUkFpNUM1MmVieHAwNmJOaWpFa0lpSWlJaUlpb21MSG1TZEtDWjFPZDFaS0dXcTdUQWpSRk1CMEFGNVN5c0VBRHRtdTEycTE1MHM4VUNJaUlpSWlJcUlpeE1KRkthSFg2MU1CcE5vdUN3a0o4ZGJwZENZcHBRN0EyWmlZbUtPdWk1Q0lpSWlJaUlpbzZMR3JDQkVSRVJFUkVSRzVMUll1aUlpSWlJaUlpTWh0c1hCQlJFUkVSRVJFUkc2TGhRc2lJaUlpSWlJaWNsc3NYQkFSRVJFUkVibUNFeDRBQUNBQVNVUkJWQkdSMjJMaGdvaUlpSWlJaUlqY0Znc1hSRVJFUkVSRVJPUzJXTGdnSWlJaUlpSWlJcmZGd2dVUkVSRVJFUkVSdVMwV0xvaUlpSWlJaUlqSWJiRndRVVJFUkVSRVJFUnVpNFVMSWlJaUlpSWlJbkpiTEZ3UUVSRVJFUkVSa2R0aTRZS0lpSWlJaUlpSTNCWUxGMFJFUkVSRVJFVGt0bGk0SUNJaUlpSWlJaUszeGNJRkVSRVJFUkVSRWJrdEZpNklpSWlJaUlpSXlHMnhjRUZFUkVSRVJFUkVib3VGQ3lJaUlpSWlJaUp5V3l4Y0VCRVJFUkVSRVpIYll1R0NpSWlJaUlpSWlOd1dDeGRFUkVSRVJFUkU1TFpZdUNBaUlpSWlJaUlpdDhYQ0JSRVJFUkVSRVJHNUxSWXVpSWlJaUlpSWlNaHRzWEJCUkVSRVJFUkVSRzZMaFFzaUlpSWlJaUlpY2xzc1hCQVJFUkVSRVJHUjIyTGhnb2lJaUlpSWlJamNGZ3NYUkVSRVJFUkVST1MyV0xnZ0lpSWlJaUlpSXJmRndnVVJFUkVSRVJFUnVTMFdMb2lJaUlpSWlJakliYkZ3UVVSRVJFUkVSRVJ1aTRVTElpSWlJaUlpSW5KYkxGd1FFUkVSRVJFUmtkdGk0WUtJaUlpSWlJaUkzSmJPMVFFUUVSRVIwWU5MU2ltMFdxMS9hR2hvb0t0am9hSWhwZlNYVWdvQVFrckpmOXQ3a0pxYWFraEtTaks0T2c1bm5uamlDVit6MmV3SkFFSUliMWZIUTJVZkN4ZEVSRVJFNUVwQlFvakpBTkpjSFFnVm1VQUFRUUEwUW9nSlFvaFVWd2RVMmdRRkJaME5DQWdZRlJzYmU4M1ZzZVRXcEVtVFI2U1VrNFFRbFhHbmNQR0lxMk9pc28rRkN5SWlJaUp5aFZRaGhBbUFKNEJtUWdoWHgwUEZRQWdSeW4vYmUvSzBUcWY3Q2NDZnJnNGtOdzhQai9ZQVhzMzk3eXFsL0svTGdxSXlqNFVMSWlJaUlpcHhlcjMrZUdob2FEOEFkVjBkQ3hVdEtXVTlyVmI3anBUU1ExR1VSVUtJczY2T3FSU3BLWVRvSzRUd3RSVDEzSTZVMGxzSUFTbmxNU25sSXN2aTJ5YVRhWjJMUTZNeWpJVUxJaUlpSW5JRmsxNnYvOVhWUVZEUkN3ME5mUTVBRHdEZVFvaTFlcjEraDZ0aktpMUNRME5EQWZRRTRPdnFXQW9paERnWEV4TVQ0ZW80Nk1IQVdVV0lpSWlJaUlpSXlHMnhjRUZFUkVSRVJFUkVib3VGQ3lJaUlpSWlJaUp5V3l4Y0VCRVJFUkVSRVpIYll1R0NpSWlJaUlpSWlOd1dDeGRFUkVSRVJFUkU1TFpZdUNBaUlpSWlJaUlpdDhYQ0JSRVJFUkVSRVJHNUxSWXVpSWlJaUlpSWlNaHRzWEJCUkVSRVJFUkVSRzZMaFFzaUlpSWlJaUlpY2xzc1hCQVJFUkVSRVJHUjIyTGhnb2lJaUlpSWlJamNGZ3NYUkVSRVJFUkVST1MyV0xnZ0lpSWlJaUlpSXJmRndnVVJFUkVSRVJFUnVTMFdMb2lJaUlpSWlJakliYkZ3UVVSRVJFUkVSRVJ1aTRVTElpSWlJaUlpSW5KYkxGd1FFUkVSRVJFUmtkdGk0WUtJaUlpSWlJaUkzQllMRjBSRVJFUkVSRVRrdGxpNElDSWlJaUlpSWlLM3hjSUZFUkVSRVJFUkVia3RGaTZJaUlpSWlJaUl5RzNwWEIwQUVSRVJFUkVSMGIxcTFLaVJ2NGVIeHlDTlJ0T2pnRTNMU3lrOUxhOWxDWVJHUllTRkN5SWlJaUlpSWlxMVBEdzg2bWkxMmw0QW1oUm1leWxsbHFJb2FjVWZHUlVWRmk2SWlJaUlpSWlvMUJKQ2VGanZiUlZGK1JyQXJ2eTJsMUtlT1g3OCtKa1NDNUR1R3dzWFJFUkVSRVJFVkNZSUlXSmlZbUkydVRvT0tsb2NuSk9JaUlpSWlJaUkzQllMRjBSRVJFUkVSRVRrdGxpNElDSWlJaUlpSWlLM3hjSUZFUkVSRVJFUkVia3RGaTZJaUlpSWlJaUl5RzF4VmhFaUlpSWlJcUlTRmh3YzdCMFVGRlExMStMcUFIUlNTZ0dnU2xoWVdCM2JsV2F6K1hwc2JPenRrb3F4WHIxNkFlWEtsUXZLdGRqNjNqZDNmRWFqMFhEOCtQRmtBRXB4eGRTb1VTTlBUMDlQWDl0bGlxS1VFMEpvTEs5OVEwTkRBMjNYcDZhbUdwS1NrZ3pGRlJNVlB4WXVpSWlJaUlpSVNsaFFVTkREUW9nVCtXeXlKUGNDalViekZJRG80bzNzZjhxVksvY1BJVVNrazlVZGhCQkp0Z3M4UFQzWGhJU0U5Q25PNG9wV3EzMU1DREUyMTdKQUtXVjFJUVNFRU9GQ2lKZHQxd2NFQkh3UDRNL2lpb21LSHdzWFJFUkVSRVJFSlN3bUppWStMQ3hNTDRRSUxjejJVc3JUZXIzK1NQRkhabmZPL1VLSUN3QnFGMkp6azZJb2Z4VjNpeEN6Mlp6bzRlSHhDZ0FmMitWQ0NPdmZUd040MnJwY1NwbHROQnFIRm1kTVZQdzR4Z1VSRVJFUkVWSEpVeFJGV1lnN045ZVFVdWJad0hhNWxQSlhBT2FTRERBbkp5ZFRTcm0za0RIbUtJcXl1N2hqT25ueVpJYVVjcTN0dVozOXNkaWZucDUrcmJqam91TEZ3Z1VSRVJFUkVaRUw1T1RrckpOUzNpeG9PeWxsaHFJb1cwb21xdjg1ZWZKa2pwUnl0NVF5cDZCdHBaVG5UU1pUVEVuRUphV2NDOEJzMDhyQzdvL05kb3FVTXVyaXhZdlpKUkVYRlI4V0xvaUlpSWlJaUZ3Z0t5dnJwaEJpciszTmRtNldkU2NCSkpaa2JEYjBBUEl0cmxoaS9Pbmt5Wk1GRmppS1FsWldWcXlVOGxRaFlrb0djS2c0Qnd1bGtzSENCUkVSRVJFUmtRc2tKU1ZsU3lsL2wxSXFzSFI5c0xMcElpSUJ4SmhNcGt1dWlGRlJsS01BL3M0ZFY2N1hSb1BCc0tDa1lqcDE2cFFCd0IrV3o4WlpUQUNRb0NoS1hFbkZSY1dIaFFzaUlpSWlJaUxYa0pZV0RjbjViR01Fc0xla1dqUGtaaGxzYzR1elZpRkNDRWdwRDhURnhmM3RjSVBpWVFTd1N3aVJrVjlyRlFDSFltTmpMNWRjV0ZSY1dMZ2dJaUlpSWlKeW5UZ2hoTnFhSXZjZ21FS0liQ2xsc1E5Nm1SK2owZmhUN21XNVdqWnNLdEdBN2pnSjRId0IyMnhtTjVHeWdZVUxJaUlpSWlJaUY0bUppVWxXRk9Xd281WURsdFlNTVhxOVBza2x3VmtjUDM0OFZrcDVJbmVNbHZoU3BaUUhTenFtbUppWU0xTEtlT3Y3M0RPZVNDbFRyMTY5dXJPazQ2TGl3Y0lGRVJFUkVSR1JDeW1Lc2lxZmRiTktOaHJIcEpUemJWNnJ5NFVRNXhSRk9ldUNrSXhTeWloSEt5eXppeXk0ZlBseVpzbUhSY1dCaFFzaUlpSWlJaUlYTXBsTXU2V1VWM0l2bDFLbTNMcDFhNE5yb3JLbjBXZzJBVWpQdlZ4S2VkeFY0MGlZVENhN3o4WjJRRk9UeVRUREZURlI4V0RoZ29pSWlJaUl5SVVzQTIvK1lPMktZV2t4QUFDYmtwS1NESzZPRDNkaVNwWlNIcmFOMFdLcnE4YVJPSDc4K0ZVQVViWmRXQ3lmWFV4c2JPeEZWOFJFeFlPRkN5SWlJaUlpSWhjem1VeExBS2hGQ2lsbGpoRGlWOWRHOVQrSER4L09BSERBT25VcjdzU1ljZnYyN2Q5ZEdaZWlLRE1kTE52bW1taW91TEJ3UVVSRVJFUkU1R0lwS1NuL2xWSWVzV25Sa0FBZ3p0VngyVEFyaXZJWGdFeWJHSDg5ZmZyMGRWY0dwZGZydHdKUXU2cElLVk9GRUh0ZEdSTVZQUll1aUlpSWlJaUlYT3p5NWN2WkFQNlEvM00wTFMzdFVpRjJMVEZTeW1nQWFaYlhVbEdVNzEwZEV3Q1RvaWpicmQxcmhCQ0pRb2lUcmc2S2loWUxGMFJFUkVSRVJLNW5CaEFyaE1pMjFBWGl6cDQ5bSticW9HeFp4bzFJdEx5OW9kZnI5N2s0Sk9CT3k0KzlsczhQQU00S0ljNjdPQ1FxWWl4Y0VCRVJFUkVSdVFHajBSZ0RJRkVJWVZBVVpZdXI0M0ZFVVpScGxwZS9BcEFGYkY0aWpFYmpXU25sZGR5SkwrYnc0Y05HVjhkRVJZdUZDeUlpSWlJaUlqZHcvUGp4YzRxaXhFc3BMOFhHeGthN09oNUhqaDQ5K2d1QUsxTEtQMXdkaTVYUmFEd0E0RENBTExQWlBNZlY4VkRSMDdrNmdJTFVlS1JKYlU4UDNTT3Vqc01kR2N6aUlXK05jbG9qaEVlVzBWd3Z1RUdvS01SdUQ1enM3T3pFdnhQajJGeXNER0orb1B2Ri9QQmdZdzZoKzhVY1VuYTVNaitZRkp3RTVKWGdCcUZ0WEhIK3dqQXA4cmRzay9RT2JoRDZuS3RqQVlCc0FKNkt2Q2lBZmVsRzdlUEJEVUpkSFJMelF4Rno2eHZkbXZWQ2Fubm94SThRYU9EcVdOeVJsQklhQ0EwQVNPR2F1Wk5MaWY4aVMvUktTdEludVRvUUtqck1EMVJFbUI4ZVVNSEJvY0h3bG91WlErZytNWWM0RUJvYStweEdvL2xKU3VrdHBleW0xK3QzdURxbXUrSDYvQ0FGRkFob2hOdGUzd3NKallSVUlOem5kbElENklTUXdpeUZ1M1FUWVg0b1FtN2Q0c0lEcUFXQkJnS2ltbytQRDNRNnJhdERvbExFYkRJankyQ0FJcVUzdkJFTWdFbWpER0Yrb1B2Qi9FRHdSckExaC9qNitFRExIRUozZ1Rta2pHTitvUHZBL0ZBODNMcHdZZVhyNDROUFBncEhhRWdUVjRkQ3Bjakp1RlA0OXZ0NVNFMXpxOEdZcVlneFA5QzlZSDRnSzE4Zkh3ejV2d0ZvMVBBeFY0ZENwUWh6eUlPQitZSHVCZk5EOFNnVmhRdXRUb3VHajlYSE0wODk2ZXBRcUpUeDhQQndkUWhVekpnZjZGNHhQeEFzT2FSUnc4ZVlRK2l1TVllVWZjd1BkSytZSDRvZVp4VWhJaUlpSWlJaUlyZkZ3Z1VSRVJFUkVSRVJ1UzBXTG9pSWlJaUlpSWpJYmJGd1FVUkVSRVJFcGRvVFR6emgwYXhaczNwM0poNGpvckttVkF6T1NVUkVSRVJFNUl6QllDam41ZVcxTEN3c3JJcVVjaW1BNWRldlg3OTQ4ZUxGSEFCbVY4ZEhSUGVIaFFzaUlpSWlJaW9UaEJCMWhSRGpwSlRES2xldS9GZmx5cFgvVUJUbEw3UFpISGY4K1BFTHJvNlBpTzROQ3hkRVJFUkVSRlNtQ0NGOEFUd25wWHhXbzlHa2FyWGFTMkZoWVNjQXJNM016Tng2NnRTcGRGZkhTRVNGeDhJRkVSRVJFUkdWR1ZKSzI3Y0NRSkNVTWtnSTBRUkFMeDhmbi9SbXpacXRNNWxNYzAwbTAvR1RKMDhhQUpoY0Z6RVJGWVNGQ3lJaUlpSWlLbE9FRUVDdUlvYjF0UkNpSElEM2REcmQyMXF0OW14WVdOZ2VSVkgyQWRBYmpjWVRtWXJMd2lZaUoxaTRJQ0lpSWlLaTR1QWpoUGdrTkRTMGEzR2ZTQWpoSmFXc1l5MVkyQ3dIOHJiQ3NOSUpJUnBJS1IvVGFEUnZDQ0grMW1xMUNScVRPZjUyRG1kZkpISW5MRndRRVJFUkVWR1JrVkthcEpTS0VNSUxRSS9jeFlSaU91YzlieStFRUZKS1h5bGxiUURsTlVLVElZUlMvRUVUVWFHeGNFRkVSRVJFUkVVbU96czd6dHZiZXhtQWgwdnd0SjRBV2dHb1lMc3dkMEhEdG9naTc2eThLYVZNQVBCZktlWEt0TFMwS01VeklBd0NMVXN1ZENJcUNBc1hSRVJFUkVSVVpPTGo0MVBxMWFzMzF0L2YzNmVrenFrb1NwQldxMTF0TFZ3NGFvRmgwMjNFQ0dBM2dMVm1zL21JbERJWndNMWp4NDdkQXFBRU53Z3RxYkNKcUpCWXVDQWlJaUlpb2lKMTl1elpiQURaSlhXK3hvMGJhM1E2blRvemlFMlJRZ29oc3FXVTZWTEtDd0IrQUxBeUppWW11YVJpSTZMN3g4SUZFUkVSRVJHVkJRS1dvb1dVTWdmQUdRQ3hVc3I5WnJONWIyeHNyQjRBNXd3aEtvVll1Q0FpSWlJaW9qSkJTdmszZ0UxU3l0OFVSWW5QenM2K2ZPclVxWFJYeDBWRTk0ZUZDeUlpSWlJaUt0V2tsQmxtcy9sOW85RjQ1dVRKa3ptdWpvZUlpaFlMRjBSRVJFUkVWS3BaaWhVblhCMEhFUlVQamFzRElDSWlJaUlpSWlKeWhvVUxJaUlpSWlJaUluSmJMRndRRVJFUkVSRVJrZHRpNFlLSWlJaUlpSWlJM0JZTEYwUkVSRVJFUkVUa3RsaTRJQ0lpSWlJaUlpSzN4Y0lGRVJFUkVSRVJFYmt0Rmk2SWlJaUlpSWlJeUcyeGNFRkVSRVJFUkVSRWJvdUZDeUlpSWlJaUlpSnlXeXhjdUluVTFOUmlPYTdaYkVaT1RrNnhIRHUzMU5SVUhEdDJETm5aMlNWeVBxTFNTRXFKcEtRazNMNTl1MURicDZTazROVlhYOFdmZi81WjdMSEJFdCtWSzFlSzdIZ0dnd0VaR1JsRmRqeWlzaXdpSWdJeE1UR3VEc09oNG9ndE9qb2FGeTlldEZ0Mjh1UkpyRnExQ3VucDZVVjZMaUlxR1ZldlhvV2lLQTdYWGJ0MkRWTEtBbzloTnB0aE5wdUxJVG9xelhTdURxQzAyTE5uRHdZUEhvd25ubmdDMzMvL1BZUVFUcmROVEV6RW9FR0RNSHo0Y0xSczJiTEFZMCtjT0JGNnZSNnJWcTJDUmxPMHRhUk5telpod29RSmlJNk9WcGRkdVhJRjU4K2Z6M2UvQ2hVcW9INzkrZ0NBRFJzMllQUG16WmcwYVJJQ0F3T2Q3ck52M3o2TUdUTUc2OWF0UTNCd2NCSCtGRVR1NTlDaFF3VVdCZjM5L1JFU0VtSzNMQ3NyQ3oxNjlNRGt5WlB4d2dzdkZIZ2VrOG1FaElRRTNMcDE2NzVqTG96Qmd3ZmoyTEZqK1Bubm4xRytmUG43T2xaT1RnNTY5T2lCSjU5OEV1UEhqeSt5R0luS3FwVXJWNko2OWVvSUN3dERmSHc4c3JLeTdtci9SbzBhd2N2TEN5a3BLY2pNek14M1d3OFBEMVNyVmkzUDhqVnIxcUIxNjlaNTFoVlZiRlptc3hralJveEF1M2J0OE5sbm53RUF6cDgvajQ4Ly9oaXRXclZDcjE2OTd1cjRSQVJrWm1iaXhvMGJ1SDc5T3E1Y3VZSy8vLzRiYVdscCtQVFRUKzN1TVpZdVhZb0xGeTVnMUtoUjZyTDQrSGlNR1RNRzA2Wk5RKzNhdFhIMTZsV2NPM2ZPNFhucTFxMkw2dFdyNTFsKy9mcDF2UHJxcTNqbGxWY3dmUGh3dTNXcHFhbDQ1NTEzVUxkdVhjeWVQVHZmZTU3OSsvZGorUERoV0xKa0NlclZxNmYrYkpjdlh5N3dNd2dPRG9aT3gxdmNzb2ovcW9XUW5aMk5iNzc1QnI2K3ZvaU9qc2JFaVJNeGF0UW90WGdocFVSV1ZoWThQVDJoMCttUWs1T0RpeGN2MmwwMFhMbHl4ZW1OUjZOR2pmRHp6ei9qcDU5K3dwTlBQdWx3bS9MbHl6dTh3TEE2ZGVvVTNuenpUYnp6empzWU5HaFF2ajlQVkZRVVpzeVlrZTgyYmR1MnhUZmZmS09lT3pZMkZtKy8vVGFtVDUrdUZqU0k3bFp3Y0xDM3Y3OS8zZVBIajU4QzRMZ2NYMHFNSGowYXljbkorVzdUc0dGRExGdTJyTVJpY3VadThrT1hMbDJ3ZS9kdXpKbzFTNzJaeUU5S1NncE9uanpwZFAxamp6MkczMzc3RFk4Ly9qZ3FWNjdzY0p0cTFhb3hyMUNobEtVY1VwQ0pFeWNpSVNFQkJvTUJPcDNPNllXNHdXQ0FwNmNuTkJvTlZxMWFoVnExYW1INjlPbjQvZmZmNGVmbjUzQ2Y3T3hzVksxYUZULy8vTFBkOHRXclYyUHk1TWxJUzB2RCsrKy9YeXl4V1IwNWNnU3BxYWw0NmFXWEFBRHA2ZWtZTkdnUTB0UFRzV3ZYTHJSdDI5YnVXRjI3ZHNYLy9kLy81Zk9KMFlNdU9EallPeUFnb0Y1c2JPekpzcFlmVENZVEZpeFlnS3lzTEJnTUJtUmxaU0V6TXhOcGFXbElUMDlIV2xvYVVsTlRZVEFZSE81ZnQyNWRkTzdjV1gyZmxKU0UwNmRQMjIyVGxaV0ZoSVFFdGVYMHZuMzc4T1dYWHpvODNyLys5Uys4OGNZYmlJdUx5N091WGJ0MldMMTZOUm8zYm95SEgzNVlYVDUzN2x5a3BLVGcvZmZmUjN4OHZOMCtGU3RXUk5XcVZkWDNodzRkZ3ErdnI5MytlcjBlbjM3NktieTl2UjNHSktWRWRuWTJObTdjaUJvMWFqamNoa28zRmk0S1llYk1tYmgwNlJMbXo1K1AyTmhZekp3NUUxSktqQjQ5R2tJSS9QMzMzK2pVcVJQKzg1Ly80TVVYWDNSNGpDVkxsbUREaGcyQUpma0lJYURWYXRYMTN0N2VtRDE3dHZyZWFEUkNxOVdxMWNqT25Udm5xVnphV3J0MkxRQ2dlL2Z1U0U5UFY0c20xcWFXVjY5ZVZjOERBQnFOQm52MjdIRjRyTndYQnM4Kyt5d1dMRmlBVHovOUZIMzY5TUh5NWN0UnAwNmRRbjEyUkxZQ0FnSXE2WFM2L1dGaFlXZWxsTXMwR3MxdmlxSmMxK3YxNlFCS1hadkFuajE3b2t1WExnN1hMVjI2VkcwQ1BXTEVDR2kxV2t5Y09MR0VJN3pETmo4VTVQbm5uMGRZV0JneU1qS2dLRXFCcmNCaVkyTXhkT2hRcHhjU3NPU2RxVk9uT2x4bk1CalFwVXNYakIwN3RzRFlpTXBhRHNuUGp6LytDQUJvMzc0OSt2WHI1N0FGUW1wcUt0cTFhNGVJaUFnOC9mVFRkdXVlZSs0NWZQSEZGdzZQdldMRkNtemN1TkZ1MlU4Ly9ZUXBVNmJnN2JmZnpyZG9VUlN4QWNEV3JWdFJyVm8xaElXRnFVV0wyN2R2WThhTUdYYjVaT1hLbGRpNWN5ZWFOV3VXYjB4RUFRRUJsYlJhN2U2d3NMQnpVc3BsVXNwSUljUzFzcEFmY25KeU1ILytmR2cwR3ZqNitzTEh4d2QrZm43dzkvZEh4WW9WRVJ3Y2pNREFRUFZQVUZBUUtsU29nRXFWS3FGaXhZb29WNjRjQUNBakl3Tjc5KzdGcFV1WGtKYVdocTFidDZybnNMYkczcmR2bi9xd3RWS2xTdW8xaEZYNzl1M1ZtTjU1NXgybk1ZOGJOODdoOHNtVEorZFo5dmJiYitPamp6N0NqUnMzQUFDN2QrL0drMDgrcVhaZHRXM3B2bVhMRnZYbnNXVjlTRU5sRndzWEJkaStmVHRXcmx5SlBuMzZJQ3dzREdGaFlkQm9OSWlJaUlDVUVtUEdqQ25VY1lZUEg2NFdIb1lORzRiVHAwOWp5cFFwRHA4eXhzVEVZTkNnUVdqVHBnMG1USmhRNExFek16T3haY3NXTkcvZUhBODk5QkFtVDU2TTFhdFgyMjNUc1dOSHdOS1NvbW5UcG9DbDJ1cUl3V0JBUUVDQTNiS0dEUnRpOGVMRjJMWnRHK3JVcVlOZmZ2bEZiWkZoWmUyTDl0WmJiK1U1NXNDQkEvSGFhNjhWK0xQUUEwRWpoSGdDUURNcDVUZ2hoRDRzTE95Z2xQS0FWcXM5ZVBqdzRiOWRIV0JoVmE1Y0dZMGFOWEs0TGlnb1NDMWNtTTFtcDkzTE5tN2NpSysrK3FyQWMwMmVQQmxUcGt4eHVyNXQyN1lPODRXai9HQXRvam9qcFVSY1hCeGF0MjVkNlBPdFdiUEc3Z25IOWV2WDhlZWZmK0xaWjUrMWU0cVNXMkdLS1VTNWxKa2NBc3Z2L0U4KytRU3dQTFNZTm0wYVpzNmNpUjQ5ZW1ESWtDRUFvQzY3Rzl1M2I4L1Rhc0hLWkRLaFpzMmE2dXVwVTZkaTllclZlT09OTnpCNDhPQmlqKzMyN2R2WXNtVUwzbjMzWFZ5N2RnMmZmUElKcmw2OWl2bno1K094eHg1VHQ5dTJiUnQyN05pQnNXUEhvbFdyVm5kMURub3dDU0UwQUo0QTBFeWowWXlYVWg0SkN3czdLSVQ0U3dpeHY3VGxoOXo2OWV1SC92MzczL1AreWNuSitPS0xMMkEwR3FFb2lsMXgwenIyeEp3NWM5Q2lSUXUwYXRVS1FnaUhSUUlBOFBMeXd1N2R1Kzg1bHZUMGROeTRjUU4xNnRTQmg0Y0g5dXpaZzZGRGg2cnJrNUtTRUJVVkJWaTZ0azJiTmcyd2RNbjM5ZlhOYzd6YzQrVlEyY1BDUlQ1aVkyTXhldlJvaElTRTRNTVBQMVNYdi9QT096QWFqWmcxYXhha2xPalhyMSsreHpsLy9yeGQwNjAzM25nRDQ4ZVB4L2p4NC9NVVBsSlRVekZvMENEVXFsVUxQWHYyeEtsVHA5UjEzdDdlRGxzNmJONjhHWm1abWVqUm93Y0FvSC8vL21yRmNlVElrVGgxNnBUYUhOVEh4d2VSa1pGUUZDWGZxcVR0eFU1MmRqYTh2THhRdTNadDlPblRCd0RRdEduVFBDMHpUcHc0Z1UyYk51R3R0OTVDeFlvVjdkYUZob2JtK3huUmcwTktLWVFRRUhmdTVBTUJQQ2VsYkNPRVNKVlNKb2VGaGYwbHBmd3hKeWRuNThtVEowdG1aTmw3RkI4Zjc3UUlrSmlZV0toak5HalFJTitMa01XTEY4TmdNTUJvTktKMzc5N3c5L2QzdUoyemNXVnk1NGMyYmRyWTlVdWRQWHMyR2pkdWpHZWZmZFpwREh2MjdNSGh3NGNSSGg0T0h4OGZ1L1BWcWxVTHI3MzJtbDJUOU96c2JBd1pNZ1RYcmwwcmNKeWZqaDA3cWpkUVJJVlJsbklJQU5TdVhWdTlXSjgwYVJKZWVPRUZQUG5razNqa2tVZlViWHIzN3Uyd1JXZDZlcnJUYTVCMjdkcGgwcVJKRHRjdFhib1V2L3p5Q3hJU0VqQm16QmdrSlNWaDNMaHhhbFB5ckt3cytQajRGRnRzbXpkdlJuWjJOanAwNklEMzNuc1AxNjVkZzFhclJkKytmZTIyeTg3T2hwUVNreWRQVnAvUzZuUTY3Tnk1MCtGeGlhd3MrU0ZBQ1BHY2xMS05sUElXZ0d0aFlXRi9BZmdwT3p2N2o5S1FINHBhM2JwMXNYZnZYbnp4eFJjNGZmcTBYWGZXbUpnWTlPdlhEMHVYTGtXOWV2V3dmdjM2QW8vbjYrdUx6WnMzNTl0cTh1MjMzOGJBZ1FOeDl1eFpmUDc1NTVnNWN5WXFWS2lBalJzM1lzcVVLZW80ZksxYnQ4YU9IVHV3ZlBseXJGKy9IbSs4OFFaOGZYM3g4c3N2UXdpQjJOaFlBTUJISDMzazhEeUZHZlNUU2pjV0xwelE2L1VZTkdnUXFsU3BndW5UcCtmcHY5bTNiMStrcDZjakxpN082Y2k1VmhNbVRIRFlCK3o2OWV0NWZrbkQwbzNqOHVYTCtQampqKzJXTjJ6WUVBc1dMTWl6L2JwMTYxQ2hRZ1U4Ly96ekFLQTJFNHVKaVVGY1hCdzBHZzBPSHo2TUYxNTRRYjNwMFdnMFRuL3gyL2FCUDNic0dBWVBIb3gvLy92ZjZOQ2hnN3I4a1VjZXNidHdBWURJeUVoczJyUUpIVHQyNU9DYzVKUVFRaUx2THhnTmdBb0FLZ2doSGhOQ3ZPUGw1WFVwTEN4c2xaUnlwY0ZnU05Cb05PbnVkcEd4ZS9kdTdOKy8zK0U2azhsVXFIRWI2dGV2NzNTN3lNaEl0ZWpwNmVtSjlQVDBQSG1oSUxuelE0c1dMZENpUlF0MS9aNDllOVNpaURNSERoeEFsU3BWSEJaWXZ2amlDeVFrSk5nVmNCUkZRVTVPRG5RNlhhRUgyR3ZhdEtsZC8zY2laOHBTRG9HbEtYYTNidDBBUzh1cWtKQVE5YjJWRU1MaE9CTDVEVUQzeHg5LzRCLy8rSWZEZGRZV0YzNStmcWhTcFFxKy9QSkwxSzFiRjdDTXlmWHV1KzlpNE1DQjZOaXhZNUhIWmpLWnNIVHBVcFFyVnc1MTZ0UkIxNjVkSVlUQXdvVUxNV2ZPSEhXNzZPaG96SjQ5RzNQbXpGRzdqa1JIUitQNzc3OTMrak1UV1RuSUQwRUFnb1FRandFb05ma2h0eU5IamppOEZ5aU14bzBiMi8zK3o4N090bXQ5N1doR01ZUEJrS2VBa2Z1K3gvcFpyMW16SnMvK0kwYU1VTGZQeXNwQ1hGd2NqRWFqdy9oME9oM0tsU3VIM2J0M28wT0hEamh4NGdRQ0F3UFZGdHZseXBYRDQ0OC9qdSsrKzg1aGk0c0xGeTVnM0xoeDhQVDBMUEN6b05LSmhRc0h6cDQ5aTQ4KytnZ21rd2w5K3ZUQm9VT0hIRzdYc21WTDlPL2ZYKzJQNVl3MXdXUmxaZUhtelp0M0hVK2xTcFdjZmdtUEh6K09VNmRPb1UrZlBua3VFdWJPblFzL1B6OWtabVppMGFKRitQSEhIKzJhY3pvYm1kZDJwb1RxMWF1amV2WHFHRGx5SkU2ZVBJbi8rNy8vSy9LWlQ0cWJWQ1E4dFVyZHNMQXdSUWdoeldhenRGejRTaUdFdEN4VHJLK0ZFTkprTWtuYjk1WmxpaEJDYWpRYUtZU1FScVBSYnIxR281RkdvOUZ1bSt6c2JLblJhTlQzR28xR1ptZG5LOVpsV3ExV2FqUWFlZnYyYmZXMVZxdVZHUmtaaWxhcmxWcXRWdXAwT3VuaDRTR3ZYcjBxdmIyOUZkd1pNRlU1ZlBpd3RBdytWV29Ib0xJZDROYks1blZOSWNRUUljVEh2cjYrY1ZMS3YwSkRRdzhJSWY2S2lZbkpXd2wwZ1E4KytNRHVpZUozMzMySEdqVnFvSHYzN3BnelowNmV3YWZ1eHExYnR6QnQyalQwN3QwYkN4WXNRSzlldmJCeTVVcDA2dFRKYWZlVTNQTExEMWJObXpmSGdnVUxrSkdSNGJBMWg4bGtRbXhzckZyNHlHM3c0TUYyVTdzdVdiSUVaODZjd2FoUm8vTE1TbUlkNkxoOCtmTDQ5Tk5QN2RaVnFsU3BVRDlUVVpPS2hMZUhmQ1MvL09Ba0g5aTlkNVFQY2kvWGFyVUs3dVJZcWRGb0ZOd3BJc3VjbkJ3bGQ1N1FhRFF5S3l0TEZwUXIwdExTMU5lNTg0Vk9wNU02blU1YThnVUFTQUFtbDN6UXhhUzA1NURDV3JKa0NaWXZYMzVYKy96akgvOVFieHJHakJtRGxpMWI0cFZYWGdFc0JjMXQyN2FoYXRXcW1ENTl1cnBQVmxZV2hnNGRDclBaWE9neEplNDJ0aTFidHVEU3BVdHFmdWpmdnorMmJ0MEtJWVRhbFJXV3NYbENRMFBSdkhsemRabDF2QzUzd21zTTkxVVc4NE5lcjhmeDQ4ZnZhZDhlUFhyWUZTNFNFaExVMXBqT1pHWm1Zc1dLRlhiTEhFMVRxaWlLWFM2eCt2dnZ1K3VaYytIQ0JjVEh4MlBreUpGWXNtU0p1dno2OWV0SVRFeEUxNjVkc1czYk5xZjdkKzNhRmZ2MjdVT2JObTN5blFtUlNpY1dMaHg0K09HSDBiWnRXenoyMkdQNXpyN3g1Sk5QWXU3Y3VZVSs3cTVkdS9EWlo1L0J3OE9qVU50TEtXRXltZkRERHovWS9USzN0VzdkT2dnaDh2UVQzN0JoQTQ0ZVBZbytmZnBnL3Z6NW1EOS9Qc0xEd3pGcTFDaTBiZHNXaXFMayt5VFUybFdrVXFWS21EOS9Qb1lORzRZZmYvd1J2cjYrQ0E4UEwvVFA3QTRFQUI4UDNWdENpRVlBb05WcXBjMHZMaW1saEVhamtiQjVrbWU1eWJOdUpDMzdxYStsbEZLbjA2bmJXN2V6L050YWp5OXRwbjVUajI4ejZKaDZMR3Z6ZSt1eWN1WEsyY1VqcFVTVktsWFVlS1NVQ0FzTFF3RVhGRG5XaXc0aGhDS2xWQ3o3S2tJSXhlYUNSRnJXS1VJSVJRaWhLSW9pcmErdCt3a2h6TmJsdHNjUVFxajdXNVpMbTlkMit3UHdsMUo2NVI3dndkbjRENWJQSEFWbnJBQUFJQUJKUkVGVTBWc0lFUVlnVkFqeEZvRHJvYUdocDdPTjhxOHNCYzduSlhhQjZPaG9QUHJvb3dCZzE3M3Nia2twTVhic1dGU3VYQm5kdW5YRGdnVUxVS2RPSGZUczJSTmp4NDdGMHFWTEhUNXR5TTFaZnJEMTBrc3ZZYzZjT2RpMGFaUERuTEI5KzNaa1pXV2hYYnQyRHZlM3ZiblpzR0VEOUhvOWF0ZXVqWVNFQkRSdDJoUWhJU0dvV0xFaUVoSVM4Si8vL0FjZUhoNllQbjI2MjNRUEVRQzhkSnJlUW9qNmNKSWZ0RnF0dXNCWmpyREo2M1k3TzhvVGxrSzBlaDR2THkvcGFOL0M1SXJ5NWN2bmlTMmZmQ0Z0eitHQVNRaGhzdm51eXR6ZmE4ditacHU4SVIzbERldHJ5LzYycjlWak9UdUg3WEd0NnkzN3k2TE1JVmxHR1pQdFpqa0VBTTZjT1lPUkkwZmkrZWVmVjFzNkRoa3l4T0gzODhhTkcyamZ2ajNTMDlOeC92eDUrUG41UVFpaHRvNnlQb2k0ZmZzMklpTWoxVUgxT25YcWhFNmRPdUhDaFF1b1diTW1OQm9OakVZamhnNGRpb1NFQkh6Ly9mY09aeks3MzlqOC9mMHhlL1pzaHc5ampFYWpYUXNSZzhFQXJWWnJ0NnlnRnE2dVVNYXZNZkxMR1VWNmpaSDd1c0hWMXhqdW1oLzY5ZXVIRHo3NG9FaU85ZWlqajJMZXZIbnErMlBIanVWNXFCQVlHSmluSmNVenp6eVQ1MWhDQ0hUcTFDblBjdXVBbjRYMTIyKy80YUdISGtLVEprM3Nsdi85OTk5WXVuUXBFaE1UVWF0V0xkajhuMWFscGFYaDJyVnJxRmV2SHBvMGFjTENSUm5Fd29VREdvMEdFeWRPeFBidDJ3SExTTnUyMC9FQXdNY2ZmK3p3UzFNWVc3WnNLZFNYcWFEUmNUTXlNaEFWRllWbm5ubkdibEM4czJmUFl2TGt5WGp6elRmVkM0K3FWYXRpd1lJRk1Kdk5pSXFLS25SWEVWakcxcGcrZlRybXpwMkxOOTk4RTFldlhzV3hZOGZ5N0hmaXhBbkFNdmZ5MmJObjg2d1BDUWxCbFNwVkN2eTVpNFdRSGxMQ3gvTExTK1Q2SlNhY3ZJYVUwdUU2NjNGeW44Vm12Y1BqV0g1SjJwLzhqbnVLSi9lTytiRnU2bWlYM010c1c5WFlyck11ZDNaUllMdmMwYko3N1g5by9keUVFRDVTeWdBaFJEVUJXZkNkZXpGU0ZBVnIxcXpCamgwNzFHV0ppWW00ZVBHaVhkY3daNFBqNVdmKy9QazRjT0FBZnZqaEI3dlByMy8vL3Zqamp6OHdkdXhZZlBQTk4wNHZ4cEJQZnNpdGR1M2FhTkdpQlZhdVhJbFhYMzAxVDR1cXRXdlhva3FWS3ZrTzFHblZ1WE5udEczYkZzZU9IVU5zYkN4bXpacUZ4TVJFVkt0V0RkZXVYWU8vdnorKy92cnJmS2QyZGdXTkVCNVN5c0xraHp6dmMzMG5VVUNleVBQZGQzYXNlOGdWZHU4ZHhWWFlmSkg3dSt0c3Qvenlock1jY2plNXc5SDI5NXREQVBoYStyMVhFMExlMnkveFluTGx5aFZJS2JGKy9YclVyVnNYano3NktMWnUzWXFjbkJ6ODhzc3YyTDE3TnpJeU1wQ1JrWUhidDI4akl5TkRuVUhNT3ZqM3A1OStpc1RFUktkUEpGOS8vZlU4eXpadDJnUnZiMi84KzkvL1JuUjBOS1pPbllySEgzKzhXR0xMeXNwQ2Ftb3FYbi85ZGZ6NjY2L3E4V3ZVcUlFdVhicWdXN2R1MkxGakIzNzQ0UWVFaFlWaDRNQ0JkbkZJS2UxYWVMa05YbU1VeVRXR3MyTzQ1QnJEemZLRHRXaG5PeVBoL2RKcXRYWURiK2ErcjFFVUpkL3JERnRTU29mM0JsbFpXWVdPUjBxSnlNaElod1dRcGsyYll0YXNXZWpZc1NNKy8veHphMkhOenZyMTZ6Rmx5aFNzWExteTBPZWswb1dGaTBMUWFEUjVtbGxuWm1haWN1WEs5M1M4WHIxNkZTb1JtRXo1dCtqZHRHa1REQVlEZXZic2FiYzhJaUlDTldyVXdBY2ZmS0NPeGd2TERBaTJVbEpTSEI3WFVkOHpuVTZIQVFNR0FBRDI3dDJMeno3N3pHbGN6bVkrbUR4NU1sNTQ0WVY4ZjZiaUlBRms1cGlXK0hsb0V6V1czNVpTU28zbEY3VFFhclZDU2ltczc2M2JLSXFpQVNDa2xPbzIxdmVXVWF2dGpxUFJhT3kyY1hRdWpVYWpycmY4clJGQ1FFcXBzVjJlNjFpYTNNZTIvSUxWQUhENEc4eHlUcTN0ZmpZWEljTDJmTGxqeXIxTnJtVzJNU0cvYlN3ai93T0F4bWFaTDREMnVYT1A5V0xEMGNXSzVXbEtDb0RMaXFLY0VrTE1qb21KMlJ0Y0wrUkplQWlYelh1Vm5aMk4rdlhybzNIanh1cXk1T1JrQkFVRjRZa25ubENYMWFsVHgrRVlOODVFUlVWaDNyeDVHREprQ0JvMmJHalhOTHBjdVhLWU9IRWl3c1BETVd2V0xIVzBmMGVjNVFkSDNuLy9mZlRyMXc4clY2NjBLNWJ1M3IwYmh3NGR3c0NCQS9POVdKSlM0dXJWcTBoTVRNUzVjK2NRSHgrUFk4ZU80ZUxGaTZoU3BZcmFQRDBxS2dvZmZ2Z2hmSHg4RUJJU2dyQ3dNTFJ1M1JvTkdqUW85T2RUMU83a0IvTWlINTA0Wi9tZTIzMy90VnF0N1hjWVVrcE43cHpoS0VjNFd1WW9UemhhWmptSDdmY0xsbHhSNk9OWnY1Zlc3N2lVVW12cDUrMzRjNUJTWjdOdG5weVI2L3R2M2M1NlBJMzFCcWVBbkNEeU8wZEI1N1hKSVMvY2F3NlJVcDRHTUZ1djErOEpiaERhQ2tLNmZMcXJLMWV1WU5hc1dkaTZkU3ZNWmpQZWZ2dHREQm8wQ0NOR2pNREdqUnRScjE0OUJBVUZJU2dvU0ozbTBQcTNUcWZEaHg5K2lDKysrQUl0V3JSQVFFQUFkRG9kUm84ZVhlQU52cGVYRjN4OGZIRDkrblY4K09HSGlJdUx3K1RKaysyS2xFVWQyN0pseSt3RytiVnEyclFwL1AzOU1XdldMT3pldlJzdnZmUVN0bTNiQnBQSnBONmdKQ2NuWTh5WU1VaEpTY0d5WmN0ZzA5ckFwY3JJTlVhZWJZcmdHZ1BXNjVkOHJqRmdrei95SEt1Z2ZHSlpsdnNhNHdVQUhybmlCZTcyR3NOTjhvT1Y5WjdBMmxySmFEUTZIU3NpTnlHRXc0ZXQ4Zkh4ZGkyYWNoZCt6R1p6dnVQbzVHWXRWdVkraGxYanhvMnhlL2R1TlpiY2haRWJOMjdnOHVYTFdMeDRNWllzV1lLY25Cd0lJUkFaR1luNjlldXJBL1IrL3ZublRsdGNVTm5Hd3NVOXVuNzllcDRuRW9YMTFWZGZPWjFheU5iNTgrZng3My8vMituNmRldldvWExseW5tZWhIYm8wQUZObWpTeG13YzlOMFZSMExWclY2ZnJIVDBsam95TVJNdVdMZEd1WGJzODB4OU5tREFCVVZGUmlJaUlzTHRwcytXcWl3eWhFVEFwdW9TalIvVTdDckY1V1dMOVJXNzczdTV2Njc5VlZsYVd3SjFteGVyMkpwTkoyUDZ0S0lxd3prWmhOQnFGb2lqcU9yUFpyTzVuZmEwb2lnZ0tDb0wxdGVYdldscXRkajhBZnpoNU9tTFRKL1dtbFBJM1JWRldLNHB5MW13Mlp5cUtjanMrUHY2bU8vUzVOUmdNNk5DaGc5MDB2M3E5SG84KytxamRkSUt3dExJcWpKMDdkMkwwNk5GbzI3WXQzbmpqRFlmYk5HdldET0hoNFpnN2R5NFVSY2t6dTQrVnMvemdTRmhZR0RwMjdJaFpzMmFoVmF0V2VPaWhoNUNSa1lISmt5Y2pPRGc0MzVaZmx5NWRRcytlUGRVbTZmNysvbWpjdURIKytjOS9vbVhMbG9pUGo0ZGVyOGVFQ1JQdzhjY2Y0K1RKazlpNmRTdCsvLzEzSER4NEVINStmaTR0WEFpTlFJNVpuRDE5NG9ITEQ3bmx5UThPMXNHYU42dzVBelo1dzVvUGtFL2VzQ3pMTjNmZ1RoY1loK3VGRURYTFNnNnhPblBtREtLaW90Q2xTeGRzMkxBQk5XclVnQkJDdlVqUFQyWm1KbDUrK1dVMGFOQUFGU3BVVUpmLytlZWYrT3l6ejV4ZUIrVGs1S0JuejU3bzNiczMzbjMzWFdSbFpTRWlJa0x0LzI0eW1hQW9TcEhIMXIxN2QvajUrV0h0MnJXQTVkL3Y0TUdEV0xObURYYnUzSW5telp0aitmTGx1SERoQXY3ODgwOTgvdm5uV0xObURUWnUzSWh2di8wV1ZhdFd4YWhSbzl5bWFBRmVZeFRiTllidHVydTV4dERwZFB1c2hZdXlrQitzcklWSWF6ZlJhZE9tWWZYcTFZWGExOS9mMzJFcjY5cTFhMlBFaUJIcSszUG56bUhxMUtucWU0UEJnSXlNakR4alZ6Z2E0MEtqMFdEVXFGRjIrMlZuWjJQNzl1MElDQWhRdDFtMWFoWEtsU3NIVDA5UGJOcTB5VzY2OUhMbHl0azkvRnl5WkFuOC9mM1JvMGNQdXpHNGV2YnNtV2VDQUZoYWZGdG5VYVN5aVlXTFFvcUppUUVBQkFVRjRjQ0JBMGhPVGxiN3N0OHRuVTVYcUFwbWZvTmc2dlY2bkR0M0R1SGg0WG1laEZxbk00T2wrV1h1dnVuVnExZEh0MjdkOFBiYmJ6czg5b29WSyt3dWdHQXAxSXdaTXdhZE8zZkd1SEhqN09JL2ZQZ3dvcUtpOE1vcnJ4VHFKb2xLVEVIOTJXRVpzSy9RbkEzb1dsZ2hJU0grbG42cmdQMEZoQVNRQ1NCTlVaUmpVc3FGeWNuSnYxMitmRGx2K2Q0TlpHUmt3R1F5SVNBZ0FGdTJiRkVINkwxKy9UbzBHbzA2a0ZYZHVuWHRCc0xLejU0OWV6QjgrSEEwYmRvVUV5Wk15TGRWVm5oNE9LNWN1WUlsUzViZzl1M2JHRFpzbU4xM01yLzg0TXpnd1lOeDZOQWhmUExKSjVnM2J4N0dqUnVINU9Sa3pKa3pKOTk4VmJObVRRd2JOZ3dWSzFiRUk0ODhncG8xYTlyRi9zY2ZmNmpkeUFDZ1VhTkdhTlNvRVFZTkdnUzlYcS9PWkVBdWwyZWNEV2RLT20vWUNna0o4U3NMT2NSVzQ4YU5zWDc5ZXRTb1VRTWJOMjRFTEorWm8rYlN0V3JWUXN1V0xmUGNzR3pldkRuUHpZbTN0emYyN3QzcjhKelcxbHJWcTFmSHl5Ky9qTTZkTzl2ZENFUkVST0RvMGFPWVBIbHlrY1ptdllHeGtsS3EwekhPblRzWGp6MzJHTDc3N2p0czNyd1pRNGNPUlVSRUJEcDM3b3prNUdSVXExWU55NWN2djZzbndGU3MzUElhd3pMMkJaQXJQd2doMVB3QVlNbTFhOWQrS1EzNXdjbzZ1TDl0VjNNUER3K01IejgrMy8wMmJOamdkREJQUHo4L1BQMzAwK3I3M0dQUFpHUmtJQ2NuSjAvWHM0TEdta2xJU01BNzc3d0RXTVlOdExhNmhLWFY5cWxUcDZBb0NpcFZxb1JodzRiWm5kOTJJUERJeUVnRUJnYXF5Nnd0VUpzMGFlS3dxNGc3RHQ1TFJZdlp2NUIrL3ZsblJFWkdxdS9Ed3NMdzhzc3YzOU94Q2p0b1gzNTk5ZGF0V3dlTlJ1TzAxVVJxYWlwKytlVVhkT3JVQ1Y5OTlSVmVmLzExZE8vZUhaMDZkVUpFUkFTZWV1b3BWS3RXTGMvVG1JeU1ERlNxVkFsOSt2U3hXMjRkN3lOM0VjUm9OT0kvLy9rUEFnTURNV1RJRU1CU2FSMHhZZ1NlZXVxcGZKL1UwZ05MNEg4WEZHa0E5QUNpQVJ5UVVrYnI5ZnE3RzhuSkJTNWR1Z1JZdWw5Tm56NGRTVWxKNnRNQTZ3QlN0MjdkUXJ0MjdRcFZ1RmkvZmowbVRacUVPblhxWU5xMGFZVjZtamhxMUNpa3A2ZGo3ZHExaUl1THc2UkprOVFCTHd2S0Q0NVVxRkFCVTZkT3hmdnZ2NC91M2Jzak96c2JZOGVPZFhoeFlHdnYzcjBJQ0FpQTBXaEVmSHg4bnBsVXpwOC9qOXUzYnp2dGMyL3RzaFlhR3VxeW1VV28xQ24xT2NSVzdnY0ZBRkNsU2hVc1dyUUlsU3BWVW0rK1JvMGFoUW9WS3FCdjM3N1lzR0VEaGc0ZHF0NTBmUDMxMTBoUFQ3YzdocFJTZmVpU20rMjJ1VnVJYmQ2OEdULzk5QlBlZXVzdGgrUGpGRVZzVmhxTkJ0OSsreTF5Y25Ld2J0MDZqQnc1RWpWcTFNQ0tGU3R3NWNvVmFEUWFlSGw1WWRteVplamR1emRpWW1Mc1poa2h5czNhYmMzeVZ6cUFHRXQraUpaU0hpaHQrY0hxNHNXTGdLWFlhS1hWYXZIaWl5L211MS91V1VndVhyeUkrUGg0WEw1OEdXbHBhWGEvbTYxVG94NDhlQkNabVpsSVNVbkJQLzd4anp4ZHdHMEg1MHhOVGNYRER6K00rZlBucStQYmVYcDZxdU5NQ0NHUWtaR2hyck50NFdHVms1UGpkUFpFbzlHSXhNUkVYTHAwU1oweWZjQ0FBUTRmN3BqTjVpSWRBNFRjRHdzWGhUUnc0RUM4K2VhYk1KbE1DQW9LUXMyYU5hSFg2K0h0N1kycVZhdmkyV2VmelhmZ3lhU2tKR2cwR2d3Y09CQnQyclRCMnJWcjhkWmJiNkY2OWVvWU0yWU1UQ1lUeG80ZGE5ZG42K2JObTlpNGNTTk9uejV0TjZ2SXJWdTNzRzNiTnJScTFjcXVpWld0cUtnb2ZQdnR0Mmpac2lVcVZxeUlDeGN1SUMwdERUNCtQaGc1Y2lSR2pCaUJ1TGc0UkVSRW9GcTFhamh4NGdTQ2dvS1FrcEtDK2ZQbkl6azVXVzN5QlV1elUzOS9mN3ZLTEFBc1hib1VTVWxKK1BycnI5VXFzTFVZTW5QbVREUnYzaHoxNjllL2owK2V5aUFwcFl3RnNOWm9ORzVXRk9XaWo0OVB5dUhEaHd2WFdkTU5KQ1ltQW9ENmhMSkhqeDU1THY2dGhieUNMRisrSE5PbVRVT0RCZzB3YTlZc0xGaXdBTC8vL3J1NjN2cGtZOGFNR1hhekdJV0VoT0Nycjc3Q2xDbFRzSHIxYWt5Y09CR3paODh1Vkg1d0ppc3JDK1hMbDBkeWNqSzh2YjBMVlVDWk9YT213N25mWVNsaVd2dmxEaDgrM09GMHExWmZmZlVWQ3hkVVdLVStoeFJFQ0lHSkV5ZkMxOWNYdzRjUGg4RmdRR3hzTEJZdlhvektsU3VqZmZ2MjJMeDVNN3AyN1lyejU4OWozNzU5ZHQwM1BEMDk0ZVBqb3piN3ZubnpwbDFMMFpTVUZJZmRPcmR2MzQ3UFAvOGNMVnEweURNd1psSEZac3RzTmlNaUlnS2JObTJDajQ4UHdzUEQwYVZMRjZ4ZXZSb3paODVFdzRZTmtaQ1FnSVlORytMRkYxL0VsMTkraVJVclZzRFB6NitJUG1rcWF5eGpWc1FDV0tzb3lsYWowZmpmc3BBZlltTmo0ZUhoNGJDTHhOMDRkT2dRdnZubUcvWDl1SEhqN05aN2UzdGo5dXpaYU5PbURhNWV2V28zanBjamtaR1JkdDFMN2tWVVZCUXFWcXlJL2Z2M1k4dVdMVWhKU2NIMTY5ZHg0Y0lGR0F3R2JOeTRFZjcrL2xpNGNDRUFZTXlZTVdqWXNHR2U0MnpidGcyTEZ5KytyMWpJdmJGd1VVaVZLbFhLYzFFZEZSV0ZIVHQyWVBQbXpaZzJiVnErKzgrZVBSdW5UcDNDTDcvOGd1UEhqK09ubjM3Q2l5KytpT3JWcStPMTExN0RwNTkraXZEd2NDeGN1QkNlbnA0WU5HZ1Ftalp0aXREUVVJU0hoK1BpeFl2cVJjVEdqUnZWL3FuT2JOaXdBUTBiTm5UWW5hVlZxMWFZTTJjT2xpMWJwaFliVnE1Y2laMDdkMkxuenAwSUR3L0huRGx6MUg3dnFhbXBPSHo0TUY1ODhVVzdxVnlQSFR1R2VmUG1vV2ZQbm5sYVlvd2VQUm85ZXZUQXFGR2pzR3paTXFlVlZIcXczTGh4STZWaXhZb3RqeDQ5R3VlT2ZVZ0w2K0RCZzZoYXRXcWhwOXFhTkdtUzAzWHQyclhENmRPbk1XellNUGo3KzZObHk1WjJUMVF5TWpJd2QrNWN0R2pSd3E2QVdhVktGV2kxV2d3ZlBoeU5HalhDYzg4OUJ4UXlQK1NXa0pDQStmUG5JeW9xQ29HQmdSZzRjQ0JXclZxRlVhTkdZZVhLbGVqVHB3L2F0R25qOEFuSHFsV3I4aXlMajQvSHFsV3JzRy9mUGxTb1VBRlhyMTVGNWNxVlVhNWNPYno3N3J0bzJiSWxuNHJRUFNrck9hUWdXcTBXOCtiTnc3UnAwOUM3ZDIvNCsvdWplL2Z1Q0FrSkFRQjg4TUVIZVBQTk54RVJFWUVkTzNhZ1pjdVdhZzRBZ09lZmZ4N2UzdDdZdFdzWEJnOGVqQTBiTm1EMjdObjQ0WWNmTUdMRUNQVHExU3RQZDQvSXlFaU1IejhlWVdGaG1ESmxpdFB2NlAzR2x2dFl0V3ZYeHNjZmY0d3VYYnJnN05tekNBOFBSMUpTRWlaTm1nUVBEdzhNR2pRSVJxTVJBd2NPUk0rZVBURmt5QkRNbURFajMzRzg2TUYwNDhhTmxNcVZLejhYRXhOenJDemxCN1Baak45Ly94MnRXclc2Nyt2cHJsMjdxcTB4Rnk1Y2lJWU5HNkpseTVZNGUvWXNObS9lalBEd2NIaDVlU0V6TXhOdDI3WjFPQk9Sclo0OWUrYkpKZkh4OFJnd1lBRGVldXN0OU8zYjErbSszMzc3TFg3NzdUZTExWm5CWUZBSFBtL1RwZzAyYmRxRW1qVnJZdFNvVWZEejgxTzdncFF2WHg2K3ZyN0l6TXkwKzNQMTZsV1lUQ1lzVzdZTWp6Lyt1TjAxRTVVTkxGemt3enJHaExPK1hIRnhjUTRya2RZQmRLejdYN3AwQ2R1M2I4ZXdZY01naEZBdi9xMkQyelJ0MmhUZmYvODlMbHk0QUU5UFR4aU5SaHc2ZEFqQndjRjQ0b2tuOE82NzcyTEpraVZxa2VQbm4zOUc5ZXJWblRaQjM3VnJGK0xpNHZENTU1K3J5N1JhcmQwc0pVMmFOTUZYWDMybHZqOXg0Z1FhTldvRUlRVDY5dTJMblR0M1l1clVxWGp1dWVmdysrKy93MncyMnczWWVmRGdRWXdZTVFKMTY5YkY0TUdEa1o2ZWpsdTNicWwvcDZXbElUUTBGSHYyN01HY09YT2NEaUJJRDVhTEZ5OW1YYng0OFVRaE5uVmJtWm1aMkxsenAxM3p6T3pzYktTbXB0cHRaenZhdDIyZmJPdW8xOWFiZ21yVnF0bjFVVzNSb29YZGQvdnExYXVZTzNjdW5ucnFLWFRyMXMxaFRMWVhEUVhsQnl1ejJZdzllL2JnNTU5L3h0NjlleUdFUUxkdTNUQmd3QUFFQlFXaGUvZnVtRGR2SGxhdlhvMGhRNGFnV3JWcTZOaXhJMTU2NmFVOFQzeE1KaE5PbkRpQlBYdjJZUHYyN2NqTXpNUnJyNzJHZi8zclgxaTBhQkYyN05pQkZTdFdZTU9HRFlpSWlNRDQ4ZVBSdG0xYlBQMzAwMmpXckJtc0E2d1JGYVFzNUpEOFNDblZhNFRBd0VEMDdOa1QrL2Z2eDgyYk43RnYzejRjT0hBQXp6enpER3JXcklrZVBYcGd5WklsOFBiMnh0eTVjKzBLaXp0MzdzVHc0Y1B4M252djJkM282SFE2ZE8zYUZhTkhqMFowZERUR2pCa0RJUVMrKys0Ny9QampqMmpkdWpXKyt1b3JoMFdCb29vdHQ5ZGVldzE2dlI0alI0N0U5dTNiOGNJTEwrQ2JiNzVCcFVxVnNHYk5Hdmo2K3NMRHd3T1ZLMWZHbDE5K2ljR0RCK1BkZDkvRndvVUw4MjNGUlE4ZVMzNDQ2dW80aXRvZmYveUJHemR1T0N3aVhMaHdJZDk5TXpJeUhDNWZ0R2dSWnMrZWpmZmZmeDh0VzdaRVZsWVdJaU1qc1hQblRreWNPQkY2dlI1U1NqejExRk41OXJYdHl1N3A2V21YWTZLam96RjI3RmhVcVZJRi9mcjF5N2QxMUpreloxQ3JWaTAxUHp6Ly9QTjJZMXhFUjBmRHo4OFBmbjUrK1BEREQzSDA2SjEvMms4Ly9WVGRSZ2dCYjI5ditQbjV3V1F5d1d3MlkvdjI3WGo0NFlmei9WeW9kR0xoSWgvV3ZwMXo1ODdGczg4K3F5NlhVcXJUL1kwYU5RcTNidDNDcjcvK2l2VDBkR1JtWnFxRFlWbjNYN2h3SVFJQ0F0UkJNNnRWcXdZaEJKWXRXNGJVMUZUMUJzYkh4d2ZidDIvSDc3Ly9qcXlzTFBXY24zenlDYzZkTzRlRWhBUkVSMGZqL1BuekdEQmdnTlBCTzQ4ZE80WmF0V3JaamNIeDBFTVBZZE9tVGFoZXZicmRCWW1pS0RoeTVBak9ueit2em82ZzFXcng1WmRmUWtvSlgxOWZiTm15QmQ3ZTNuWTNRdE9tVFVOYVdob01CZ05hdFdybGNEeU9nSUFBQkFRRTRNY2ZmOFR6enovUHlpZVZDYnQzNzhhdFc3Znd6My8rVTEyMlpzMGFyRm16SnMrMjF1L2c4dVhMa1pLU0FwMU9oNE1IRHdJQWdvT0Rpenkyd3VTSG8wZVA0cmZmZnNQMjdkdHg4K1pONkhRNi9QT2YvOFI3NzcxbkY1Ty92eitHREJtQ045NTRBMHVYTHNXR0RSdXdhTkVpTEZxMENOV3JWMGZmdm4zUm9VTUhqQnc1RWtlT0hBRUF0RzdkR2dNSERrU0xGaTN5REtDbjFXclJyVnMzZE8zYUZZY09IY0xtelpzeGNlSkUzTHAxQzVVcVZjSVhYM3lScHlzYTBZTWdQVDBkUzVZc1FVcEtpanJvNzdGang3QjI3VnBFUmtiaXBaZGV3b0FCQS9ERkYxL2c5T25UNmhoVzBkSFI2TkNoQTQ0Y09ZTFhYMzhkWGJwMFFidDI3WER1M0RsTW1qUUpBd1lNd0NPUFBJSkRodzVoMTY1ZDZteG1yVnExd3FKRmkzRGd3QUdjUFhzV0V5Wk13S2xUcDlDM2IxOTg5TkZIZHJtanFHT3p0c3F3Tlhqd1lPemF0UXRoWVdINC92dnZjZjc4ZWNURXhDQTlQUjN6NTgrM3UzRnEzYm8xeG84Zmo5dTNiN05vUVE4RWc4R0FHVE5tb0dYTGxuanl5U2Z6ckN2TVdGYTIzeFZGVVRCOStuU3NXTEVDL2Z2M1IzaDRPR0I1aUxwaXhRcU1HalVLLy8zdmZ6RnYzankwYjk4ZWdZR0JTRXRMdzIrLy9RWmZYMThrSmliQ1pES3BYVkhOWmpNdVhMaUFvMGVQSWpJeUVvY09IVUw5K3ZYeDdiZmZxa1dML2Z2MzQ4aVJJL0R6ODROT3A0T2lLTkRyOVlpTmpVWHYzcjBMOVRtRWg0Y2pPenNiL3Y3KzZoOC9Qei80K1Bpb2hZLzE2OWRqeXBRcGFwY1NLbnRZdU1oSC9mcjEwYmR2WDZ4YnR3NDdkdGpQY2xXK2ZIbjA2dFVMblR0M2h0Rm94TGZmZnF1MnpQRDE5Y1diYjc2cFR2SDN3UWNmb0gzNzltckJvRktsU2hneVpBZ1dMMTZzRG5wcHEwS0ZDaGd3WUlBNktKNUdvOEhVcVZPaDAra3dZc1FJNkhRNnU1bERjaHN3WUFEZWYvOTl1eHVIb1VPSDRzc3Z2OFNYWDM2WnB3V0p2NzgvZXZic2FkZTAzSG9EYytQR0RjVEd4cUpObXpaMkJZLysvZnRqeDQ0ZHFGaXhvdnFuUW9VS0NBb0tRb1VLRlJBWUdBaWRUb2VrcENUMDZ0VUxNMmJNd0lJRkMrN3lYNERJL2J6d3dndElUazYyYTIzMTBrc3Y1WGtTTW1QR0RQWDFwVXVYOE1jZmYwQktpWExseW1IdzRNSEZNcHZHdW5YckNzd1BhV2xwYXF1TS92MzdvM3YzN3ZtT0xWRzllblVNSHo0Y0gzMzBFVFp0Mm9TTkd6Y2lKU1VGYmRxMGdiKy9QL3IyN1l0WFgzMFZUei85ZEtIR3hCQkNvSG56NW1qZXZEbEdqeDZOa3lkUDR1TEZpeXhhMEFQTHg4Y0hTNWN1aGRsc1JraElDRnExYW9XaFE0Zml5cFVyR0Q5K1BEcDI3QWdBbURWckZqWnQyb1RSbzBlalJZc1dXTFJvRVI1Ly9IRmtaR1JnOGVMRjJMQmhBenc4UFBEV1cyK2haczJhZU9xcHAvRGlpeS9pK3ZYckNBd014TC8rOVMvMW5BOC8vREFlZnZoaERCbzBDTGR2MzhiY3VYUHozQlFWUjJ5T0NoY2ZmZlFSM25ubkhUUnIxZ3l3VEs5KzdkbzErUHI2SWpRMEZNT0hEN2ZiM25hR0FxS3k3dGF0V3dnS0NzTElrU1B6clBQeThySWIrOHFSSDMvOFVYMWdBZ0IvL2ZVWFZxMWFoZUhEaDl0TjV3N0x6SW16WjgvR29rV0xrSldWcFJZMXZMeTgxRUYwUFR3ODhQenp6NnNQVnlNaUl0U1oxQjU1NUJHTUd6Y09IVHQydExzSFVSUUZpeGN2dG52SUdSZ1lpTzdkdXhkNndnSnJmaUJ5VzhIMVFwNEpidmo0M3lGUHRaSTdkdTJSN3M1c05rdWowVmhzeDFjVVJTNWN1RkQrOHNzdnhYWU9SNUtUazJWaVl1STk3NzlyMXk2WmxwWldwREVWeHY2RDBiSjVxM1l5dUdIb3plQUdvWTQ3MkZLcFZkcnlRM0c3bS94dzVzd1pxU2pLUFovcjl1M2I5N3l2dTJCK29PQUdvYzlaYzhqK2c5RXUvZjlvTkJydHZwUHA2ZW5TWkRMbDJVNVJGSG4xNmxXbng4akt5cnFyOHhvTWhnTDNLWTdZYnQ2OEtjK2NPWE5Yc2JvYjVwQ3l6WjN5UTFHN2RPbFN2dXNWUlpGSGp4NTF1czZXd1dDUVVWRlJNams1dWNEeld1K1RIT1dQc29iNW9YaXd4VVVSMG1nMFRwdG5Gd1hyK0JNbHpkSEFwSGVqZGV2V1JSb1BFZVYxTi9taFhyMTY5M1V1WDEvZis5cWZpT3psN2xybHJCdUVFTUxwREdZNm5TN1BjUXBTbUZaU3hSRmJZR0Jnb1FjM0pxS2k1V2lhWTF0Q0NJZXRvL0MvYVdaVlhsNWVhTisrZmFIT1c5ejNTVlQyOFg4UEVSRVJFUkVSRWJrdEZpNklpSWlJaUlpSXlHMnhjRUZFUkVSRVJFUkVib3VGQ3lJaUlpSWlJaUp5V3l4Y0VCRVJFUkVSRVpIYll1R0NpSWlJaUlpSWlOd1dDeGRFUkVSRVJFUkU1TFpZdUNBaUlpSWlJaUlpdDhYQ0JSRVJFUkVSRVJHNUxSWXVpSWlJaUlpSWlNaHRzWEJCUkVSRVJFUkVSRzZMaFFzaUlpSWlJaUlpY2xzc1hCQVJFUkVSRVJHUjIyTGhnb2lJaUlpSWlJamNGZ3NYUkVSRVJFUkVST1MyV0xnZ0lpSWlJaUlpSXJmRndnVVJFUkVSRVJFUnVTMFdMb2lJaUlpSWlJakliYkZ3UVVSRVJFUkVSRVJ1aTRVTElpSWlJaUlpSW5KYkxGd1FFUkVSRVJFUmtkdGk0WUtJaUlpSWlJaUkzQllMRjBSRVJFUkVSRVRrdGxpNElDSWlJaUlpSWlLM3hjSUZFUkVSRVJFUkVia3RGaTZJaUlpSWlJaUl5RzJ4Y0VGRVJFUkVSRVJFYmt2bjZnQUt3Mnd5SSs3VUdYaDVlYms2RkNwRlRzYWRndEZvZEhVWVZNeVlIK2hlTUQrUWxkbGt4c200VTY0T2cwb1o1cEFIQS9NRDNRdm1oK0pSS2dvWFdRWUQ1aXhZQkU4UFQxZUhRcVdJMFdoRVducTZxOE9nWXNiOFFQZUMrWUdzc2d3R2ZQdjlQSGg0ZUxnNkZDcEZtRU1lRE13UGRDK1lINHFIV3hjdUZDR3ZhU0QrVnFUMHZwWEdmM3k2UjFKZXpaSHliMWVIUVVXTCtZR0tCUFBEQXl0SEtuOTdpanM1SkRVdHpkWGhVR25GSEZJbU1UOFVRSkVRQWhwSVFBSUtOTUxWRWJrbjVvY2k1ZTcveXpRUDFXdmNRS1B6cU9McVFLajBNZ3ZsK29XNDJKTUFGRmZIUWtXSytZRXRkTGZMQUFBWFIwbEVRVlR1Ry9QREE0MDVoTzRiYzBpWnhmeVFEMStkOHB5SFRqTkFRR2h6VE9hWm1TYk5EbGZINUk2WUg0cVd1eGN1aUlpSWlJaUl5RTJFaG9ZT0ZFSk1BeUNrbElQMWV2ME1WOGRFWlI5bkZTRWlJaUlpSWlJaXQ4WENCUkVSRVJFUkVkSC90M2Z2UVY3VjllUEhYK2V6RnhZSVRYN0t4WVFmQVFhN0tLQ1FwWW1hbG1uQm1EZEVzaG9STDZVVEUrWmtvcFhoQlM4ak5hYWtQNlFKR2NKYkNvNk9vT09OY1ZRUU1OSmQ2WnQrU2N6TEx6QUJ6VjEyOTNOK2Z3VDdZOTFGd0sveWVlTStIak1NK3pubmZNNitQanZPNEQ3bm5QY2hXY0lGQUFBQWtDemhBZ0FBQUVpV2NBRUFBQUFrUzdnQUFBQUFraVZjQUFBQUFNa1NMZ0FBQUlCa0NSY0FBQUJBc29RTEFBQUFJRm5DQlFBQUFKQXM0UUlBQUFCSWxuQUJBQUFBSkV1NEFBQUFBSklsWEFBQUFBREpFaTRBQUFDQVpBa1hBQUFBUUxLRUN3QUFBQ0Jad2dVQUFBQ1FMT0VDQUFBQVNKWndBUUFBQUNSTHVBQUFBQUNTSlZ3QUFBQUF5Ukl1QUFBQWdHUUpGd0FBQUVDeWhBc0FBQUFnV2NJRkFBQUFrQ3poQWdBQUFFaVdjQUVBQUFBa1M3Z0FBQUFBa2lWY0FBQUFBTWtTTGdBQUFJQmtDUmNBQUFCQXNvUUxBQUFBSUZuQ0JRQUFBSkFzNFFJQUFBQklsbkFCQUFBQUpFdTRBQUFBQUpJbFhBQUFBQURKRWk0QUFBQ0FaQWtYQUFBQVFMS0VDd0FBQUNCWndnVUFBQUNRTE9FQ0FBQUFTSlp3QVFBQUFDUkx1QUFBQUFDU0pWd0FBQUFBeVJJdUFBQUFnR1FKRndBQUFFQ3loQXNBQUFBZ1djSUZBQUFBa0N6aEFnQUFBRWlXY0FFQUFBQWtTN2dBQUFBQWtpVmNBQUFBQU1rU0xnQUFBSUJrQ1JjQUFBQkFzb1FMQUFBQUlGbkNCUUFBQUpBczRRSUFBQUJJbG5BQkFBQUFKRXU0QUFBQUFKSWxYQUFBQUFESkVpNEFBQUNBWkFrWEFBQUFRTEtFQ3dBQUFDQlp3Z1VBQUFDUUxPRUNBQUFBU0pad0FRQUFBQ1JMdUFBQUFBQ1NKVndBQUFBQXlSSXVBQUFBZ0dRSkZ3QUFBRUN5aEFzQUFBQWdXY0lGQUFBQWtDemhBZ0FBQUVpV2NBRUFBQUFrUzdnQUFBQUFraVZjQUFBQUFNa1NMZ0FBQUlCa0NSY0FBQUJBc29RTEFBQUFJRm5DQlFBQUFKQXM0UUlBQUFCSWxuQUJBQUFBSkV1NEFBQUFBSklsWEFBQUFBREpFaTRBQUFDQVpBa1hBQUFBUUxLRUN3QUFBQ0Jad2dVQUFBQ1FMT0VDQUFBQVNKWndBUUFBQUNSTHVBQUFBQUNTSlZ3QUFBQUF5Ukl1QUFBQWdHUUpGd0FBQUVDeWhBc0FBQUFnV2NJRkFBQUFrQ3poQWdBQUFFaVdjQUVBQUFBa1M3Z0FBQUFBa2lWY0FBQUFBTWtTTGdBQUFJQmtDUmNBQUFCQXNvUUxBQUFBSUZubHBSNEFBQUNBOUZSWFYvZnUxS25Ub0syMzVYaytNTXV5TENLeVBNOEhEaDgrL0tpdDkyZFo5dGNWSzFhOHZzdUg1Vk5OdUFBQUFLQ055c3JLWG9WQzRZOWJiOHZ6dkV0RVpCRVJoVUxoZTFtV25iTDEvc2JHeHRFUklWendzY3BLUFFBQUFBQnBPdWlnZy82UlpkbStlWjVIbG1XUjUzbXIvVnUyYmY3N3RSVXJWdlFwMmJCOGFsbmpBZ0FBZ0hibGVmNS90dnE2dmYxYnY3eDlGNDFGQnlOY0FBQUEwSzVpc1hoM251ZWJkdURRK3VibTVnVzdZQ1E2SU9FQ0FBQ0FkalUzTjc4ZUVjLy9aejNPOW0zZTkzeFpXZG1ydTNJMk9nN2hBZ0FBZ0haVlZWVnRqSWhuOG5idUU5bXlLYy96dkZnc1B0M1EwTEMyRkRQeTZTZGNBQUFBMEs1bHk1WTE1bm0rSk11eWpiR05kUzZ5TEh1L1VDZzhXMXRidXlPM2xNQk9FeTRBQUFEWXBrS2g4R3hFL1BORERsbmYxTlMwWkJlT1JBY2pYQUFBQUxCTnk1Y3ZmeVhQOHhYdHJYT3grVEdvejYxY3VYSjFTWWFqUXhBdUFBQUErRERGWXJGNDE3WjI1bmwrZTBTMHZZY0VQaWJiWGhvV0FBQUFJbUsvL2ZicnZQZmVlNytWWlZtM0QreGF2MkxGaWg0UllYMExQakd1dUFBQUFPQkR2ZmJhYSs5SHhCL2IyVFZQdE9DVEpsd0FBQUN3STJadi9WalVQTStMRWJITlcwamc0eUpjQUFBQXNGM0ZZdkcvc2l4N2JhdE5xeVBpYnlVY2lRNml2TlFEQUFDVXdyNEREdWhUV1ZFK29OUnpzUHRxYUdqNDd6Zit1Kzd2cFo0RGRwVU5HelpzMkhQUFBWOHNGQXA5NGo5WFhMeTRkdTNhLzF2cXVmajBFeTRBZ0E2blg3L2gvYUlpLzMxaytlQlN6OEx1cTFOVjVhdjkrZzAvYmZYcTV6MEdrZzVoOWVyVjljT0dEZHY2di9kWE42OTlBWjhvNFFJQTZIaXFvbDlrTVRpTHJGZVh6cDJqckx5czFCT3hHMmx1YW83MzYrdWptT2RWVVJYOU5sOHVEeDNGUHpZLytqVExzdXoxVWc5RHh5QmNBQUFkVnBmT25XUHlqODZQbXVwQnBSNkYzVWh0M2FxNGNjYXQ4YzZHRGFVZUJYYTVQTStmM3Z3VWtiSmlzZmhzcWVlaFl4QXVBSUFPcTZ5OExHcXFCOFdYRHhsWjZsSFl6VlJVVkpSNkJDaUpRcUhRSEJIMUVWR3grV3Y0eEFrWEFBQUE3SXo2VWc5QXgrSnhxQUFBQU95d0xNdnl6ZXRjd0M0aFhBQUFBQURKRWk0QUFBQ0FaQWtYQUFBQVFMS0VDd0FBQUNCWndnVUFBQUNRTE9FQ0FBQUFTSlp3QVFBQUFDUkx1QUFBQUFDU0pWd0FBQUFBeVJJdUFBQUFnR1FKRndBQUFFQ3loQXNBQUFBZ1djSUZBQUFBa0N6aEFnQUFBRWlXY0FFQUFBQWtTN2dBQUFBQWtpVmNBQUFBQU1rU0xnQUFBSUJrQ1JjQUFBQkFzb1FMQUFBQUlGbkNCUUFBQUpBczRRSUFBQUJJbG5BQkFBQUFKRXU0QUFBQUFKSWxYQUFBQUFESkVpNEFBQUNBWkFrWEFBQUorL3ZmLy82UjM5dlkyUGl4enJLMTJ0cmFlUFBOTnorMjh6VTBOR3h6MzN2dnZmZXhmUjhBZGovQ0JRQkFvaDUrK09FNDZhU1Q0cGxubnZsSTcvL3hqMzhjVTZaTWFiUDlwcHR1aWtNT09TVGVldXV0N1o0anovTzQ3YmJib3JhMnR0WDJIL3pnQnpGdDJyU1cxL1gxOVhIbW1XZkduWGZlR1htZXQzdXVPKzY0STY2NDRvbzIyOTk4ODgwNDZhU1RZc0dDQlczMjFkZlh4N2h4NCtLNjY2N2I3cXdBZkRvSkZ3QUFpVHJ5eUNPalQ1OCtjZTIxMSs3MDFSTWJObXlJcFV1WFJxOWV2ZHJzVzc1OGVmVHMyVE42OXV5NTNmTXNXYklrYnI3NTVsaTVjbVhMdG5YcjFzVzc3NzRiZ3djUGJ0bFdLQlJpNE1DQmNjMDExOFQ1NTUvZmJoUlp0MjVkM0h2dnZURjc5dXhXMjN2MjdCbURCdytPSzYrOE1wNTc3cmxXKzI2NjZhWjQvZlhYbzdxNmVvYy8rMjRvR3paczJCZUdEaDNhdGRTREFLU292TlFEQUFCMFpIUG16SWtaTTJac2MzOVRVMU0wTlRYRmtVY2VHVm1XdFh0TWRYVjF6Snc1czlXMlJ4OTlOSnFhbXVMb280K09WYXRXeGFwVnExcjJ2ZmppaXpGdzRNQjJyM0NJaURqa2tFTmFnc2Q5OTkwWFZWVlZNWHIwNkpiOWYvM3JYeU1pV29XTHlzckttREpsU2d3ZE9qU3V2dnJxbURCaFF0eDc3NzFSV1ZuWmNzeTU1NTRiUzVjdWpSdHZ2REdxcTZ2amkxLzhZa1JFWkZrV2wxOStlWXdmUHo1dXYvMzJHRGx5WkVSRVBQMzAwekYzN3R5WU1HRkNxKy8vS1pEMTY5ZXZVK2ZPbmZmcTFLblR0N0lzT3l2THN1cm01dWF2Uk1TTHBSNE9JRFhDQlFCQUNUVTJOa1pEUThOSHZoVml6cHc1VVY5ZjMyYjdQZmZjRTMzNjlJa2hRNGJFckZtejRyYmJib3VJaU9ibTVtaHNiSXhYWG5rbHJybm1tbmJQT1czYXRPalZxMWU4ODg0NzhkaGpqOFdZTVdQaU01LzVUTXYrTGJlTmJCMHV0aGd6Wmt3TUdqUW8xcTlmM3lwYVJFU1VsWlhGVlZkZEZlUEdqWXRMTDcwMDVzK2ZINnRXcllxMzMzNDdJaUxHang4ZisreXpUenoyMkdQUjFOUVVWMTk5ZGV5MzMzNVJVMU1UanozMldFUkVEQmd3SVByMjdmdVJmbGFsZHRCQkIrMFRFVFVSTVN3aWpvNklVVm1XZGQrOGUyT0p4d05JbG5BQkFGQmlXWmJGVjcvNjFYam5uWGQyNm4xZHUzYU5SWXNXeFpvMWExcHRyNnVyaTlyYTJ2anVkNzhiRVJFVEpreUlDUk1tUkd5KzlXTFdyRmx4MzMzM1JZOGVQVDcwL0MrLy9ISTBOamJHL2ZmZkh3OCsrR0RMOWkyM3JaeDg4c2s3Tk9mNDhlUGovUFBQajRpSTNyMTd4OVZYWHgxNzdybG5WRlZWeFl3Wk0yTHAwcVhiZk8vNjlldmpKei81U2N2ckN5NjRJTTQ4ODh3ZCtyNHBxS21wcWF5c3JQeGFvVkQ0ZGtTTXlQTjh2eXpML2xkRWxIM2cwTHhRS0xTL09BaEFCeWRjQUFDVTBNQ0JBMlAwNk5IUjFOUVV4eHh6ekU2OTk2cXJyb3FERHo0NFB2LzV6N2ZhdnVYcWlzNmRPN2Q1ejlLbFM2TmZ2MzdialJZUkVaLzczT2RpMHFSSnJiWTFORFRFNzM3M3V4ZzJiRmdjZGRSUk96VG5rQ0ZEV3IwKzdMRERXcjYrK2VhYm8xZ3N0dG8vZWZMa1dMOStmY3ZuMkZwWjJRZC8zMDlPK2RDaFF6dEZ4S0JDb2ZEZExNdk95TEpzNzlpODBPbldmMit4K1JhZ3JGZ3N0bjh2RUVBSEoxd0FBSlRRcUZHall0U29VUkVSTVhmdTNKMTY3Nzc3N2h2ZHVuVnJ0YTJ1cnE3bHRvcUlpRmRlZVNWZWVPR0ZsdGUxdGJWeHdBRUhiSE45aXkyT08rNjQ2TldyVjN6dmU5OXJ0ZjJSUng2SmlJaHg0OGJGc2NjZXU4T3pybGl4SXVycTZscGVmL3ZiMzQ0dVhicEVvVkNJUXFIdGV2Rlpsa1Y1K1c3enY2cGxCeHh3d0pDS2lvcmhXWllka3VmNTRSRlJrMlZaUlo3bjdUNWxaY3Q2SmR0NkFnc0EvOTl1ODY4QkFNQ24yZnIxNjNmNlZwRk9uVHExQ1JjMzNIQkRsSmVYUjFOVFUwUkVQUGZjYy9HYjMvd21Zdk5DbjgzTnpiRnExYXB0cm0reHhSRkhITkZtallxSWlJVUxGMGFoVUlpYW1wcnR6dHVsUzVlV2N5eGJ0aXp1dnZ2dXFLK3ZqNDBiTjhZeHh4d1RYYnAwYWZkOXhXSnhtd3VScHFhcUxQL0d3UWNmUENuUDg1cUkyRGZQODY1WmxtWHRCWXZ0ZkthS0xNdE9HRDU4K0JjLzZabmhmeUxMc3NFUjBUa2lWRGQyR2VFQ0FDQUJMNzMwVXZ6d2h6K01xcXFxSFRxK29hRWhUanp4eEpneVpVckx0dm56NThmeTVjdGo0c1NKTFU4WkdUdDJiSXdkT3pZaUlpNjU1SkpZdkhoeFBQTElJOUdwVTZlZG52Rzk5OTZMcDU1NktvckZZcHh3d2duYlBYN3ExS254elc5K015SWlKazZjR0JNblRvd0ZDeGJFNVpkZkhoRVJkOTU1WjB0VTJkcW1UWnNpei9QNHlsZSswbWJmWnovNzJYamdnUWQyZXZaUDBHY2lZbUJFZkc3ekwzUFp6bHhGc2RXVkYxVlpsbDI1dXdRYmlJaC9aVmxXM0lIajRIOU11QUFBU01pOGVmT2lUNTgrMnoxdTNMaHhiYmE5L1BMTE1XalFvRGp6ekRQYlBCNzEvZmZmanllZWVDS09QdnJvanhRdFl2T1RTaG9hR21MRWlCRlJXMXNidi83MXI5dGRjMkxCZ2dXeFlNR0M3WDZPa1NOSHhrOS8rdE0yMjZkTm14WUhIbmhnZk90YjMycXo3NlBPL2ttcGI4N3VlV241OGg4Tkh6NThaRVJNeWJLc2YwVDAzUHkwa1BLdEk4YldYMjk5cTBpV1paRmxXWE9lNXk5RXhQc2wrU0N3azdJc1c5UGMzUHh5cWVlZ1l4QXVBQUFTVWxkWEYydlhydDN1Y2UrLzMvYjMyMU5QUFRWT1BmWFVkdGVHV0xObVRkVFgxOGVpUll2aTBVY2YzZVo1ZS9mdUhYZmZmWGViN1EwTkRURm56cHdZTUdCQVhISEZGVEZtekpoWXUzWnRISGZjY2EyT2UvZmRkK09wcDU2S2tTTkh4b0VISHZpaG42Ri8vLzdSdjMvL1Z0dFdyMTRkRFEwTmtlZDVISFhVVWJISEhudDg2RGtTa1QvLy9QUExxcXVyZjFCWldkbXRXQ3gyS3hRSy96dkxzdU95TEJ1VFpWbXYrRUM0K09CVkdYbWUxK2Q1ZmxHZTUvKzE2OGVIblZjc0Z2KzljdVhLZjVaNkRqb0c0UUlBSUNGVHAwNXRkN0hLRDNydnZmZmFiTnR5aGNPVzlTMjIxck5uei9qRkwzNnh6Zk10WDc0ODdyLy8vdGh2di8zYTNUOS8vdnhZdDI1ZFRKbzBLWHIwNkJHbm5ISktUSjgrUFE0NzdMQldjZUhhYTYrTjlldlh4MFVYWGJUZHo5Q2VXMjY1SlNvcUttTFZxbFZ4NnFtbnhpOS8rY3M0OU5CRFA5SzVkckZpWFYzZEd4SHh4dWJYeXlMaVR4RlJNWFRvME9QTHk4dlBpSWpESW1MUGlPaVNaVmtodGdvWVdaWTFSOFEvVnF4WXNicVVId0lnUmNJRkFFQkM1czZkKzVGdkZma3dsWldWTVdUSWtCZ3dZRUNiZllzWEw0NkZDeGZHb1ljZUd0T21UV3V6ZiszYXRYSHp6VGZIb0VHRDR2ampqNCtJaVBQT095K2VmUExKbUR4NWN2ejJ0NytOcXFxcW1EVnJWanp3d0FOeDRZVVh4c0NCQTNkcXZvaUltVE5ueHFKRmkrTGNjOCtOMGFOSHh5V1hYQklYWEhCQmpCMDdOaVpObXJURDYzOGtwbkhseXBVTEltTEJpQkVqZWpjM04zODF5N0pEOHp3L09NdXlBeUtpVzBSa0hvY0tzRzNDQlFCQVFoNTk5TkhZYTYrOXRudmNoZzBiZHVxOHYvLzk3MlBXckZreGV2VG9PTys4ODZKWHIxNFJFZkhRUXcvRnozLys4eGcxYWxSTW16WXRLaW9xMnJ6M2lpdXVpSTBiTjhaRkYxM1VjalZJdDI3ZDRycnJyb3R6emprbnpqMzMzQmcrZkhqTW1UTW54bzRkRytQSGo5K3AyZGF0V3hmWFgzOTlMRnEwS0k0OTl0ZzQ2Nnl6b3F5c0xHYk9uQm0zM0hKTHpKbzFLNVlzV1JKVHAwNk5tcHFhblRwM1NwWXRXL1pHUk13ZE1XTEVYUkhSdTdtNXVYK1daVWZuZVg1Q2xtWDlTajBmUUtxRUN3Q0FoTnh6enozdHJsSHhRVysvL2ZaT25mZTg4ODZMM3IxN3g0d1pNK0toaHg2SzAwNDdMWHIwNkJIVHAwK1ByMy85NnpGMTZ0UjJ2Kys4ZWZOaThlTEZjZnJwcDhkQkJ4M1VhdC9nd1lQalp6LzdXVng2NmFYeHdnc3Z4SUVISGhnWFhuamhoODd4eGh2L3VaT2lXQ3hHVTFOVDNIVFRUWEhYWFhmRnBrMmI0dXl6ejQ2enp6NjdaY0hQOHZMeU9QLzg4MlBZc0dGeDJXV1h4VmxublJYejU4K1BIajE2N05SblQ4MnlaY3NhSStMVnpYOGVqNGhmREJzMnJLYSt2djdWVXM4R2tDTGhBZ0FnQVgzNzlvMExMcmdnVGpubGxPaldyZHQyajErd1lFSHNzODgrTzN6K1FxRVFKNTU0WW56akc5K0lQL3poRHpGNzl1ell0R2xUOU8vZlAzNzFxMSsxR3kwV0xsd1kxMTkvZmRUVTFNU2tTWk5hN2Z2TFgvNFNkOTU1Wnl4Y3VERDIzbnZ2MkgvLy9lUHBwNStPazA0NktiNy8vZS9IbURGam9yS3lzdFY3WnMyYUZiZmVlbXRVVlZYRlpaZGRGbGRlZVdWMDY5WXRqanp5eURqcnJMUGFMTlM1eGVHSEh4NXo1ODZONWN1WDcvYlJZaHZ5UC8vNXp5K1dlZ2lBVkxtUERnRG9jUG9OSG41VVpQa2Y5K2pXcmRjdE4wNlBMeDh5c2lSek5EUTB4SDMzM2ZleG5Hdi8vZmVQZ3c4K09HTHo0cHhmK3RLWFdtN2phTSthTld2aXFxdXVpaVZMbHNRWHZ2Q0Z1UGppaTJQWXNHRXQrLy8xcjMvRjhjY2ZIejE3OW95Wk0yZEc5KzdkNDhVWFg0ekZpeGZId3c4L0hHdldySWs5OXRnalRqLzk5UGpPZDc0VFhidDJqV1hMbHNYMDZkT2pycTR1dW5idEdpTkdqSWd2Zi9uTE1XclVxSGp3d1Fkanhvd1pjZkxKSjhjWlo1d1I1NXh6VG16WXNDRU9QL3p3R0RKa1NIVHYzajNLeXNwYWJrWEo4enp5UEk5aXNSakZZakdhbTV1anNiRXhtcHFhNHJqampvdnUzYnQvTEQrM2orS1pKYy9Gank2OE9QNjVidDA3a2NlSnExOTYvdkdTRFFQUUFiamlBZ0NnUkJvYUdtTDI3TmtmeTduR2pCblRFaTUyUko4K2ZXTEdqQm54d0FNUHhBMDMzQkIvKzl2ZldvV0x2ZmJhS3laUG5oeUhIMzU0N0xQUFBqRjU4dVI0NG9rbklpS2l1cm82cGt5WkVzY2ZmM3gwN3R5NTVUMGpSb3lJMjIrL1BSNS8vUEc0NDQ0NzRza25uNHlsUzVmRzhPSERZOUNnUVhIRUVVZkV4UmRmSElWQ0llNisrKzZZTjI5ZVBQNzQ0L0hzczgvR3UrKyt1ME56OStyVkswNDc3YlNkK3RrQXNIdHp4UVVBME9Ha2NzVkZLdjc5NzM5SGx5NWRQdlNZdDk5K08vNzBwei9GMTc3MnRlalhiOGZXa1h6MTFWZGozYnAxTFd0ajFOZlhiL1BKSUhtZVIxTlRVeFNMeFphckxiYklzcXpsVDFsWldjc2FHS1hpaWd1QVhjc1ZGd0FBSGR6Mm9rVkVSUGZ1M1dQaXhJazdkZDYrZmZ0RzM3NTlXMTUvMk9OTXN5eHI5NGttQUZBbzlRQUFBQUFBMnlKY0FBQUFBTWtTTGdBQUFJQmtDUmNBQUFCQXNvUUxBQUFBSUZuQ0JRQUFBSkFzNFFJQUFBQklsbkFCQUFBQUpFdTRBQUFBQUpJbFhBQUFBQURKRWk0QUFBQ0FaQWtYQUFBQVFMS0VDd0FBQUNCWndnVUFBQUNRTE9FQ0FBQUFTSlp3QVFBQUFDUkx1QUFBQUFDU0pWd0FBQUFBeVJJdUFBQUFnR1FKRndBQUFFQ3loQXNBQUFBZ1djSUZBQUFBa0N6aEFnQUFBRWlXY0FFQUFBQWtTN2dBQUFBQWtpVmNBQUFBQU1rU0xnQUFBSUJrbFpkNkFBQ0FVbWx1YW83YXVsV2xIb1BkVEczZHFtaHNiQ3oxR0FBZGhuQUJBSFJZNzlmWHg0MHpibzJLaW9wU2o4SnVwTEd4TVRaczNGanFNUUE2RE9FQ0FPaHdOdVhGTnlxejdJMWlubGU5czJGRHFjZGhkNVhuYjIzSzh6ZEtQUWJBcDExVzZnRUFBRXFnMEhmZ2tNR0Y4b29lcFI2RTNWZHpWbHk3cG01bGJVUVVTejBMQUFBQUFBQUFBQUFBQUFBQUFBQUFBQUFBQUFBQUFBQUFBQUFBQUFBQUFBQUFBQUFBQUFBQUFBQUFBQUFBQUFBQUFBQUFBQUFBQUFBQUFBQUFBQUFBQUFBQUFBQUFBQUFBQUFBQUFBQUFBQUFBQUFBQUFBQUFBQUFBQUFBQUFBQUFBQUFBQUFBQUFBQUFBQUFBQUFBQUFBQUFBQUFBQUFBQUFBQUFBQUFBQUFBQUFBQUFBQUFBQUFBQUFBQUFBQUFBQUFCSiszOVZMcU0vR0k4dVlBQUFBQUJKUlU1RXJrSmdnZz09IiwKCSJUaGVtZSIgOiAiIiwKCSJUeXBlIiA6ICJmbG93IiwKCSJVc2VySWQiIDogIjY0MDMwMzQwMyIsCgkiVmVyc2lvbiIgOiAiMTkiCn0K"/>
    </extobj>
  </extobjs>
</s:customData>
</file>

<file path=customXml/itemProps24.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1095</Words>
  <Application>WPS 演示</Application>
  <PresentationFormat>宽屏</PresentationFormat>
  <Paragraphs>192</Paragraphs>
  <Slides>22</Slides>
  <Notes>1</Notes>
  <HiddenSlides>0</HiddenSlides>
  <MMClips>0</MMClips>
  <ScaleCrop>false</ScaleCrop>
  <HeadingPairs>
    <vt:vector size="6" baseType="variant">
      <vt:variant>
        <vt:lpstr>已用的字体</vt:lpstr>
      </vt:variant>
      <vt:variant>
        <vt:i4>31</vt:i4>
      </vt:variant>
      <vt:variant>
        <vt:lpstr>主题</vt:lpstr>
      </vt:variant>
      <vt:variant>
        <vt:i4>1</vt:i4>
      </vt:variant>
      <vt:variant>
        <vt:lpstr>幻灯片标题</vt:lpstr>
      </vt:variant>
      <vt:variant>
        <vt:i4>22</vt:i4>
      </vt:variant>
    </vt:vector>
  </HeadingPairs>
  <TitlesOfParts>
    <vt:vector size="54" baseType="lpstr">
      <vt:lpstr>Arial</vt:lpstr>
      <vt:lpstr>宋体</vt:lpstr>
      <vt:lpstr>Wingdings</vt:lpstr>
      <vt:lpstr>OPPOSans R</vt:lpstr>
      <vt:lpstr>阿里巴巴普惠体 2.0 115 Black</vt:lpstr>
      <vt:lpstr>阿里巴巴普惠体 2.0 65 Medium</vt:lpstr>
      <vt:lpstr>阿里巴巴普惠体 2.0 35 Thin</vt:lpstr>
      <vt:lpstr>阿里巴巴普惠体 2.0 45 Light</vt:lpstr>
      <vt:lpstr>阿里巴巴普惠体 2.0 95 ExtraBold</vt:lpstr>
      <vt:lpstr>阿里巴巴普惠体 2.0 75 SemiBold</vt:lpstr>
      <vt:lpstr>微软雅黑</vt:lpstr>
      <vt:lpstr>OPPOSans B</vt:lpstr>
      <vt:lpstr>阿里巴巴普惠体 2.0 55 Regular</vt:lpstr>
      <vt:lpstr>OPPOSans L</vt:lpstr>
      <vt:lpstr>AMGDT</vt:lpstr>
      <vt:lpstr>Arial Unicode MS</vt:lpstr>
      <vt:lpstr>等线</vt:lpstr>
      <vt:lpstr>Calibri</vt:lpstr>
      <vt:lpstr>Radam</vt:lpstr>
      <vt:lpstr>方正仿宋_GB2312</vt:lpstr>
      <vt:lpstr>Love Letters</vt:lpstr>
      <vt:lpstr>仓耳舒圆体 W04</vt:lpstr>
      <vt:lpstr>阿里妈妈东方大楷</vt:lpstr>
      <vt:lpstr>方正粗黑宋简体</vt:lpstr>
      <vt:lpstr>方正粗圆简体</vt:lpstr>
      <vt:lpstr>阿里妈妈数黑体</vt:lpstr>
      <vt:lpstr>黑体</vt:lpstr>
      <vt:lpstr>方正小标宋简体</vt:lpstr>
      <vt:lpstr>汉仪中宋简</vt:lpstr>
      <vt:lpstr>华文新魏</vt:lpstr>
      <vt:lpstr>汉仪铸字美心体W</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Manager>51PPT模板网</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谈判沟通技巧培训商务培训ppt模板</dc:title>
  <dc:creator>爱设计PPT</dc:creator>
  <cp:keywords>51PPT模板网</cp:keywords>
  <dc:description>www.51pptmoban.com</dc:description>
  <cp:lastModifiedBy>Kakine Teitoku[Dark Matter]</cp:lastModifiedBy>
  <cp:revision>215</cp:revision>
  <dcterms:created xsi:type="dcterms:W3CDTF">2021-08-04T08:06:00Z</dcterms:created>
  <dcterms:modified xsi:type="dcterms:W3CDTF">2025-10-09T09:36:40Z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9DB26B035B7240FBAF9CDF11AA36F028_13</vt:lpwstr>
  </property>
  <property fmtid="{D5CDD505-2E9C-101B-9397-08002B2CF9AE}" pid="3" name="KSOProductBuildVer">
    <vt:lpwstr>2052-12.1.0.22529</vt:lpwstr>
  </property>
</Properties>
</file>